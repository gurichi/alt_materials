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3"/>
  </p:notesMasterIdLst>
  <p:sldIdLst>
    <p:sldId id="256" r:id="rId2"/>
    <p:sldId id="327" r:id="rId3"/>
    <p:sldId id="258" r:id="rId4"/>
    <p:sldId id="307" r:id="rId5"/>
    <p:sldId id="353" r:id="rId6"/>
    <p:sldId id="350" r:id="rId7"/>
    <p:sldId id="270" r:id="rId8"/>
    <p:sldId id="352" r:id="rId9"/>
    <p:sldId id="351" r:id="rId10"/>
    <p:sldId id="260" r:id="rId11"/>
    <p:sldId id="263" r:id="rId12"/>
    <p:sldId id="264" r:id="rId13"/>
    <p:sldId id="265" r:id="rId14"/>
    <p:sldId id="266" r:id="rId15"/>
    <p:sldId id="267" r:id="rId16"/>
    <p:sldId id="308" r:id="rId17"/>
    <p:sldId id="261" r:id="rId18"/>
    <p:sldId id="332" r:id="rId19"/>
    <p:sldId id="271" r:id="rId20"/>
    <p:sldId id="272" r:id="rId21"/>
    <p:sldId id="319" r:id="rId22"/>
    <p:sldId id="320" r:id="rId23"/>
    <p:sldId id="314" r:id="rId24"/>
    <p:sldId id="315" r:id="rId25"/>
    <p:sldId id="321" r:id="rId26"/>
    <p:sldId id="316" r:id="rId27"/>
    <p:sldId id="317" r:id="rId28"/>
    <p:sldId id="322" r:id="rId29"/>
    <p:sldId id="318" r:id="rId30"/>
    <p:sldId id="335" r:id="rId31"/>
    <p:sldId id="274" r:id="rId32"/>
    <p:sldId id="275" r:id="rId33"/>
    <p:sldId id="276" r:id="rId34"/>
    <p:sldId id="277" r:id="rId35"/>
    <p:sldId id="328" r:id="rId36"/>
    <p:sldId id="330" r:id="rId37"/>
    <p:sldId id="278" r:id="rId38"/>
    <p:sldId id="279" r:id="rId39"/>
    <p:sldId id="280" r:id="rId40"/>
    <p:sldId id="323" r:id="rId41"/>
    <p:sldId id="282" r:id="rId42"/>
    <p:sldId id="325" r:id="rId43"/>
    <p:sldId id="326" r:id="rId44"/>
    <p:sldId id="281" r:id="rId45"/>
    <p:sldId id="324" r:id="rId46"/>
    <p:sldId id="283" r:id="rId47"/>
    <p:sldId id="284" r:id="rId48"/>
    <p:sldId id="285" r:id="rId49"/>
    <p:sldId id="286" r:id="rId50"/>
    <p:sldId id="287" r:id="rId51"/>
    <p:sldId id="288" r:id="rId52"/>
    <p:sldId id="289" r:id="rId53"/>
    <p:sldId id="290" r:id="rId54"/>
    <p:sldId id="291" r:id="rId55"/>
    <p:sldId id="336" r:id="rId56"/>
    <p:sldId id="337" r:id="rId57"/>
    <p:sldId id="339" r:id="rId58"/>
    <p:sldId id="338" r:id="rId59"/>
    <p:sldId id="340" r:id="rId60"/>
    <p:sldId id="341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294" r:id="rId70"/>
    <p:sldId id="295" r:id="rId71"/>
    <p:sldId id="296" r:id="rId72"/>
    <p:sldId id="297" r:id="rId73"/>
    <p:sldId id="298" r:id="rId74"/>
    <p:sldId id="299" r:id="rId75"/>
    <p:sldId id="300" r:id="rId76"/>
    <p:sldId id="301" r:id="rId77"/>
    <p:sldId id="302" r:id="rId78"/>
    <p:sldId id="333" r:id="rId79"/>
    <p:sldId id="334" r:id="rId80"/>
    <p:sldId id="305" r:id="rId81"/>
    <p:sldId id="306" r:id="rId8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2342"/>
    <a:srgbClr val="028090"/>
    <a:srgbClr val="EF6C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290" autoAdjust="0"/>
    <p:restoredTop sz="94610"/>
  </p:normalViewPr>
  <p:slideViewPr>
    <p:cSldViewPr snapToGrid="0" snapToObjects="1">
      <p:cViewPr>
        <p:scale>
          <a:sx n="123" d="100"/>
          <a:sy n="123" d="100"/>
        </p:scale>
        <p:origin x="321" y="1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4799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41F65-DEF0-67E0-50AA-4FF5BE4B4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0EE4F8-A32B-2604-E5AE-E60BBEE3AC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3C692D-8DCD-6EFC-2608-B2CDBE8AB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DD270-CE1E-DCCE-5100-61CFBDD26F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720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CD8DF-1122-F4CF-5DC2-FBEF59BA2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0E2CF-35A9-F2AF-B210-C8BDC33B45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29D13-5DB4-4FED-98C5-9DDFA3F93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AF8E4-6D22-2C38-8FC5-33F163C72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522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49235-1CC6-1580-F5B7-59EECFF80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1EB109-F127-AA31-F207-41CB518CC7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EBE1DD-5FD4-CA92-5F9E-2374B8A3A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BD9FE-7FE8-5F2A-93A5-274656A321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2556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2A3DC-3E84-96AF-FF6C-A856FE9F0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F49B1-E77C-8C24-1950-5C4B5F711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9571B0-D288-C40C-1807-A36807113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8C320-5933-B7BE-2E22-C9B170EA20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7158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93080-0B70-FF76-0522-ED4BCE9B1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74B42-C0B2-B9EB-E5B8-3EC57748A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FCF86-AEAF-545A-886C-ADDC7FD16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F91D16-7177-762B-5CD7-A475AB2B43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929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E6568-FB27-7836-1377-7A96588BB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1902C-B9C0-ED78-E7FE-25C1BD89BC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D8DDCC-84D6-036F-9C81-AEE9D41CEF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1323-DDC5-1423-91F4-7E7834112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8205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F2290-1B48-9C6D-EE0D-C3A3A325F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83D3B-8513-201A-602C-4CCA017D61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21F881-B14D-91B2-AE68-3818BA0C8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A9D7E-BC37-14F7-D297-09D1D67E97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6577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C017C-EEAA-B450-BC83-78057B516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212BF0-599C-AC1F-DA99-046D1D5B7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55F237-10E4-580D-1556-F13EFDCC0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582F3-5656-E6A4-A879-00EF6FDA47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3826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6F12-4453-607B-8780-9D1E380D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A3937-3EFD-2CE0-93A5-E9A486305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5574B-C3E7-EE33-68ED-A73FE3FA6B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BEF41-9A94-1BF0-8CB7-FD160D625F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0771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81AB4-CD8F-EFEA-5FA9-63668F0DB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D1989A-7B6E-059C-E48A-8C9DB6A1C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9473A8-DEBC-9BD3-6705-7AC83310D4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E99D1-A0C5-E8B5-CF88-AA39E818A8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8637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B6B6F-213E-CD18-6981-958545E5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0D8E43-B13B-AFB5-4E2F-753FB3E47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42144-E4BA-5659-40DA-0EABE10245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98FAB-646D-25D9-F1CE-162F760DBB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139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8475B-D443-B850-19C7-6467DBACF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47B7F4-1996-C7DB-D49A-71D7F66F3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94C952-9C99-7219-5EE5-4297BBF50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2C854-FD54-854B-A8F5-56058207CF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3612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85ABD-ABAD-65D2-121A-D1F81040F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5A9FFC-18F6-41BD-4CD3-FADD79AB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AE19A1-1A5E-EAFA-4EF5-F6A5B3C36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EA0D9-531B-8460-F36E-F9289CF6B4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602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8A46-8469-579A-5AE3-FA6ACAA8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9839F1-AC5D-0561-A023-EDC770350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217896-BB8A-C38A-E45A-90824E2E73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0FDEA-190C-F47B-7376-5C0E1733C2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887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23D7A-378C-A19F-EBF7-2F366DD51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BEF8BB-5404-798E-9AA8-70201D478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D580E-5B24-ABCB-861E-B1AC71D79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DBAEB-72C8-1168-6092-DC7C26BC4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9622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F03A8-6DCF-6792-0B18-0C85BF1E2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FB469-40A7-3515-AE15-17A9C40451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5D5FB-0F62-A12D-3D1B-19B12182F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85E6F-3DB0-DCC9-2F9A-4C8439B6F1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2581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DE850-A063-CD3B-1244-A72E6DC9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C38A48-F0F3-D703-70CB-9C3362B46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B3BE8C-7B3D-30E7-E764-05CA98731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16932-F7E2-4872-EA1C-6055610CBB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9760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2144A-BEF4-9C9C-9FDD-B23286715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9EE07-CD06-7D47-FA70-0437EE094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F28FBF-225D-C13F-EE1E-B155D7AF4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2AD03D-E530-16BF-00FC-C57F64D4B7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740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D152-1460-9921-CF37-67901A31E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13EA09-36C5-B661-9838-0AAFFC796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7B32FE-68BC-D937-4FB3-425298040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F15F5-EF60-81E7-771D-17E7DC4994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8959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37B5B-83A2-B2C8-D8E3-0815D68F9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D93CD-E293-DFAC-FFDB-56F9746D2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8E22A-6E00-C8A1-091E-6AEC38AAD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67F520-9708-984C-A259-5CB67ED77B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5470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3DB2A-F0E4-852D-FE5D-BE8BD568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C115C-E63B-F55A-9FAE-70E4A24D9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DDD9-D9FD-6A29-D57D-CEABB8609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90928-047A-1A85-7E9F-6268A9DFB1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797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06366-DA56-BD4F-9CD2-70C2ACC9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BCA574-335B-7D9C-480C-5E944CDDB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FC33-4575-375A-DD51-719A06800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68D4D-D8B5-E5BF-D16E-4F0165D7C2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70636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05773-0A2D-8BC1-9AE5-9C2C4AA7F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9E7B1-5346-A412-7170-72C3D0E1A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100FB-DF2F-975E-41C5-8BCD95271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B58CB-E2E7-2117-7652-C21B2A83A3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08336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E2FEE-01BD-8C96-74EF-6A23A9C0B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28223-8871-3BEC-486C-15110B922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1BC463-D9E9-4CD9-D719-677B165DA7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2EF65-5168-6446-306B-6922962C4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55893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66DF4-F3DC-A8B3-B768-72EF35EEA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886978-7286-1152-2194-C5817B364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195C70-12A5-B047-B227-55877DAA7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FFE56-0BC0-E8FC-D0D7-1F3AFAAFEE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9777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90218-39BC-5111-518C-A0DCCEAE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580F-350C-FB40-F2CB-A8F8CE121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078B5-0910-A269-CB3C-229B50BA8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FEE6F9-5F7E-18AB-40EC-2CD94B78B2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677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8DC8A-FAF3-69A4-DDF0-2D66B7A13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A0DA7C-9FC5-7A78-2345-705691743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32F6C-7474-AEA7-4E0A-E7C7247925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BF734-4E00-52E2-CCAD-6DB68DD9C3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95139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C0424-5701-E1AC-4BFA-3E70788D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215E96-171A-80E4-1980-DA3C341E1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ADB6DE-737F-4D1E-AC9C-74022383E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33120-E6D9-598F-CC5B-153FAF14C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12248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A6E88-6071-093A-D8C5-DDE0919C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8915AE-46BA-4776-D77D-31222B2FB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24F048-674D-5062-3964-419472B00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545FF9-71C9-0C10-31A9-FBBA30C9E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5686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1BF8-6AB7-E165-83C7-813F34FA3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321A6C-784D-9D6E-0D1C-B51E236C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AB2179-088A-7C93-BD81-FD4D31B15A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A51E0-7A58-D528-5D39-E6BF048C0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46610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67CE-0802-4CF4-2F0A-1C6303787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11F35-344D-3FCA-A559-B266DDDA3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16B0A-6E22-4DEC-6287-3ABE962C8B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3D042-0013-9CC9-283D-58E1573D79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3734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388E1-BC3D-0A3D-03F4-0993D14B3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88CF5-5EE0-57D7-688D-3BD2FC8EE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9D12A-8020-F16E-B2B0-899F8948FF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CBD7F-56EE-6FBF-659C-EABC074DAA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23925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510BB-6B04-0995-834C-74B288CB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28FA17-BEBA-7AFB-3986-54668A840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22B07-1614-0F22-A325-F65FC89B1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F7EDC-BB5A-34BB-8E5C-A12D2EA287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21967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AB1B-17B3-E751-A0F8-512A8FFD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68786-D58A-355E-DFE1-5D0C2ADB7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19FC06-29BE-5172-C34F-4A11CF638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60C0D-3C1A-3D1A-BE03-56A400CC16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1650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4A157-80AE-83ED-B447-48764391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B4FBD-C91E-FB43-3B9E-D9FD6F1C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D33129-33A2-4164-C265-5CF997255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E177-245B-9A57-F772-0FD25EB0D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96188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28319-5B49-6A14-1FC3-8B11EB8AC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60BA1-13BD-BA7A-E786-55D36E074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0F3FD1-B716-886A-8E94-4C8DBAB10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31950-8BBD-95A2-7675-613AF211DD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9329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63C26-26B3-D425-E2AD-599B23536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302F0A-6498-C3ED-35E4-AA250CDAF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F995D-B5D6-3B9B-15ED-BE37B2F1D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21963-8D23-9F44-56BF-278FAB8B05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5241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A8B3A-B661-FDF9-1006-C17CB6D7E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908F67-6DDB-0A36-7986-FC8E876359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7DE77-B541-DAC8-B38A-66AF1685E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98267-4705-EB3C-DC8B-FECBE2397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96326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Hello, everyone!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1406007"/>
            <a:ext cx="8229600" cy="17719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 name is </a:t>
            </a:r>
            <a:r>
              <a:rPr lang="en-US" sz="8000" b="1" u="sng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Brandon</a:t>
            </a:r>
            <a:endParaRPr lang="en-US" sz="8000" b="1" u="sng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F611A-499B-DF58-501E-E6F383F90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5B1330-87F7-C45F-7FA0-10BC4F53010A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F76E7F9-D4B6-A111-9E80-6421D42E6CD1}"/>
              </a:ext>
            </a:extLst>
          </p:cNvPr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6DEF01-A933-1C6E-C287-CEB6550D9B15}"/>
              </a:ext>
            </a:extLst>
          </p:cNvPr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3BAD528-CA64-0392-4C7B-9C43BBF34524}"/>
              </a:ext>
            </a:extLst>
          </p:cNvPr>
          <p:cNvSpPr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I’m From…</a:t>
            </a:r>
            <a:endParaRPr lang="en-US" sz="6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F215DA0-A895-C63E-90B1-01F36D424AA1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EEAE4"/>
                </a:solidFill>
                <a:latin typeface="Arial" pitchFamily="34" charset="0"/>
                <a:cs typeface="Arial" pitchFamily="34" charset="-120"/>
              </a:rPr>
              <a:t>Where am I from?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902087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129281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205418" cy="9643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353451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AMERICA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1026" name="Picture 2" descr=" ">
            <a:extLst>
              <a:ext uri="{FF2B5EF4-FFF2-40B4-BE49-F238E27FC236}">
                <a16:creationId xmlns:a16="http://schemas.microsoft.com/office/drawing/2014/main" id="{C5AB8CFD-05D8-6E02-002B-7DAA988D6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3741" y="301380"/>
            <a:ext cx="5116517" cy="26941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2028C3-DB2C-0CC9-2DA1-32025F14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878DA4E-038E-7538-9D62-D9A53C34292E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7E9DDEE-E053-6518-1DBA-2FAB19275C26}"/>
              </a:ext>
            </a:extLst>
          </p:cNvPr>
          <p:cNvSpPr/>
          <p:nvPr/>
        </p:nvSpPr>
        <p:spPr>
          <a:xfrm>
            <a:off x="0" y="3129281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FB06268-7B00-6BE6-38E7-D5704DB14045}"/>
              </a:ext>
            </a:extLst>
          </p:cNvPr>
          <p:cNvSpPr/>
          <p:nvPr/>
        </p:nvSpPr>
        <p:spPr>
          <a:xfrm>
            <a:off x="274320" y="274320"/>
            <a:ext cx="1205418" cy="9643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8A80E8-529D-4E20-8112-C07EEAC22D8D}"/>
              </a:ext>
            </a:extLst>
          </p:cNvPr>
          <p:cNvSpPr/>
          <p:nvPr/>
        </p:nvSpPr>
        <p:spPr>
          <a:xfrm>
            <a:off x="0" y="353451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AMERICA</a:t>
            </a:r>
            <a:endParaRPr lang="en-US" sz="4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A2E5B75-68B5-0DE1-BA35-DF8984EA2CFF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D358BE4-7DB3-8377-2AE7-90CD7B1AD6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9718" y="-87435"/>
            <a:ext cx="5204563" cy="3356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1605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C3569-1016-4BB5-8ED9-8A7D523EC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362AC12-5412-FE44-32B6-EF59EBB0803F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F45D9A-1CA7-D07D-D256-75564979006E}"/>
              </a:ext>
            </a:extLst>
          </p:cNvPr>
          <p:cNvSpPr/>
          <p:nvPr/>
        </p:nvSpPr>
        <p:spPr>
          <a:xfrm>
            <a:off x="0" y="3129281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35E1A3E-F544-9C3B-4ACD-4B626E3321F3}"/>
              </a:ext>
            </a:extLst>
          </p:cNvPr>
          <p:cNvSpPr/>
          <p:nvPr/>
        </p:nvSpPr>
        <p:spPr>
          <a:xfrm>
            <a:off x="274320" y="274320"/>
            <a:ext cx="1205418" cy="9643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A2467A-052C-AD7B-1F21-C1DED4341F66}"/>
              </a:ext>
            </a:extLst>
          </p:cNvPr>
          <p:cNvSpPr/>
          <p:nvPr/>
        </p:nvSpPr>
        <p:spPr>
          <a:xfrm>
            <a:off x="0" y="353451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ANGELES, CALIFORNIA</a:t>
            </a:r>
            <a:endParaRPr lang="en-US" sz="4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AE656DE-2494-7947-7267-D8AEF7CC9711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7" name="Picture 2" descr="Angeles Cartoon Los Skyline Stock Illustrations – 230 Angeles Cartoon ...">
            <a:extLst>
              <a:ext uri="{FF2B5EF4-FFF2-40B4-BE49-F238E27FC236}">
                <a16:creationId xmlns:a16="http://schemas.microsoft.com/office/drawing/2014/main" id="{4E7A1109-C325-812A-FE57-441F12DBD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2286" y="274320"/>
            <a:ext cx="2639428" cy="263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21792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CA3E6C-1BB7-1600-1880-358EFE75D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387EFA-7C39-3A5B-5A5F-67F31BDCBAF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81B92FE-8B22-794C-75AC-AC5C362C3634}"/>
              </a:ext>
            </a:extLst>
          </p:cNvPr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918500E-F580-EBB5-EA98-63E42034FD88}"/>
              </a:ext>
            </a:extLst>
          </p:cNvPr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000000"/>
                </a:solidFill>
              </a:rPr>
              <a:t>🐾</a:t>
            </a: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45924D1-8D49-8DE4-E195-3A1FC440FE2D}"/>
              </a:ext>
            </a:extLst>
          </p:cNvPr>
          <p:cNvSpPr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 Pets 🐾</a:t>
            </a:r>
            <a:endParaRPr lang="en-US" sz="4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707CB1C-F237-2D94-4DAC-A007DB3E0016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cats and 4 dogs!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21966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Meet my animals! 🐾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2834640"/>
            <a:ext cx="4023360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283464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2 cats</a:t>
            </a: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They are calm and fluffy!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2834640"/>
            <a:ext cx="4206240" cy="10972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0" y="283464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4 dogs</a:t>
            </a: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Loud and very energetic!</a:t>
            </a:r>
            <a:endParaRPr lang="en-US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11F9CEF-B0B9-9DF1-401A-23FA5E652F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90536" y="758952"/>
            <a:ext cx="1795464" cy="1856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553094-4172-56BE-F60D-A07B4C57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758952"/>
            <a:ext cx="1771024" cy="18316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F30E9A-808D-6251-32D1-CF5BBC893C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7273" y="375266"/>
            <a:ext cx="3315694" cy="2585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B09AB-0712-8601-ADF1-69405824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336C55-BB1D-E90F-1B3C-AF9F94871E6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9495FEF-9391-6EE9-5B58-AC456D4FE561}"/>
              </a:ext>
            </a:extLst>
          </p:cNvPr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8948AF1-4599-518E-1AC1-A8005B1F570D}"/>
              </a:ext>
            </a:extLst>
          </p:cNvPr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9710CCA-5D3E-C639-34D0-0B79E720EFBB}"/>
              </a:ext>
            </a:extLst>
          </p:cNvPr>
          <p:cNvSpPr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 Favorite Color</a:t>
            </a:r>
            <a:endParaRPr lang="en-US" sz="4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79011C9-C838-B110-974C-CAF97A6E38E5}"/>
              </a:ext>
            </a:extLst>
          </p:cNvPr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Brandon’s favorite color?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54113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04E44-6A5A-5544-1AD2-72CD7842F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01775A-AF9A-0908-6B42-81AD231672FC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04FFDC-75D9-C49A-584A-A480B08891B7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 favorite color is…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9F4D9EF-35F1-81F1-994E-1A4B8C517442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72723EB8-90FF-C9F2-DA7B-D050EF524041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Black</a:t>
            </a:r>
            <a:endParaRPr lang="en-US" sz="6000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0CF3EB6-4D56-1F24-2178-DA85ECBD3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7093" y="434144"/>
            <a:ext cx="3329814" cy="3329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7964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590262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1635982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or False?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0" y="2596102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</a:t>
            </a:r>
            <a:r>
              <a:rPr lang="en-US" sz="20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TRUE · </a:t>
            </a:r>
            <a:r>
              <a:rPr lang="en-US" sz="2000" b="1" dirty="0"/>
              <a:t>❌</a:t>
            </a:r>
            <a:r>
              <a:rPr lang="en-US" sz="20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FALSE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 or  FALSE? 🧐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594360"/>
            <a:ext cx="8412480" cy="1371600"/>
          </a:xfrm>
          <a:prstGeom prst="rect">
            <a:avLst/>
          </a:prstGeom>
          <a:solidFill>
            <a:srgbClr val="D6EEF5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"Brandon speaks Spanish."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⭕  TRUE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029200" y="2194560"/>
            <a:ext cx="3657600" cy="1645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❌  FALSE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TRUE!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 or  FALSE? 🧐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594360"/>
            <a:ext cx="8412480" cy="1371600"/>
          </a:xfrm>
          <a:prstGeom prst="rect">
            <a:avLst/>
          </a:prstGeom>
          <a:solidFill>
            <a:srgbClr val="D6EEF5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"Brandon likes cold weather."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⭕  TRUE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029200" y="2194560"/>
            <a:ext cx="3657600" cy="1645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❌  FALSE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800" b="1" dirty="0"/>
              <a:t>❌ </a:t>
            </a: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FALSE!</a:t>
            </a:r>
            <a:endParaRPr lang="en-US" sz="5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 or  FALSE? 🧐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594360"/>
            <a:ext cx="8412480" cy="1371600"/>
          </a:xfrm>
          <a:prstGeom prst="rect">
            <a:avLst/>
          </a:prstGeom>
          <a:solidFill>
            <a:srgbClr val="D6EEF5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"Brandon has more cats than dogs."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⭕  TRUE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029200" y="2194560"/>
            <a:ext cx="3657600" cy="1645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❌  FALSE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FDBA4E-A889-137E-7C19-E902F3C0A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568D7D4-EBD0-47F8-E6F5-D3BAF783D896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EFCF93B-D27A-72FE-B331-6C256165B047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❌  FALSE!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19483488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 or  FALSE? 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594360"/>
            <a:ext cx="8412480" cy="1371600"/>
          </a:xfrm>
          <a:prstGeom prst="rect">
            <a:avLst/>
          </a:prstGeom>
          <a:solidFill>
            <a:srgbClr val="D6EEF5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"Brandon is from Los Angeles."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⭕  TRUE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029200" y="2194560"/>
            <a:ext cx="3657600" cy="1645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21945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❌  FALSE</a:t>
            </a:r>
            <a:endParaRPr lang="en-US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BD9CA-F539-622B-7C86-A0E7571E1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792FDD-CF43-8427-BBF5-D4DFF8A5BD34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742158-D42B-1A78-BC40-E82C643676E4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TRUE!</a:t>
            </a:r>
            <a:endParaRPr lang="en-US" sz="5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8E44DE6-7716-8CDC-822E-18901DF32CF2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993747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2351598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Food</a:t>
            </a:r>
          </a:p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Likes &amp; Dislikes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LIKE…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PIZZA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Cheesy and delicious!</a:t>
            </a:r>
            <a:endParaRPr lang="en-US" sz="2400" dirty="0"/>
          </a:p>
        </p:txBody>
      </p:sp>
      <p:pic>
        <p:nvPicPr>
          <p:cNvPr id="28" name="Picture 27" descr="宅配ピザのイラスト（閉じた状態）">
            <a:extLst>
              <a:ext uri="{FF2B5EF4-FFF2-40B4-BE49-F238E27FC236}">
                <a16:creationId xmlns:a16="http://schemas.microsoft.com/office/drawing/2014/main" id="{7EFBE30E-3743-ED83-58D2-377FDD755C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2362" y="595891"/>
            <a:ext cx="3719276" cy="3059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BB747-0FFD-48EC-ABEA-72388DC7A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696D98-0049-66FF-442A-43A22EF804C4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FC182CC-0309-F719-9B1D-168AE1B7C3C5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LIKE…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409F19A-35D2-7678-733B-F2C356615312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A6D804-93DB-11F2-A49D-C173C91C45B7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85DF48-E95B-D1E4-6A31-4E2427C0B361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HAMBURGER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A46EFA-571F-CC89-8600-258DCC9B903C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i="1" dirty="0">
                <a:solidFill>
                  <a:srgbClr val="64748B"/>
                </a:solidFill>
              </a:rPr>
              <a:t>An American classic!</a:t>
            </a:r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3E63A5-048F-9A15-DCFF-A5E3478011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8015" y="552868"/>
            <a:ext cx="2867970" cy="302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72202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3FE04-7F3B-9B0E-C38D-FDF572385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408170-17B9-3005-C7FB-3B5F77866387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B1E3DF-B242-7D2E-D65F-649F2BD48542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don't like... 🙅</a:t>
            </a:r>
            <a:endParaRPr lang="en-US" sz="1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5C227D6-1F07-6723-7E98-826BFA8762CD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B0D0FB-68DB-76D6-9756-781FDB32207E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9D0629A-182D-8E34-0C50-919FC1E9D04A}"/>
              </a:ext>
            </a:extLst>
          </p:cNvPr>
          <p:cNvSpPr/>
          <p:nvPr/>
        </p:nvSpPr>
        <p:spPr>
          <a:xfrm>
            <a:off x="2223122" y="3365987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</a:rPr>
              <a:t>EGGPLANT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C694E87-641B-0681-D2DA-1D63595C471B}"/>
              </a:ext>
            </a:extLst>
          </p:cNvPr>
          <p:cNvSpPr/>
          <p:nvPr/>
        </p:nvSpPr>
        <p:spPr>
          <a:xfrm>
            <a:off x="2223122" y="4169440"/>
            <a:ext cx="4697756" cy="8094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I don’t like the taste!</a:t>
            </a:r>
            <a:endParaRPr lang="en-US" sz="24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8708983-404E-2EB5-0052-D962DF8603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9691" y="531789"/>
            <a:ext cx="2744617" cy="30462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15138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30B7D-0127-D1AE-F519-D6D04EDDF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F7B3D7-868E-931B-D596-F2C824F8E286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89ACA44-D3AB-2CDE-4258-1514F9658F9B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LIKE…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F65D160-31EA-D5BB-89FD-E784DBF74ADA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9B0A9EF-32CE-78AE-B839-35B981C895D8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D340E4-FFC2-41D0-B9D1-19A5C4881973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SUSHI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FFE8AE0-D181-B9B8-2D5E-8EF395661524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Many types of fish!</a:t>
            </a:r>
            <a:endParaRPr lang="en-US" sz="2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63336E-6C2E-DE05-E4EF-72F2A4AF68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977" y="540661"/>
            <a:ext cx="4716044" cy="298079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403503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DA3C5-5785-40D0-4369-1E80D3D15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1563E2-9036-3536-AB56-97D1FC6865C1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C90C1EF-F750-3823-C285-C5285E3B8750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LIKE…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24A495-8EC5-7B02-03AB-05B0716C5556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1FED633-A89D-EE17-0EA2-24FFB5FF7B79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B81FEA-467E-6797-BD55-625A0FD08FF2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RAMEN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FA3C53-B7EF-5253-66A8-C45678A180F3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One Tonkatsu Ramen, please!</a:t>
            </a:r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FBF707-11AB-8E3E-A3D4-D8B89D137D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968" y="605317"/>
            <a:ext cx="2956062" cy="28832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17743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F49D-0B69-8B87-F90C-EAB074FE2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AF8454-E0A8-0DDA-C20C-1CD15AB2D12B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36B6628-388D-336D-9768-8353089C246E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don't like...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A7C2CC-AE22-1352-6C14-B142BD8FA528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6302F1F-3638-44AA-CDFD-AFAEA6535A5F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2AE425A-F09B-076B-22E6-1327F734E352}"/>
              </a:ext>
            </a:extLst>
          </p:cNvPr>
          <p:cNvSpPr/>
          <p:nvPr/>
        </p:nvSpPr>
        <p:spPr>
          <a:xfrm>
            <a:off x="2223122" y="3365987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</a:rPr>
              <a:t>NUTS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50B08F6-56CC-F172-F779-101C0FBC4D08}"/>
              </a:ext>
            </a:extLst>
          </p:cNvPr>
          <p:cNvSpPr/>
          <p:nvPr/>
        </p:nvSpPr>
        <p:spPr>
          <a:xfrm>
            <a:off x="2223122" y="4169440"/>
            <a:ext cx="4697756" cy="8094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No, thank you!</a:t>
            </a:r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88FD7C-BE9C-94C7-C0DB-6695EA98F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3679" y="447813"/>
            <a:ext cx="3736640" cy="33573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04383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C686E-F1C7-BD27-5593-BE95BACB4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3CDD17D-CEF1-19C7-043A-75CB797BBB87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98379F-3ECD-8FC9-1E3B-0B263060C0CB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LIKE…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D3EF923-43D0-20CB-2C02-329EF1F2D0DE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0C085C-CD02-BF9A-DAD8-0C2A9D3EA39F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146B63-80D9-BEA5-7DE2-8D64D71812AA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CURRY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ACB7029-2D75-D300-E0FD-5491E0ABECFF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Spicy curry is the best!</a:t>
            </a:r>
            <a:endParaRPr lang="en-US" sz="24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BC15025-8231-33EA-59FD-671FEF4A5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2124" y="503990"/>
            <a:ext cx="4439752" cy="3070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5648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80C01-F638-EB1E-DE0D-5FD0CE510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6E7A0A-074D-3CA3-C0F7-E91BCCF047C2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369A1E-1DED-6291-C52F-4975B3299274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LIKE…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9A23885-2863-E826-5BCB-B2975F140E0C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05E78ED-56DC-EA9A-F2AB-7F2E03946FBD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1A93712-3708-96D4-F2E6-F86DF8753997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STRAWBERRIES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B1E5805-BD55-B9EB-89BE-C65D45FD2174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Fresh and sweet!</a:t>
            </a:r>
            <a:endParaRPr lang="en-US" sz="24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FC12B9E-9248-1AD6-9248-5A87E6C2C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0703" y="446037"/>
            <a:ext cx="2442595" cy="3170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9179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979D0-1F7A-3514-6789-BCBA36E35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F2463C9-0B83-E8BF-C025-5A7DA1A96723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D30F9B0-3F31-9484-0CAF-255C95F044F6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don't like...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33F2107-074F-D713-BF0F-385032A4D161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8CFBE8-48D7-451C-7EF5-8EA0FFEA2A2C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34BC220-5964-76BF-1EC8-9455B5A177A9}"/>
              </a:ext>
            </a:extLst>
          </p:cNvPr>
          <p:cNvSpPr/>
          <p:nvPr/>
        </p:nvSpPr>
        <p:spPr>
          <a:xfrm>
            <a:off x="2223122" y="3365987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</a:rPr>
              <a:t>CAKE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C686909-B5EC-0801-6EB8-398E5934BB4B}"/>
              </a:ext>
            </a:extLst>
          </p:cNvPr>
          <p:cNvSpPr/>
          <p:nvPr/>
        </p:nvSpPr>
        <p:spPr>
          <a:xfrm>
            <a:off x="2223122" y="4169440"/>
            <a:ext cx="4697756" cy="8094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It is way too sweet!</a:t>
            </a:r>
            <a:endParaRPr lang="en-US" sz="24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B72E7E95-F461-49DC-43C0-9C91AF642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020" y="611180"/>
            <a:ext cx="2834373" cy="2903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482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7246A-8B69-8510-F5BD-3AF63944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5DAE29-2C79-995A-D218-53FF2B37A3B7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6414DD7-8EF7-10F0-305E-096FD5E9A434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like... </a:t>
            </a:r>
            <a:endParaRPr lang="en-US" sz="1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E3A69C1-0D89-3037-4C3C-F00DF68E63D7}"/>
              </a:ext>
            </a:extLst>
          </p:cNvPr>
          <p:cNvSpPr/>
          <p:nvPr/>
        </p:nvSpPr>
        <p:spPr>
          <a:xfrm>
            <a:off x="1252331" y="506894"/>
            <a:ext cx="6595606" cy="4636606"/>
          </a:xfrm>
          <a:prstGeom prst="rect">
            <a:avLst/>
          </a:prstGeom>
          <a:solidFill>
            <a:srgbClr val="D6EEF5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23EE972-9A0A-5750-9CAA-2008F5E4535E}"/>
              </a:ext>
            </a:extLst>
          </p:cNvPr>
          <p:cNvSpPr/>
          <p:nvPr/>
        </p:nvSpPr>
        <p:spPr>
          <a:xfrm>
            <a:off x="1252331" y="1254565"/>
            <a:ext cx="6595606" cy="23183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EB2EFF-1ACE-CB17-3156-93D6A83DFF1B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SPICY FOOD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5FFAD72-223F-CAE4-E5CA-F3FCBCFFE242}"/>
              </a:ext>
            </a:extLst>
          </p:cNvPr>
          <p:cNvSpPr/>
          <p:nvPr/>
        </p:nvSpPr>
        <p:spPr>
          <a:xfrm>
            <a:off x="1252331" y="4153475"/>
            <a:ext cx="6595606" cy="8114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The spicier the better!</a:t>
            </a:r>
            <a:endParaRPr lang="en-US" sz="24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7FE6F91-A39D-8147-7DF9-3EF1C728A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740422"/>
            <a:ext cx="5181600" cy="2581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05936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1F59-D8B0-6864-4894-B72FD1F4B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42E6E36-90AE-AB82-6BEF-A702D9FFE8B4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8722D0F-BF4E-B991-ECAB-BB46E821FA38}"/>
              </a:ext>
            </a:extLst>
          </p:cNvPr>
          <p:cNvSpPr/>
          <p:nvPr/>
        </p:nvSpPr>
        <p:spPr>
          <a:xfrm>
            <a:off x="274320" y="54864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 don't like...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A61E393-35B9-F725-3BF0-9F8410182E97}"/>
              </a:ext>
            </a:extLst>
          </p:cNvPr>
          <p:cNvSpPr/>
          <p:nvPr/>
        </p:nvSpPr>
        <p:spPr>
          <a:xfrm>
            <a:off x="1248355" y="517830"/>
            <a:ext cx="6647288" cy="4625670"/>
          </a:xfrm>
          <a:prstGeom prst="rect">
            <a:avLst/>
          </a:prstGeom>
          <a:solidFill>
            <a:srgbClr val="FFF0EE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CB88C67-02C5-1BF0-31D2-487DF173E15E}"/>
              </a:ext>
            </a:extLst>
          </p:cNvPr>
          <p:cNvSpPr/>
          <p:nvPr/>
        </p:nvSpPr>
        <p:spPr>
          <a:xfrm>
            <a:off x="2223122" y="771427"/>
            <a:ext cx="4697756" cy="2544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5618AF-561C-DF2D-B87D-F15B738261BF}"/>
              </a:ext>
            </a:extLst>
          </p:cNvPr>
          <p:cNvSpPr/>
          <p:nvPr/>
        </p:nvSpPr>
        <p:spPr>
          <a:xfrm>
            <a:off x="2223122" y="3365987"/>
            <a:ext cx="4697756" cy="9251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F6C57"/>
                </a:solidFill>
              </a:rPr>
              <a:t>CAKE</a:t>
            </a:r>
            <a:endParaRPr lang="en-US" sz="6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FB02362-7D6E-130F-A269-6E753269511C}"/>
              </a:ext>
            </a:extLst>
          </p:cNvPr>
          <p:cNvSpPr/>
          <p:nvPr/>
        </p:nvSpPr>
        <p:spPr>
          <a:xfrm>
            <a:off x="2223122" y="4169440"/>
            <a:ext cx="4697756" cy="8094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64748B"/>
                </a:solidFill>
              </a:rPr>
              <a:t>It is way too sweet!</a:t>
            </a:r>
            <a:endParaRPr lang="en-US" sz="24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2857AE0-8521-3650-901A-A6D33C6943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020" y="611180"/>
            <a:ext cx="2834373" cy="2903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7249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QUIZ!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4008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</a:rPr>
              <a:t>Brandon does not like?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                  Pizza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                      Sushi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2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                   Nuts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             Spicy food</a:t>
            </a:r>
            <a:endParaRPr lang="en-US" sz="2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92F1495-9BBB-89D0-54E2-3832BEED28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6427" y="3465528"/>
            <a:ext cx="983973" cy="8840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Picture 15" descr="宅配ピザのイラスト（閉じた状態）">
            <a:extLst>
              <a:ext uri="{FF2B5EF4-FFF2-40B4-BE49-F238E27FC236}">
                <a16:creationId xmlns:a16="http://schemas.microsoft.com/office/drawing/2014/main" id="{28AD92C7-84C7-A3B6-3A60-CA60D40AD6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6427" y="2147803"/>
            <a:ext cx="1058638" cy="8707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BE3C905-1FBE-8CD3-C6C6-7E5BA96AF6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9388" y="2186564"/>
            <a:ext cx="1340148" cy="8470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2">
            <a:extLst>
              <a:ext uri="{FF2B5EF4-FFF2-40B4-BE49-F238E27FC236}">
                <a16:creationId xmlns:a16="http://schemas.microsoft.com/office/drawing/2014/main" id="{0C7512EB-9163-2E82-4704-970D1F6C5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9475" y="3659268"/>
            <a:ext cx="847233" cy="422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2517"/>
            <a:ext cx="9144000" cy="6650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Answer!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1506049"/>
            <a:ext cx="9144000" cy="1496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3921801"/>
            <a:ext cx="8229600" cy="8312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Nuts!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57200" y="4116246"/>
            <a:ext cx="8229600" cy="6650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09774D-8F01-C089-91E0-EA7E3C7927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3527" y="966900"/>
            <a:ext cx="3396945" cy="3052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64008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is Brandon from?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Japan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Russia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2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Mexico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America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0F6F8"/>
                </a:solidFill>
              </a:rPr>
              <a:t>Answer: C — Spanish! 🇪🇸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CCCCCC"/>
                </a:solidFill>
              </a:rPr>
              <a:t>[irasutoya: search "quiz teacher" on irasutoya.com and paste image here]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91440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3522428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America!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199" y="4395811"/>
            <a:ext cx="8229600" cy="604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EEAE4"/>
                </a:solidFill>
              </a:rPr>
              <a:t>Brandon lived in California!</a:t>
            </a:r>
            <a:endParaRPr lang="en-US" sz="1800" dirty="0"/>
          </a:p>
        </p:txBody>
      </p:sp>
      <p:pic>
        <p:nvPicPr>
          <p:cNvPr id="6" name="Picture 2" descr=" ">
            <a:extLst>
              <a:ext uri="{FF2B5EF4-FFF2-40B4-BE49-F238E27FC236}">
                <a16:creationId xmlns:a16="http://schemas.microsoft.com/office/drawing/2014/main" id="{8AFD656E-EDA0-DEA9-AAA1-23EC192A1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7735" y="1207119"/>
            <a:ext cx="4228528" cy="222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45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64008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Brandon has __ cats and __ dogs.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1 cat, 3 dogs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0" y="210312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2 cats, 4 dogs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A23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3 cats, 4 dogs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solidFill>
            <a:srgbClr val="2DC653"/>
          </a:solidFill>
          <a:ln w="12700">
            <a:solidFill>
              <a:srgbClr val="2DC6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3832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3 cats, 4 dogs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Answer!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91440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3692435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cats + 4 dogs!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317276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EEAE4"/>
                </a:solidFill>
              </a:rPr>
              <a:t>That's 6 animals in total! Brandon's house is very busy!</a:t>
            </a:r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65E80F-EEEE-9E97-06E6-A7605F9F30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90536" y="1466524"/>
            <a:ext cx="1795464" cy="1856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40CCC3-83BE-8730-16E9-2E38698D19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1466524"/>
            <a:ext cx="1771024" cy="183163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2474D3-D8A7-0FF0-5C29-EF0C0F799F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7273" y="1061068"/>
            <a:ext cx="3315694" cy="2585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figure it out before Hint 3? 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1:  It is in the United States 🇺🇸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2:  ?  ?  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3:  ?  ?  ?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1:  It is in the United States 🇺🇸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2:  It is famous for movies and sunshine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3:  ?  ?  ?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9733-0CC8-C841-3D75-4A0ADAF5B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22FC36-E58A-008A-8D5B-E933F1A8474D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F84B6A-DDF7-DF16-E0BC-D41F255CC5A6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8E5E5E6-A41A-0277-B062-68DBAB79DFBD}"/>
              </a:ext>
            </a:extLst>
          </p:cNvPr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522E0F6-7A69-6287-17F1-BF9B9D64FDE6}"/>
              </a:ext>
            </a:extLst>
          </p:cNvPr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E790118-F2E8-00B5-FD93-C2CD6EC53B28}"/>
              </a:ext>
            </a:extLst>
          </p:cNvPr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Hint 1:  It is in the United States 🇺🇸</a:t>
            </a:r>
            <a:endParaRPr lang="en-US" sz="2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DA9401B-38CE-6959-AEF6-69F423CBF4D4}"/>
              </a:ext>
            </a:extLst>
          </p:cNvPr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D502BEA-CD44-D4B1-4A47-EB09DCC10D83}"/>
              </a:ext>
            </a:extLst>
          </p:cNvPr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Hint 2:  It is famous for movies and sunshine</a:t>
            </a:r>
            <a:endParaRPr lang="en-US" sz="2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F6B8D25-2F19-CE9D-91B2-74C223EC8065}"/>
              </a:ext>
            </a:extLst>
          </p:cNvPr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2CA9364-D139-DCAE-A125-150C35119DCD}"/>
              </a:ext>
            </a:extLst>
          </p:cNvPr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Hint 3:  A city Brandon lived in!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2090171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ngeles Cartoon Los Skyline Stock Illustrations – 230 Angeles Cartoon ...">
            <a:extLst>
              <a:ext uri="{FF2B5EF4-FFF2-40B4-BE49-F238E27FC236}">
                <a16:creationId xmlns:a16="http://schemas.microsoft.com/office/drawing/2014/main" id="{B7B404DC-EFAB-8ED4-35D8-D5ABD1A3F3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2286" y="1252036"/>
            <a:ext cx="2639428" cy="263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0"/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Answer!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91440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39547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ANGELES!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D8AF7-28B2-F18D-B1DE-0848BAFEE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B047D5-5876-D04B-B131-42E0034C514A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609EB6-91B7-B4B5-22A0-3150EE8F5160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0DB6D2C-4A17-1BCE-270A-6E47703EF964}"/>
              </a:ext>
            </a:extLst>
          </p:cNvPr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800741-1F26-D1CA-46CB-000F6F7742A5}"/>
              </a:ext>
            </a:extLst>
          </p:cNvPr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60896C3-99E9-6A78-42BA-82A6863567B0}"/>
              </a:ext>
            </a:extLst>
          </p:cNvPr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1:  You can paint.</a:t>
            </a:r>
            <a:endParaRPr lang="en-US" sz="2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1F09C4D-F472-7EDA-BEF8-140D46336850}"/>
              </a:ext>
            </a:extLst>
          </p:cNvPr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194F89B-82FD-7DE9-1928-9A622EE8B60D}"/>
              </a:ext>
            </a:extLst>
          </p:cNvPr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2:  ?  ?  ?</a:t>
            </a:r>
            <a:endParaRPr lang="en-US" sz="2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3E69C50-CF67-819A-81B8-69D1FAFEE2FC}"/>
              </a:ext>
            </a:extLst>
          </p:cNvPr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88E04DD-1C51-A1A2-4E1B-672D3EAECCCA}"/>
              </a:ext>
            </a:extLst>
          </p:cNvPr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3:  ?  ?  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19259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78428-13CA-9467-5B7E-C6BD746E8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1A5A0CE-BBD2-5FD7-C6B7-746B548CD430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9509E33-064F-7257-6640-79B977E79B35}"/>
              </a:ext>
            </a:extLst>
          </p:cNvPr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C539CA-3A8B-911C-3CB8-1B4F06A1F8AF}"/>
              </a:ext>
            </a:extLst>
          </p:cNvPr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A0942CD-89A4-DD49-1EBA-AD267FD2E198}"/>
              </a:ext>
            </a:extLst>
          </p:cNvPr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4011942-23A8-64ED-66FE-8B16030759CB}"/>
              </a:ext>
            </a:extLst>
          </p:cNvPr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1:  You can paint.</a:t>
            </a:r>
            <a:endParaRPr lang="en-US" sz="2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E9CF43B-76AA-728E-76BF-3929E630BC7E}"/>
              </a:ext>
            </a:extLst>
          </p:cNvPr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75F5892-372B-C75C-8603-8C89282879D7}"/>
              </a:ext>
            </a:extLst>
          </p:cNvPr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2:  You can craft.</a:t>
            </a:r>
            <a:endParaRPr lang="en-US" sz="24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433BAE4-474A-C013-A111-7E0F05D9391D}"/>
              </a:ext>
            </a:extLst>
          </p:cNvPr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31462FE-EDF1-E676-923F-08E2E373D028}"/>
              </a:ext>
            </a:extLst>
          </p:cNvPr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3:  ?  ?  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622889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Hint 1:  You can paint.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Hint 2:  You can craft.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Hint 3:  Brandon likes to draw!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73DFBC-206F-3830-00EF-B6A5ED24A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A91412F-3ADA-C40A-74AA-1B55C901597F}"/>
              </a:ext>
            </a:extLst>
          </p:cNvPr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Answer!</a:t>
            </a:r>
            <a:endParaRPr lang="en-US" sz="6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6B15FB2-5A76-C033-169A-99AB7F498321}"/>
              </a:ext>
            </a:extLst>
          </p:cNvPr>
          <p:cNvSpPr/>
          <p:nvPr/>
        </p:nvSpPr>
        <p:spPr>
          <a:xfrm>
            <a:off x="0" y="91440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3F5D7C-848C-F7B9-5E8F-BAB1E89E1339}"/>
              </a:ext>
            </a:extLst>
          </p:cNvPr>
          <p:cNvSpPr/>
          <p:nvPr/>
        </p:nvSpPr>
        <p:spPr>
          <a:xfrm>
            <a:off x="457200" y="39547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ART AND CRAFTS!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3F6947-3F17-15F9-8A33-8B4B97205B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715" y="1115405"/>
            <a:ext cx="3786570" cy="291269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81161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1:  You need water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2:  ?  ?  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3:  ?  ?  ?</a:t>
            </a:r>
            <a:endParaRPr lang="en-US" sz="2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1:  You need water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2:  You use your whole body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3:  ?  ?  ?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Hint 1:  You need water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Hint 2:  You use your whole body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Hint 3:  Brandon can do this well. It's also a great exercise!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225841" y="914400"/>
            <a:ext cx="469231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3991556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SWIMMING</a:t>
            </a:r>
            <a:endParaRPr lang="en-US" sz="400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9DEA15FE-58E8-10ED-6B4A-216A66A123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5059" y="974896"/>
            <a:ext cx="3912294" cy="3193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1:  It comes from Japan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2:  ?  ?  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3:  ?  ?  ?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Hint 1:  It comes from Japan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Hint 2:  It has noodles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AAAAAA"/>
                </a:solidFill>
              </a:rPr>
              <a:t>Hint 3:  ?  ?  ?</a:t>
            </a:r>
            <a:endParaRPr lang="en-US" sz="2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6EE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Hints Quiz!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it?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Hint 1:  It comes from Japan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Hint 2:  It has noodles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Hint 3:  Brandon likes to eat it!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D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91440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3880236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Ramen!</a:t>
            </a:r>
            <a:endParaRPr lang="en-US" sz="5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DCCA13-A51F-B879-2161-A7FEBF8748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968" y="1153958"/>
            <a:ext cx="2956062" cy="2883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2353586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Like or Dislike!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0" y="30175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BE2FD-1F6D-9AB6-EFBC-C5786A8A8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57DE68-011D-8F77-C4EC-513E85ED90C6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99C1E1-E26C-729F-1545-51AAFFCD0034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1EBB888-0B22-76D3-55A7-66DE06CC6EBA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CCAC6794-0404-AAA9-B6A5-C7677435C34B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PUZZLES</a:t>
            </a:r>
            <a:endParaRPr lang="en-US" sz="6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8B689F0-5435-544B-40C2-887D86ECD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628" y="531160"/>
            <a:ext cx="3508742" cy="31278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485981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5FB72C-7469-91CD-6C65-16856071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B5DA433-7D59-9C74-5D55-662025D263CE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1A74BA-F1E0-3040-A64C-6355B151D42B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LIKE!</a:t>
            </a:r>
            <a:endParaRPr lang="en-US" sz="5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462754C-A8C5-932D-457A-76842F69DBF8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215890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878EF-F989-3A2C-3499-289EF452A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BF3C79E-17B2-9B56-6045-A791B262CECE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ACAF15-0B84-8B3A-B558-BE444EABA26F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FD7F755-F9F1-7FE3-56E7-2FD945192195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3C916905-3999-7EB5-D29D-2E77EB028C88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VOLLEYBALL</a:t>
            </a:r>
            <a:endParaRPr lang="en-US" sz="6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7F49B7-FC70-9DC0-63CE-E16D179DE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4709" y="628818"/>
            <a:ext cx="2552995" cy="2903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12199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3E1D54-BCB3-538C-0B45-2A7C5B73E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4954AC-8FF7-2396-5777-3FD1DE81FD69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9C8D9E-6AB7-E679-BF3B-D1D075CC54CA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❌  DISLIKE!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263803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9A7555-816E-A980-F1BE-0B4997C0C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9AD221-DF1D-D248-9CAE-CD1364CCED7C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F8C2918-E8F4-BFAE-BCBB-2409AA604CD0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7914682-0BF3-316C-45F8-DB6FC490072F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1832E6C2-1ACF-D318-2BA0-9C7998265C77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PENGUINS</a:t>
            </a:r>
            <a:endParaRPr lang="en-US" sz="6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6B81A0-F3A5-164D-0847-4D882E50FC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2092" y="720288"/>
            <a:ext cx="2019815" cy="28177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0438860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FA3FC1-54F3-1565-0F34-C1F7E8E6F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2DF463-28D2-BA54-5B6E-FFA0995F377E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A9FCD17-79FA-C597-06CD-6E750652CB01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LIKE!</a:t>
            </a:r>
            <a:endParaRPr lang="en-US" sz="5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A2560A9-DA59-9476-3D28-DD2C0B76F771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0494104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3DF6C-6EF5-527B-39EC-88C6EC287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5AA111-BE31-B109-B041-86B4BDA36D9B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CD4A656-0DDD-3FF5-2A68-36FEBE6D4191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739796B-AC90-C745-441F-CB8DC166B57E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3309E3E7-B5AD-80D1-ACA3-B0E529032E37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SNAKES</a:t>
            </a:r>
            <a:endParaRPr lang="en-US" sz="6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E57F251-1DD5-19FF-672B-1A063664F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451" y="730959"/>
            <a:ext cx="2903371" cy="2903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46446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B0E7EE-646E-8FC6-4DCE-2208AA48C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AAA4C6-65CC-6EAB-50F9-27E791C5321B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2DFFA5E-4D68-7B61-3576-65BA9F5247E5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LIKE!</a:t>
            </a:r>
            <a:endParaRPr lang="en-US" sz="5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BA64CB8-BC3E-D52D-BC04-C2C85BA936D1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505133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424F2-B4A9-E896-3BD2-61F91676E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9387ED-62E7-8565-D6E3-F164F4E2699C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BE3AE7-D9F0-01B7-86A5-1C870B3B8867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ACD67B0-98D8-D4AF-C992-3518A2D60EE2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0DE9049-80EF-668A-E892-35DC735033AD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MOUSE</a:t>
            </a:r>
            <a:endParaRPr lang="en-US" sz="6000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56FD9D2-5F83-2698-24FC-010BAC3E0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1073" y="444738"/>
            <a:ext cx="3500266" cy="3193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28971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D5C45D-B4D4-D3AC-2455-B09A7521D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A1BDDD-BACD-4819-DFD6-D75DC06771E8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DA60AD-C322-65BB-822C-FEF13015B5B9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❌  DISLIKE!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300440356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FB5F7F-7141-C699-7A54-CE38DDE98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EA7A08-47BB-326D-843F-A48CDD7F3A57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AB64C31-6C87-B859-DACB-64F7245A7F92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4D698FC-C2E4-1E15-980C-8819B93E2E59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092D3A84-5F2B-959E-D06F-B1E2329BDA4F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F1 RACE</a:t>
            </a:r>
            <a:endParaRPr lang="en-US" sz="6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10FC4DC-3102-B565-8B8F-29F81193D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444" y="173186"/>
            <a:ext cx="4311113" cy="3513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85401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2ADA61-AEC1-08B6-B441-D09F119B8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8221E67-C807-B59E-F5C6-3E7FB79423AC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C332180-FF00-7AA3-0CC3-AA69EE4E0E12}"/>
              </a:ext>
            </a:extLst>
          </p:cNvPr>
          <p:cNvSpPr/>
          <p:nvPr/>
        </p:nvSpPr>
        <p:spPr>
          <a:xfrm>
            <a:off x="914400" y="1558455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⭕  LIKE!</a:t>
            </a:r>
            <a:endParaRPr lang="en-US" sz="5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3060B93-61AE-FF66-C9A0-8B9B064405C6}"/>
              </a:ext>
            </a:extLst>
          </p:cNvPr>
          <p:cNvSpPr/>
          <p:nvPr/>
        </p:nvSpPr>
        <p:spPr>
          <a:xfrm>
            <a:off x="365760" y="27432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472686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F16668-37C1-9498-BE81-CE4931494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E6A1237-22DF-0BC9-1901-B123BD139C0F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2609F72-BD47-44A0-7F03-DDE43A1F63C3}"/>
              </a:ext>
            </a:extLst>
          </p:cNvPr>
          <p:cNvSpPr/>
          <p:nvPr/>
        </p:nvSpPr>
        <p:spPr>
          <a:xfrm>
            <a:off x="274320" y="54864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Like or Dislike!</a:t>
            </a: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846E098-CBDD-29FA-27F0-9371E0D7F155}"/>
              </a:ext>
            </a:extLst>
          </p:cNvPr>
          <p:cNvSpPr/>
          <p:nvPr/>
        </p:nvSpPr>
        <p:spPr>
          <a:xfrm>
            <a:off x="739302" y="502920"/>
            <a:ext cx="7665396" cy="4640580"/>
          </a:xfrm>
          <a:prstGeom prst="rect">
            <a:avLst/>
          </a:prstGeom>
          <a:solidFill>
            <a:srgbClr val="E8F8F6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0523E32-808C-11E3-035F-38EAFA0D8DE3}"/>
              </a:ext>
            </a:extLst>
          </p:cNvPr>
          <p:cNvSpPr/>
          <p:nvPr/>
        </p:nvSpPr>
        <p:spPr>
          <a:xfrm>
            <a:off x="1252331" y="3281698"/>
            <a:ext cx="6595606" cy="1159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A2342"/>
                </a:solidFill>
              </a:rPr>
              <a:t>SKY DIVING</a:t>
            </a:r>
            <a:endParaRPr lang="en-US" sz="60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CDC72E8-AA77-0BD4-FDE2-39B01D784F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1917" y="483649"/>
            <a:ext cx="3478579" cy="3193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19663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F90D8C-8DE9-F1CA-471E-A7E01D633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477F812-087D-2769-B63E-D7788AB14243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solidFill>
            <a:srgbClr val="EF6C57"/>
          </a:solidFill>
          <a:ln w="127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E7DF0E-D1F5-C160-6735-BB64593A4B56}"/>
              </a:ext>
            </a:extLst>
          </p:cNvPr>
          <p:cNvSpPr/>
          <p:nvPr/>
        </p:nvSpPr>
        <p:spPr>
          <a:xfrm>
            <a:off x="914400" y="165735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❌  DISLIKE!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16988440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011680"/>
            <a:ext cx="9144000" cy="1737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27432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2224114"/>
            <a:ext cx="9144000" cy="1217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Would Brandon Choose?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316859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would Brandon choose? 🤔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weather does Brandon like?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3749040" cy="2286000"/>
          </a:xfrm>
          <a:prstGeom prst="rect">
            <a:avLst/>
          </a:prstGeom>
          <a:solidFill>
            <a:srgbClr val="E8F8F6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8090"/>
                </a:solidFill>
              </a:rPr>
              <a:t>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☀️ A hot day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60520" y="22860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6C57"/>
                </a:solidFill>
              </a:rPr>
              <a:t>VS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029200" y="1645920"/>
            <a:ext cx="3749040" cy="2286000"/>
          </a:xfrm>
          <a:prstGeom prst="rect">
            <a:avLst/>
          </a:prstGeom>
          <a:solidFill>
            <a:srgbClr val="FEF3F2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6C57"/>
                </a:solidFill>
              </a:rPr>
              <a:t>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029200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❄️ A cold day</a:t>
            </a:r>
            <a:endParaRPr lang="en-US" sz="2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chooses...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A:  ☀️ A hot day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D166"/>
                </a:solidFill>
              </a:rPr>
              <a:t>Brandon hates cold weather — beach all the way! ☀️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7"/>
          <p:cNvSpPr/>
          <p:nvPr/>
        </p:nvSpPr>
        <p:spPr>
          <a:xfrm>
            <a:off x="5029200" y="1645920"/>
            <a:ext cx="3749040" cy="2286000"/>
          </a:xfrm>
          <a:prstGeom prst="rect">
            <a:avLst/>
          </a:prstGeom>
          <a:solidFill>
            <a:srgbClr val="FEF3F2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would Brandon choose? 🤔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Friday night — what does Brandon do?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3749040" cy="2286000"/>
          </a:xfrm>
          <a:prstGeom prst="rect">
            <a:avLst/>
          </a:prstGeom>
          <a:solidFill>
            <a:srgbClr val="E8F8F6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8090"/>
                </a:solidFill>
              </a:rPr>
              <a:t>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41122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Watch a movie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60520" y="22860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6C57"/>
                </a:solidFill>
              </a:rPr>
              <a:t>VS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6C57"/>
                </a:solidFill>
              </a:rPr>
              <a:t>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9736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Play badminton</a:t>
            </a:r>
            <a:endParaRPr lang="en-US" sz="2200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D0819CE5-6826-78A4-2A38-7B393A9E3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9005" y="1703567"/>
            <a:ext cx="2133273" cy="1802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73EBD91B-BE10-F7E5-C99B-6E117FF20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0601" y="1670368"/>
            <a:ext cx="1358751" cy="1802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chooses...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solidFill>
            <a:srgbClr val="EF6C5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B:  Watch a movie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D166"/>
                </a:solidFill>
              </a:rPr>
              <a:t>Brandon likes movies! He dislikes badminton. 🎬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would Brandon choose?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Brandon's dessert...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3749040" cy="2286000"/>
          </a:xfrm>
          <a:prstGeom prst="rect">
            <a:avLst/>
          </a:prstGeom>
          <a:solidFill>
            <a:srgbClr val="E8F8F6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8090"/>
                </a:solidFill>
              </a:rPr>
              <a:t>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Strawberry tart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60520" y="22860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6C57"/>
                </a:solidFill>
              </a:rPr>
              <a:t>VS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029200" y="1645920"/>
            <a:ext cx="3749040" cy="2286000"/>
          </a:xfrm>
          <a:prstGeom prst="rect">
            <a:avLst/>
          </a:prstGeom>
          <a:solidFill>
            <a:srgbClr val="FEF3F2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6C57"/>
                </a:solidFill>
              </a:rPr>
              <a:t>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029200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A big slice of cake</a:t>
            </a:r>
            <a:endParaRPr lang="en-US" sz="22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3697E795-E715-5466-418A-EF341D385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407" y="1557780"/>
            <a:ext cx="1983041" cy="1983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4ABAF78C-38EE-1F2B-19B9-80FFAAC7D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4554" y="1493233"/>
            <a:ext cx="2096231" cy="2096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chooses...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A:  Strawberry Tart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D166"/>
                </a:solidFill>
              </a:rPr>
              <a:t>Brandon loves strawberries but really dislikes cake! 🍓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54864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would Brandon choose?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Brandon’s favorite sport...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3749040" cy="2286000"/>
          </a:xfrm>
          <a:prstGeom prst="rect">
            <a:avLst/>
          </a:prstGeom>
          <a:solidFill>
            <a:srgbClr val="E8F8F6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8090"/>
                </a:solidFill>
              </a:rPr>
              <a:t>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Soccer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160520" y="22860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6C57"/>
                </a:solidFill>
              </a:rPr>
              <a:t>VS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029200" y="1645920"/>
            <a:ext cx="3749040" cy="2286000"/>
          </a:xfrm>
          <a:prstGeom prst="rect">
            <a:avLst/>
          </a:prstGeom>
          <a:solidFill>
            <a:srgbClr val="FEF3F2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6C57"/>
                </a:solidFill>
              </a:rPr>
              <a:t>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029200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American Football</a:t>
            </a:r>
            <a:endParaRPr lang="en-US" sz="2200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082021A5-FB37-B3B8-63DC-ABD5C7C870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9864" y="1710123"/>
            <a:ext cx="1547930" cy="1802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9AFBE5AE-7C32-63EC-B5C7-F14D98992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3186" y="1686270"/>
            <a:ext cx="1816120" cy="1802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chooses...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solidFill>
            <a:srgbClr val="EF6C5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B:  American Football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D166"/>
                </a:solidFill>
              </a:rPr>
              <a:t>Brandon </a:t>
            </a:r>
            <a:r>
              <a:rPr lang="en-US" i="1" dirty="0">
                <a:solidFill>
                  <a:srgbClr val="FFD166"/>
                </a:solidFill>
              </a:rPr>
              <a:t>used to play American Football</a:t>
            </a:r>
            <a:r>
              <a:rPr lang="en-US" sz="1800" i="1" dirty="0">
                <a:solidFill>
                  <a:srgbClr val="FFD166"/>
                </a:solidFill>
              </a:rPr>
              <a:t>! 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10F8-FB02-EC0F-E749-6BFE79EC0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8C5ED2-F822-9C63-69BB-FB49106D2486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D2BF71-5D7F-DC84-1CB0-A181ADFF9337}"/>
              </a:ext>
            </a:extLst>
          </p:cNvPr>
          <p:cNvSpPr/>
          <p:nvPr/>
        </p:nvSpPr>
        <p:spPr>
          <a:xfrm>
            <a:off x="274320" y="54864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would Brandon choose?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0423080-26C2-2BFF-3C5E-CB81129435A7}"/>
              </a:ext>
            </a:extLst>
          </p:cNvPr>
          <p:cNvSpPr/>
          <p:nvPr/>
        </p:nvSpPr>
        <p:spPr>
          <a:xfrm>
            <a:off x="274320" y="59436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23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Brandon’s hobby is...</a:t>
            </a:r>
            <a:endParaRPr lang="en-US" sz="2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0B61447-CCEF-A602-A9FF-A316173EFF4A}"/>
              </a:ext>
            </a:extLst>
          </p:cNvPr>
          <p:cNvSpPr/>
          <p:nvPr/>
        </p:nvSpPr>
        <p:spPr>
          <a:xfrm>
            <a:off x="365760" y="1645920"/>
            <a:ext cx="3749040" cy="2286000"/>
          </a:xfrm>
          <a:prstGeom prst="rect">
            <a:avLst/>
          </a:prstGeom>
          <a:solidFill>
            <a:srgbClr val="E8F8F6"/>
          </a:solidFill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9F962E6-DE64-ABCA-9761-DF988C14EA92}"/>
              </a:ext>
            </a:extLst>
          </p:cNvPr>
          <p:cNvSpPr/>
          <p:nvPr/>
        </p:nvSpPr>
        <p:spPr>
          <a:xfrm>
            <a:off x="36576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28090"/>
                </a:solidFill>
              </a:rPr>
              <a:t>A</a:t>
            </a: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AA4F8C7-AA56-FFA2-25CE-1D273D96E3D6}"/>
              </a:ext>
            </a:extLst>
          </p:cNvPr>
          <p:cNvSpPr/>
          <p:nvPr/>
        </p:nvSpPr>
        <p:spPr>
          <a:xfrm>
            <a:off x="365760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Fishing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A0DFDB8-0AF0-2DB1-C163-C42CCE26B0A5}"/>
              </a:ext>
            </a:extLst>
          </p:cNvPr>
          <p:cNvSpPr/>
          <p:nvPr/>
        </p:nvSpPr>
        <p:spPr>
          <a:xfrm>
            <a:off x="4160520" y="228600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6C57"/>
                </a:solidFill>
              </a:rPr>
              <a:t>VS</a:t>
            </a:r>
            <a:endParaRPr lang="en-US" sz="2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826347D-49C4-5801-7A77-EBF873A5D94E}"/>
              </a:ext>
            </a:extLst>
          </p:cNvPr>
          <p:cNvSpPr/>
          <p:nvPr/>
        </p:nvSpPr>
        <p:spPr>
          <a:xfrm>
            <a:off x="5029200" y="1645920"/>
            <a:ext cx="3749040" cy="2286000"/>
          </a:xfrm>
          <a:prstGeom prst="rect">
            <a:avLst/>
          </a:prstGeom>
          <a:solidFill>
            <a:srgbClr val="FEF3F2"/>
          </a:solidFill>
          <a:ln w="25400">
            <a:solidFill>
              <a:srgbClr val="EF6C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E6AE955-8E30-E7C9-C0C3-92DC86C2C50D}"/>
              </a:ext>
            </a:extLst>
          </p:cNvPr>
          <p:cNvSpPr/>
          <p:nvPr/>
        </p:nvSpPr>
        <p:spPr>
          <a:xfrm>
            <a:off x="5029200" y="16459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6C57"/>
                </a:solidFill>
              </a:rPr>
              <a:t>B</a:t>
            </a:r>
            <a:endParaRPr lang="en-US" sz="2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3B7C9EB-52CB-9B2F-E97B-AA8B1233A3F7}"/>
              </a:ext>
            </a:extLst>
          </p:cNvPr>
          <p:cNvSpPr/>
          <p:nvPr/>
        </p:nvSpPr>
        <p:spPr>
          <a:xfrm>
            <a:off x="5029200" y="18288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endParaRPr lang="en-US" sz="2200" b="1" dirty="0">
              <a:solidFill>
                <a:srgbClr val="0A2342"/>
              </a:solidFill>
            </a:endParaRPr>
          </a:p>
          <a:p>
            <a:pPr marL="0" indent="0" algn="ctr">
              <a:buNone/>
            </a:pPr>
            <a:r>
              <a:rPr lang="en-US" sz="2200" b="1" dirty="0">
                <a:solidFill>
                  <a:srgbClr val="0A2342"/>
                </a:solidFill>
              </a:rPr>
              <a:t>Programmer</a:t>
            </a:r>
            <a:endParaRPr lang="en-US" sz="2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9DE2DF-929A-195A-D3EA-B92345C29C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2477" y="1691640"/>
            <a:ext cx="1982486" cy="1802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6A22E3E-42F1-F1CA-0AA0-151E25E9F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4276" y="1701517"/>
            <a:ext cx="1672009" cy="1802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906698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31A7F0-3F98-4CEE-DCAF-EF5A2B0B6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3919FC8-350F-2FCF-94F3-3DCCA5F0C8D2}"/>
              </a:ext>
            </a:extLst>
          </p:cNvPr>
          <p:cNvSpPr/>
          <p:nvPr/>
        </p:nvSpPr>
        <p:spPr>
          <a:xfrm>
            <a:off x="0" y="3657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EEA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chooses...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6D6A06-62EB-D8E2-9E32-9B19B381ABF7}"/>
              </a:ext>
            </a:extLst>
          </p:cNvPr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solidFill>
            <a:srgbClr val="EF6C57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27C690-6C50-5E11-681E-2B3A466D75F9}"/>
              </a:ext>
            </a:extLst>
          </p:cNvPr>
          <p:cNvSpPr/>
          <p:nvPr/>
        </p:nvSpPr>
        <p:spPr>
          <a:xfrm>
            <a:off x="1371600" y="118872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B:  Programmer</a:t>
            </a:r>
            <a:endParaRPr lang="en-US" sz="3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5655EEB-F160-5371-DB0F-4F5044FA8860}"/>
              </a:ext>
            </a:extLst>
          </p:cNvPr>
          <p:cNvSpPr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D166"/>
                </a:solidFill>
              </a:rPr>
              <a:t>Brandon </a:t>
            </a:r>
            <a:r>
              <a:rPr lang="en-US" i="1" dirty="0">
                <a:solidFill>
                  <a:srgbClr val="FFD166"/>
                </a:solidFill>
              </a:rPr>
              <a:t>studied to program</a:t>
            </a:r>
            <a:r>
              <a:rPr lang="en-US" sz="1800" i="1" dirty="0">
                <a:solidFill>
                  <a:srgbClr val="FFD166"/>
                </a:solidFill>
              </a:rPr>
              <a:t>!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3800181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88720"/>
            <a:ext cx="9144000" cy="2743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274320" y="123444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Ask Brandon a Question!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74320" y="22860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EEAE4"/>
                </a:solidFill>
              </a:rPr>
              <a:t>Use these starters: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78892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FD166"/>
                </a:solidFill>
              </a:rPr>
              <a:t>Do you like ___?  ·  What is your favorite ___?  ·  Can you ___?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74320" y="342900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i="1" dirty="0">
                <a:solidFill>
                  <a:srgbClr val="FFD166"/>
                </a:solidFill>
              </a:rPr>
              <a:t>How many ___?  ·  Where do you ___?</a:t>
            </a:r>
            <a:endParaRPr lang="en-US" sz="3200" dirty="0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BF3EEFB5-D63B-F3BE-F769-F843E6D54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6618" y="-224283"/>
            <a:ext cx="2670764" cy="1695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0" y="18288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548640"/>
            <a:ext cx="5943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you next time!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D166"/>
                </a:solidFill>
              </a:rPr>
              <a:t>Thank you for listening!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D6EEF5"/>
                </a:solidFill>
              </a:rPr>
              <a:t>I look forward to our next class together! 🌟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</a:rPr>
              <a:t>See you next time, Brandon!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2443</TotalTime>
  <Words>1165</Words>
  <Application>Microsoft Office PowerPoint</Application>
  <PresentationFormat>On-screen Show (16:9)</PresentationFormat>
  <Paragraphs>374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Brandon's Self-Introduction — Grade 5–6</dc:title>
  <dc:subject>PptxGenJS Presentation</dc:subject>
  <dc:creator>PptxGenJS</dc:creator>
  <cp:lastModifiedBy>Brandon Galich</cp:lastModifiedBy>
  <cp:revision>20</cp:revision>
  <dcterms:created xsi:type="dcterms:W3CDTF">2026-04-12T11:18:04Z</dcterms:created>
  <dcterms:modified xsi:type="dcterms:W3CDTF">2026-04-14T16:11:40Z</dcterms:modified>
</cp:coreProperties>
</file>