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327" r:id="rId3"/>
    <p:sldId id="258" r:id="rId4"/>
    <p:sldId id="307" r:id="rId5"/>
    <p:sldId id="350" r:id="rId6"/>
    <p:sldId id="270" r:id="rId7"/>
    <p:sldId id="352" r:id="rId8"/>
    <p:sldId id="351" r:id="rId9"/>
    <p:sldId id="271" r:id="rId10"/>
    <p:sldId id="272" r:id="rId11"/>
    <p:sldId id="319" r:id="rId12"/>
    <p:sldId id="320" r:id="rId13"/>
    <p:sldId id="314" r:id="rId14"/>
    <p:sldId id="315" r:id="rId15"/>
    <p:sldId id="321" r:id="rId16"/>
    <p:sldId id="316" r:id="rId17"/>
    <p:sldId id="317" r:id="rId18"/>
    <p:sldId id="322" r:id="rId19"/>
    <p:sldId id="318" r:id="rId20"/>
    <p:sldId id="353" r:id="rId21"/>
    <p:sldId id="354" r:id="rId22"/>
    <p:sldId id="373" r:id="rId23"/>
    <p:sldId id="374" r:id="rId24"/>
    <p:sldId id="375" r:id="rId25"/>
    <p:sldId id="274" r:id="rId26"/>
    <p:sldId id="275" r:id="rId27"/>
    <p:sldId id="276" r:id="rId28"/>
    <p:sldId id="277" r:id="rId29"/>
    <p:sldId id="328" r:id="rId30"/>
    <p:sldId id="330" r:id="rId31"/>
    <p:sldId id="358" r:id="rId32"/>
    <p:sldId id="359" r:id="rId33"/>
    <p:sldId id="278" r:id="rId34"/>
    <p:sldId id="355" r:id="rId35"/>
    <p:sldId id="378" r:id="rId36"/>
    <p:sldId id="379" r:id="rId37"/>
    <p:sldId id="380" r:id="rId38"/>
    <p:sldId id="356" r:id="rId39"/>
    <p:sldId id="357" r:id="rId40"/>
    <p:sldId id="366" r:id="rId41"/>
    <p:sldId id="381" r:id="rId42"/>
    <p:sldId id="291" r:id="rId43"/>
    <p:sldId id="336" r:id="rId44"/>
    <p:sldId id="337" r:id="rId45"/>
    <p:sldId id="339" r:id="rId46"/>
    <p:sldId id="338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64" r:id="rId58"/>
    <p:sldId id="365" r:id="rId59"/>
    <p:sldId id="360" r:id="rId60"/>
    <p:sldId id="361" r:id="rId61"/>
    <p:sldId id="362" r:id="rId62"/>
    <p:sldId id="363" r:id="rId63"/>
    <p:sldId id="370" r:id="rId64"/>
    <p:sldId id="368" r:id="rId65"/>
    <p:sldId id="367" r:id="rId66"/>
    <p:sldId id="369" r:id="rId67"/>
    <p:sldId id="371" r:id="rId68"/>
    <p:sldId id="372" r:id="rId69"/>
    <p:sldId id="376" r:id="rId70"/>
    <p:sldId id="377" r:id="rId71"/>
    <p:sldId id="305" r:id="rId72"/>
    <p:sldId id="306" r:id="rId7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342"/>
    <a:srgbClr val="EF6C57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5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04" y="7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79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1F65-DEF0-67E0-50AA-4FF5BE4B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EE4F8-A32B-2604-E5AE-E60BBEE3A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C692D-8DCD-6EFC-2608-B2CDBE8AB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D270-CE1E-DCCE-5100-61CFBDD26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20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D8DF-1122-F4CF-5DC2-FBEF59BA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0E2CF-35A9-F2AF-B210-C8BDC33B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29D13-5DB4-4FED-98C5-9DDFA3F93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AF8E4-6D22-2C38-8FC5-33F163C72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22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A3DC-3E84-96AF-FF6C-A856FE9F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F49B1-E77C-8C24-1950-5C4B5F711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571B0-D288-C40C-1807-A36807113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8C320-5933-B7BE-2E22-C9B170EA2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15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93080-0B70-FF76-0522-ED4BCE9B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74B42-C0B2-B9EB-E5B8-3EC57748A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FCF86-AEAF-545A-886C-ADDC7FD16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D16-7177-762B-5CD7-A475AB2B4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2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6568-FB27-7836-1377-7A96588BB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1902C-B9C0-ED78-E7FE-25C1BD89B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8DDCC-84D6-036F-9C81-AEE9D41CE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E1323-DDC5-1423-91F4-7E7834112D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20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6F12-4453-607B-8780-9D1E380D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A3937-3EFD-2CE0-93A5-E9A486305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5574B-C3E7-EE33-68ED-A73FE3FA6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BEF41-9A94-1BF0-8CB7-FD160D625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77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1AB4-CD8F-EFEA-5FA9-63668F0D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1989A-7B6E-059C-E48A-8C9DB6A1C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473A8-DEBC-9BD3-6705-7AC83310D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E99D1-A0C5-E8B5-CF88-AA39E818A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63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6B6F-213E-CD18-6981-958545E5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D8E43-B13B-AFB5-4E2F-753FB3E47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42144-E4BA-5659-40DA-0EABE102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98FAB-646D-25D9-F1CE-162F760DB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13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475B-D443-B850-19C7-6467DBAC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7B7F4-1996-C7DB-D49A-71D7F66F3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4C952-9C99-7219-5EE5-4297BBF50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2C854-FD54-854B-A8F5-56058207C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61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5ABD-ABAD-65D2-121A-D1F81040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A9FFC-18F6-41BD-4CD3-FADD79AB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E19A1-1A5E-EAFA-4EF5-F6A5B3C36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EA0D9-531B-8460-F36E-F9289CF6B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60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8A46-8469-579A-5AE3-FA6ACAA8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839F1-AC5D-0561-A023-EDC770350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17896-BB8A-C38A-E45A-90824E2E7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0FDEA-190C-F47B-7376-5C0E1733C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8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3D7A-378C-A19F-EBF7-2F366DD5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EF8BB-5404-798E-9AA8-70201D478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D580E-5B24-ABCB-861E-B1AC71D79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DBAEB-72C8-1168-6092-DC7C26BC4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622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F03A8-6DCF-6792-0B18-0C85BF1E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FB469-40A7-3515-AE15-17A9C4045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5D5FB-0F62-A12D-3D1B-19B12182F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85E6F-3DB0-DCC9-2F9A-4C8439B6F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5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E850-A063-CD3B-1244-A72E6DC9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38A48-F0F3-D703-70CB-9C3362B46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3BE8C-7B3D-30E7-E764-05CA98731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16932-F7E2-4872-EA1C-6055610CB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76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2B466-5899-48B1-3705-11381F08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FD14F-78FB-B49E-6CD2-A6073A9C4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50BED-BE8E-5F14-4277-94A3E28E5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5A7E6-1C5B-7CD1-D2A3-205B0E75EE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01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7FF38-115B-90CB-AA25-9AB41BDF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991E6-8055-0F32-D163-1680B4F30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100C5-E066-259D-93A6-1408AA169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B194C-ADEA-95FD-23B5-1D4031A017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387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9E7A-D310-079B-6466-80EDB248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42782-7DCD-E869-BC86-27CC3AA6E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B9514-6BB4-F872-0771-9C7999714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BF9DE-C8AB-9D3A-7E9E-7ED9C9C1A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628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1AC9-49B6-A085-894D-3E3E8738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01756-2D0D-51C0-8DEE-B75A8ED63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4E9D5-E19E-185E-7753-43696450A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98AF3-C037-F606-34E1-EEB31F9A8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078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3237A-E468-1DF1-6421-2FAE5D0C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9D36B-B0BD-5C7E-513F-ACB3155E4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F374D-C797-653E-AEE8-824ADE246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F8011-F1FA-0C0D-F7FD-39C1CC3F5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5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60E9-E250-F52B-354B-06A14967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1A26E-1788-0774-CE9E-B1F687AD3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A8548-45EB-055A-0EC3-12CFB8FED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F8AEC-B317-BB21-7E30-F7B9CAA94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857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3610-07AF-20CF-AEC5-14EC9E6C1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687C5-05B2-8B98-F200-58779FC15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5C5D3-E9CF-AC77-C0F0-A994D0BA5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50903-3C5C-BCAB-446A-669A2C54F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827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D8EE-CA70-44BD-A06F-C14555EF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C95C1-0DB8-2F18-CEB4-1809176DF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D8826-6100-EDB3-C769-11A100F7F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4E3B4-046E-7E15-A6E3-04F8B594F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298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145CC-382D-9843-8F10-87AA6879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118E9-9D8B-8261-A3D7-49468AEC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6A1E4-F97D-E0FC-A319-A8C08463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7F20-ADF6-C4EF-62E0-F1A9E9A39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25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A73A-A9F2-1F04-2A43-13D34B9D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6208A-91FF-8A2E-3790-7D43A3EDD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2F12F-E157-0AC1-AB7F-E8E2E7C54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61615-1B9D-6CE2-789B-F52732005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737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9BB5-FF9B-461E-8CCA-BCADC6CD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9879B-5C36-DB9D-B1F9-43C8DF6A3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C52E-1BF9-7E91-1F3B-44126215D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5F673-FCD4-DAF2-F045-9C56EC304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421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E12D6-E39F-D267-8A83-AA039E0A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AC0A8-0B1A-96F6-116A-BACE37645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8F99E-954B-CC52-3F4F-774632F7D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8CE61-D177-0F96-214C-336B0E520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785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EF50-2A63-4163-70BA-2F604EEF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B0740-B369-7012-E21D-5A5FB507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6C1F-A8CC-9912-9E4A-876BDEC3E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BBACB-F7C4-EDCE-FB82-DA99E6C8B6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753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5064-ADF2-4937-B614-17A8BA3F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F025B-7798-D39B-B034-62607DC90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80347-88E0-5AF2-2A21-FA088EECD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4ACA1-49A6-5FE4-02C5-ECB987F38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41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3FA0-1F57-51DE-5763-480FA644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C1BE6-75A7-5B66-EAA9-E6842A06D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13355-1C16-13E9-1903-BA7342B2C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71A83-36B0-84B5-06B1-88A86F6D0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19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05773-0A2D-8BC1-9AE5-9C2C4AA7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9E7B1-5346-A412-7170-72C3D0E1A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100FB-DF2F-975E-41C5-8BCD95271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B58CB-E2E7-2117-7652-C21B2A83A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833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2FEE-01BD-8C96-74EF-6A23A9C0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28223-8871-3BEC-486C-15110B922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BC463-D9E9-4CD9-D719-677B165DA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2EF65-5168-6446-306B-6922962C4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589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66DF4-F3DC-A8B3-B768-72EF35EE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86978-7286-1152-2194-C5817B364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95C70-12A5-B047-B227-55877DAA7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FFE56-0BC0-E8FC-D0D7-1F3AFAAFE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977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0218-39BC-5111-518C-A0DCCEAE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4580F-350C-FB40-F2CB-A8F8CE121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078B5-0910-A269-CB3C-229B50BA8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EE6F9-5F7E-18AB-40EC-2CD94B78B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77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DC8A-FAF3-69A4-DDF0-2D66B7A1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0DA7C-9FC5-7A78-2345-705691743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32F6C-7474-AEA7-4E0A-E7C724792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BF734-4E00-52E2-CCAD-6DB68DD9C3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513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0424-5701-E1AC-4BFA-3E70788D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15E96-171A-80E4-1980-DA3C341E1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B6DE-737F-4D1E-AC9C-74022383E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33120-E6D9-598F-CC5B-153FAF14C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224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6E88-6071-093A-D8C5-DDE0919C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915AE-46BA-4776-D77D-31222B2FB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4F048-674D-5062-3964-419472B00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45FF9-71C9-0C10-31A9-FBBA30C9E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68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1BF8-6AB7-E165-83C7-813F34FA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21A6C-784D-9D6E-0D1C-B51E236C9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B2179-088A-7C93-BD81-FD4D31B15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A51E0-7A58-D528-5D39-E6BF048C0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6610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467CE-0802-4CF4-2F0A-1C630378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11F35-344D-3FCA-A559-B266DDDA3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16B0A-6E22-4DEC-6287-3ABE962C8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3D042-0013-9CC9-283D-58E1573D7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73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88E1-BC3D-0A3D-03F4-0993D14B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88CF5-5EE0-57D7-688D-3BD2FC8EE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9D12A-8020-F16E-B2B0-899F8948F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CBD7F-56EE-6FBF-659C-EABC074DAA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392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10BB-6B04-0995-834C-74B288CB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8FA17-BEBA-7AFB-3986-54668A840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22B07-1614-0F22-A325-F65FC89B1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F7EDC-BB5A-34BB-8E5C-A12D2EA28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196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AB1B-17B3-E751-A0F8-512A8FFD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68786-D58A-355E-DFE1-5D0C2ADB7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9FC06-29BE-5172-C34F-4A11CF638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60C0D-3C1A-3D1A-BE03-56A400CC1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650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A157-80AE-83ED-B447-48764391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B4FBD-C91E-FB43-3B9E-D9FD6F1C3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33129-33A2-4164-C265-5CF997255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7E177-245B-9A57-F772-0FD25EB0D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618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8319-5B49-6A14-1FC3-8B11EB8A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60BA1-13BD-BA7A-E786-55D36E074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3FD1-B716-886A-8E94-4C8DBAB10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31950-8BBD-95A2-7675-613AF211D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32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EA47-3116-809D-1217-1B4E041D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3CBB5-E469-3288-1D52-3D4476BC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1BC51-45DF-1186-00C2-3802FC0AE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AB514-C1DD-18F7-49CF-EEF68D79C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674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9370-9A4C-ADBB-C3C6-35D147F2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03457-86DC-DD96-F594-BF7D32858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70306-20CE-BAA4-6C12-C14C050A6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83026-E1E8-1C63-5F1F-752CDF42C0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174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9C14-2B98-110F-B0F4-2A36B84C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7BDE4-8A9F-460C-4147-EE05DC976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A61CC-F16F-65AB-50B8-4F8BD21CE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71FA-1CF9-83CA-3915-98818D05F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703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BB90-9D6A-FFC4-BBEF-0CA928E6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E3294-59F8-2086-7AAE-875A31CA7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51B44-C7BC-7975-3775-C2AE17B76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DE287-3531-9EF2-9735-11DED6FB4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4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E50E-9C5E-E42F-6B33-A84B6294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899F0-1989-D699-CCC9-623BAFED2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E1682-E5C2-A58A-D956-CD2BB8F95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1BACD-51EA-6F43-D25D-5CF870FA0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7639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B3B2-4E8E-F4CC-900E-BC2DC433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EC06F-EF5C-26BF-9704-FA6B9460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1EDB8-5469-F029-6458-05D68DE35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0FDA0-1EA8-81F3-07EE-FF0224E8B3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472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F1A6-E35C-F7B1-EDF2-3CE3E932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F2628-E6EC-1CB2-DE0D-65472379D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79312-7767-3006-648B-11E10E242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9930-FBC2-8002-95F3-CC53F6F0F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909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C9DA-5C8C-C1FF-B690-D6A62CBF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EDEBB-E82D-B0D7-EF0A-00EACE624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FA131-294C-B79F-4BE3-CC315BA5D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F20C7-1A92-07A4-B26B-ACCC58F797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488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80BC-3875-6C2F-0CF8-635C2C93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20D8D-60FF-132F-4436-9E7514C4E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A39DF-5D68-636E-E34F-8292D4943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61A73-318A-1B93-CA48-651B0D679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7547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677B-F959-2271-CBAF-FCA3B4D2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1D72A-25B2-4C2C-2817-41D8FB1AF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C177D-376B-E23F-DB1B-8C63E8A00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BF627-B9BC-FA14-70C4-16E51F7C1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805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33FD-50C2-6C0B-3F8B-B72678CD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5A9EB-AA26-5F13-5B2C-10AB8CA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B5CA2-9A2E-002F-C68A-2A70F867C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86430-24E4-8637-F781-D3398787E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895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5D41D-059D-D6CF-8BA2-9F5B02B6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9F459-C370-0D41-AB1C-8F3E1077B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12E6D-FF11-0EE0-60FF-70B97744A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6899-31A2-C48A-71A4-5672189BC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6407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1861-B22B-0D26-FE82-4EC65974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EE748-081E-BBD7-846C-5D5CD471A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3C74F-2F63-59A8-97CA-477EB70A7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68AD6-C0C2-A3B9-8276-84D93637B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0217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460F-6C06-622B-F136-5929D5E4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0CCD7-BCA2-5561-F6BB-D8F28E692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96D35-4C92-DE84-4920-45A176EBC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44D2F-3E4E-E541-ECA0-ADDD20AE2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446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gi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EEAE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HELLO, EVERYONE!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1857245"/>
            <a:ext cx="9144000" cy="1771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NAME IS</a:t>
            </a:r>
            <a:r>
              <a:rPr lang="en-US" sz="88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500" b="1" u="sng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BRANDON</a:t>
            </a:r>
            <a:endParaRPr lang="en-US" sz="80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F611A-499B-DF58-501E-E6F383F90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5B1330-87F7-C45F-7FA0-10BC4F53010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76E7F9-D4B6-A111-9E80-6421D42E6CD1}"/>
              </a:ext>
            </a:extLst>
          </p:cNvPr>
          <p:cNvSpPr/>
          <p:nvPr/>
        </p:nvSpPr>
        <p:spPr>
          <a:xfrm>
            <a:off x="0" y="2011680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6DEF01-A933-1C6E-C287-CEB6550D9B15}"/>
              </a:ext>
            </a:extLst>
          </p:cNvPr>
          <p:cNvSpPr/>
          <p:nvPr/>
        </p:nvSpPr>
        <p:spPr>
          <a:xfrm>
            <a:off x="274320" y="2743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BAD528-CA64-0392-4C7B-9C43BBF34524}"/>
              </a:ext>
            </a:extLst>
          </p:cNvPr>
          <p:cNvSpPr/>
          <p:nvPr/>
        </p:nvSpPr>
        <p:spPr>
          <a:xfrm>
            <a:off x="0" y="2423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I’M FROM</a:t>
            </a:r>
            <a:endParaRPr lang="en-US" sz="1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215DA0-A895-C63E-90B1-01F36D424AA1}"/>
              </a:ext>
            </a:extLst>
          </p:cNvPr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208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129281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205418" cy="964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353451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AMERICA</a:t>
            </a:r>
            <a:endParaRPr lang="en-US" sz="1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026" name="Picture 2" descr=" ">
            <a:extLst>
              <a:ext uri="{FF2B5EF4-FFF2-40B4-BE49-F238E27FC236}">
                <a16:creationId xmlns:a16="http://schemas.microsoft.com/office/drawing/2014/main" id="{C5AB8CFD-05D8-6E02-002B-7DAA988D6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41" y="301380"/>
            <a:ext cx="5116517" cy="269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028C3-DB2C-0CC9-2DA1-32025F14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78DA4E-038E-7538-9D62-D9A53C34292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E9DDEE-E053-6518-1DBA-2FAB19275C26}"/>
              </a:ext>
            </a:extLst>
          </p:cNvPr>
          <p:cNvSpPr/>
          <p:nvPr/>
        </p:nvSpPr>
        <p:spPr>
          <a:xfrm>
            <a:off x="0" y="3129281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B06268-7B00-6BE6-38E7-D5704DB14045}"/>
              </a:ext>
            </a:extLst>
          </p:cNvPr>
          <p:cNvSpPr/>
          <p:nvPr/>
        </p:nvSpPr>
        <p:spPr>
          <a:xfrm>
            <a:off x="274320" y="274320"/>
            <a:ext cx="1205418" cy="964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8A80E8-529D-4E20-8112-C07EEAC22D8D}"/>
              </a:ext>
            </a:extLst>
          </p:cNvPr>
          <p:cNvSpPr/>
          <p:nvPr/>
        </p:nvSpPr>
        <p:spPr>
          <a:xfrm>
            <a:off x="0" y="353451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AMERICA</a:t>
            </a:r>
            <a:endParaRPr lang="en-US" sz="1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2E5B75-68B5-0DE1-BA35-DF8984EA2CFF}"/>
              </a:ext>
            </a:extLst>
          </p:cNvPr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358BE4-7DB3-8377-2AE7-90CD7B1AD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718" y="-87435"/>
            <a:ext cx="5204563" cy="335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60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A3E6C-1BB7-1600-1880-358EFE75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81B92FE-8B22-794C-75AC-AC5C362C3634}"/>
              </a:ext>
            </a:extLst>
          </p:cNvPr>
          <p:cNvSpPr/>
          <p:nvPr/>
        </p:nvSpPr>
        <p:spPr>
          <a:xfrm>
            <a:off x="0" y="2011680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18500E-F580-EBB5-EA98-63E42034FD88}"/>
              </a:ext>
            </a:extLst>
          </p:cNvPr>
          <p:cNvSpPr/>
          <p:nvPr/>
        </p:nvSpPr>
        <p:spPr>
          <a:xfrm>
            <a:off x="7278696" y="2092277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800" dirty="0">
                <a:solidFill>
                  <a:srgbClr val="000000"/>
                </a:solidFill>
              </a:rPr>
              <a:t>🐾</a:t>
            </a:r>
            <a:endParaRPr lang="en-US" sz="13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5924D1-8D49-8DE4-E195-3A1FC440FE2D}"/>
              </a:ext>
            </a:extLst>
          </p:cNvPr>
          <p:cNvSpPr/>
          <p:nvPr/>
        </p:nvSpPr>
        <p:spPr>
          <a:xfrm>
            <a:off x="0" y="2423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PETS</a:t>
            </a:r>
            <a:endParaRPr lang="en-US" sz="9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07CB1C-F237-2D94-4DAC-A007DB3E0016}"/>
              </a:ext>
            </a:extLst>
          </p:cNvPr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196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3939540"/>
            <a:ext cx="402336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39395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CATS</a:t>
            </a:r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3939540"/>
            <a:ext cx="420624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39395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DOGS</a:t>
            </a:r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1F9CEF-B0B9-9DF1-401A-23FA5E652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59089" y="444480"/>
            <a:ext cx="2546074" cy="2632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553094-4172-56BE-F60D-A07B4C577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721" y="1357416"/>
            <a:ext cx="2511416" cy="259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F30E9A-808D-6251-32D1-CF5BBC893C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200" y="324766"/>
            <a:ext cx="4864694" cy="3792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09AB-0712-8601-ADF1-69405824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336C55-BB1D-E90F-1B3C-AF9F94871E6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495FEF-9391-6EE9-5B58-AC456D4FE561}"/>
              </a:ext>
            </a:extLst>
          </p:cNvPr>
          <p:cNvSpPr/>
          <p:nvPr/>
        </p:nvSpPr>
        <p:spPr>
          <a:xfrm>
            <a:off x="0" y="2011680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948AF1-4599-518E-1AC1-A8005B1F570D}"/>
              </a:ext>
            </a:extLst>
          </p:cNvPr>
          <p:cNvSpPr/>
          <p:nvPr/>
        </p:nvSpPr>
        <p:spPr>
          <a:xfrm>
            <a:off x="274320" y="2743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710CCA-5D3E-C639-34D0-0B79E720EFBB}"/>
              </a:ext>
            </a:extLst>
          </p:cNvPr>
          <p:cNvSpPr/>
          <p:nvPr/>
        </p:nvSpPr>
        <p:spPr>
          <a:xfrm>
            <a:off x="0" y="2423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FAVORITE COLOR</a:t>
            </a:r>
            <a:endParaRPr lang="en-US" sz="6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9011C9-C838-B110-974C-CAF97A6E38E5}"/>
              </a:ext>
            </a:extLst>
          </p:cNvPr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5411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04E44-6A5A-5544-1AD2-72CD7842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01775A-AF9A-0908-6B42-81AD231672F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04FFDC-75D9-C49A-584A-A480B08891B7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F4D9EF-35F1-81F1-994E-1A4B8C517442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2723EB8-90FF-C9F2-DA7B-D050EF524041}"/>
              </a:ext>
            </a:extLst>
          </p:cNvPr>
          <p:cNvSpPr/>
          <p:nvPr/>
        </p:nvSpPr>
        <p:spPr>
          <a:xfrm>
            <a:off x="1252331" y="378461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BLACK</a:t>
            </a:r>
            <a:endParaRPr lang="en-US" sz="1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0CF3EB6-4D56-1F24-2178-DA85ECBD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2885227" y="322645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19808C1-93F0-DA39-2EF0-BE194F91E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3517966" y="653999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7F5DB3E-FBA2-519F-9BCF-23C623D9B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1999727" y="454269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E2F820D-2936-0C51-465F-A451EEF11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5043548" y="322645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204418C-B8A9-002D-102C-D8B92AA39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696949" y="303723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C591FAD-6327-0796-C187-731C65641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5390041" y="578727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882859E-172A-5AC9-4533-B270E96CE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198">
            <a:off x="4751477" y="726665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8DAA154-25D4-F48C-03D6-6F2400488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29588">
            <a:off x="1099557" y="595313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5DB2ED48-3C1A-05B6-F8BA-EC4150789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29588">
            <a:off x="3986803" y="188380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9C48AA30-CE94-CE2F-4550-545B172D8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29588">
            <a:off x="2211348" y="769343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96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35159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</a:t>
            </a:r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74197" y="4080189"/>
            <a:ext cx="6595606" cy="957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PIZZA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8" name="Picture 27" descr="宅配ピザのイラスト（閉じた状態）">
            <a:extLst>
              <a:ext uri="{FF2B5EF4-FFF2-40B4-BE49-F238E27FC236}">
                <a16:creationId xmlns:a16="http://schemas.microsoft.com/office/drawing/2014/main" id="{7EFBE30E-3743-ED83-58D2-377FDD755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724" y="605012"/>
            <a:ext cx="4496820" cy="369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B747-0FFD-48EC-ABEA-72388DC7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696D98-0049-66FF-442A-43A22EF804C4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C182CC-0309-F719-9B1D-168AE1B7C3C5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09F19A-35D2-7678-733B-F2C356615312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A6D804-93DB-11F2-A49D-C173C91C45B7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85DF48-E95B-D1E4-6A31-4E2427C0B361}"/>
              </a:ext>
            </a:extLst>
          </p:cNvPr>
          <p:cNvSpPr/>
          <p:nvPr/>
        </p:nvSpPr>
        <p:spPr>
          <a:xfrm>
            <a:off x="1274197" y="4030322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HAMBURGER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3E63A5-048F-9A15-DCFF-A5E347801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062" y="493776"/>
            <a:ext cx="3607702" cy="37989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722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3FE04-7F3B-9B0E-C38D-FDF57238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408170-17B9-3005-C7FB-3B5F7786638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B1E3DF-B242-7D2E-D65F-649F2BD48542}"/>
              </a:ext>
            </a:extLst>
          </p:cNvPr>
          <p:cNvSpPr/>
          <p:nvPr/>
        </p:nvSpPr>
        <p:spPr>
          <a:xfrm>
            <a:off x="274320" y="54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DON’T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5C227D6-1F07-6723-7E98-826BFA8762CD}"/>
              </a:ext>
            </a:extLst>
          </p:cNvPr>
          <p:cNvSpPr/>
          <p:nvPr/>
        </p:nvSpPr>
        <p:spPr>
          <a:xfrm>
            <a:off x="1248355" y="517830"/>
            <a:ext cx="6647288" cy="4625670"/>
          </a:xfrm>
          <a:prstGeom prst="rect">
            <a:avLst/>
          </a:prstGeom>
          <a:solidFill>
            <a:srgbClr val="FFF0EE"/>
          </a:solidFill>
          <a:ln w="254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B0D0FB-68DB-76D6-9756-781FDB32207E}"/>
              </a:ext>
            </a:extLst>
          </p:cNvPr>
          <p:cNvSpPr/>
          <p:nvPr/>
        </p:nvSpPr>
        <p:spPr>
          <a:xfrm>
            <a:off x="2223122" y="771427"/>
            <a:ext cx="4697756" cy="254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D0629A-182D-8E34-0C50-919FC1E9D04A}"/>
              </a:ext>
            </a:extLst>
          </p:cNvPr>
          <p:cNvSpPr/>
          <p:nvPr/>
        </p:nvSpPr>
        <p:spPr>
          <a:xfrm>
            <a:off x="2223122" y="4111620"/>
            <a:ext cx="4697756" cy="925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6C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EGGPLANT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694E87-641B-0681-D2DA-1D63595C471B}"/>
              </a:ext>
            </a:extLst>
          </p:cNvPr>
          <p:cNvSpPr/>
          <p:nvPr/>
        </p:nvSpPr>
        <p:spPr>
          <a:xfrm>
            <a:off x="2223122" y="4169440"/>
            <a:ext cx="4697756" cy="809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8708983-404E-2EB5-0052-D962DF860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082" y="517830"/>
            <a:ext cx="3411834" cy="3786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1513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0B7D-0127-D1AE-F519-D6D04EDD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F7B3D7-868E-931B-D596-F2C824F8E286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9ACA44-D3AB-2CDE-4258-1514F9658F9B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65D160-31EA-D5BB-89FD-E784DBF74ADA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B0A9EF-32CE-78AE-B839-35B981C895D8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D340E4-FFC2-41D0-B9D1-19A5C4881973}"/>
              </a:ext>
            </a:extLst>
          </p:cNvPr>
          <p:cNvSpPr/>
          <p:nvPr/>
        </p:nvSpPr>
        <p:spPr>
          <a:xfrm>
            <a:off x="1274196" y="3805729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SUSHI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FE8AE0-D181-B9B8-2D5E-8EF395661524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63336E-6C2E-DE05-E4EF-72F2A4AF6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74" y="621508"/>
            <a:ext cx="5400450" cy="3413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350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A3C5-5785-40D0-4369-1E80D3D1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1563E2-9036-3536-AB56-97D1FC6865C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90C1EF-F750-3823-C285-C5285E3B8750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24A495-8EC5-7B02-03AB-05B0716C5556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FED633-A89D-EE17-0EA2-24FFB5FF7B79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B81FEA-467E-6797-BD55-625A0FD08FF2}"/>
              </a:ext>
            </a:extLst>
          </p:cNvPr>
          <p:cNvSpPr/>
          <p:nvPr/>
        </p:nvSpPr>
        <p:spPr>
          <a:xfrm>
            <a:off x="1274196" y="3778607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RAMEN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FBF707-11AB-8E3E-A3D4-D8B89D137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97" y="557784"/>
            <a:ext cx="3556404" cy="3468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77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F49D-0B69-8B87-F90C-EAB074FE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AF8454-E0A8-0DDA-C20C-1CD15AB2D12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B6628-388D-336D-9768-8353089C246E}"/>
              </a:ext>
            </a:extLst>
          </p:cNvPr>
          <p:cNvSpPr/>
          <p:nvPr/>
        </p:nvSpPr>
        <p:spPr>
          <a:xfrm>
            <a:off x="274320" y="54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DON’T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A7C2CC-AE22-1352-6C14-B142BD8FA528}"/>
              </a:ext>
            </a:extLst>
          </p:cNvPr>
          <p:cNvSpPr/>
          <p:nvPr/>
        </p:nvSpPr>
        <p:spPr>
          <a:xfrm>
            <a:off x="1248355" y="517830"/>
            <a:ext cx="6647288" cy="4625670"/>
          </a:xfrm>
          <a:prstGeom prst="rect">
            <a:avLst/>
          </a:prstGeom>
          <a:solidFill>
            <a:srgbClr val="FFF0EE"/>
          </a:solidFill>
          <a:ln w="254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302F1F-3638-44AA-CDFD-AFAEA6535A5F}"/>
              </a:ext>
            </a:extLst>
          </p:cNvPr>
          <p:cNvSpPr/>
          <p:nvPr/>
        </p:nvSpPr>
        <p:spPr>
          <a:xfrm>
            <a:off x="2223122" y="771427"/>
            <a:ext cx="4697756" cy="254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AE425A-F09B-076B-22E6-1327F734E352}"/>
              </a:ext>
            </a:extLst>
          </p:cNvPr>
          <p:cNvSpPr/>
          <p:nvPr/>
        </p:nvSpPr>
        <p:spPr>
          <a:xfrm>
            <a:off x="2223121" y="4063391"/>
            <a:ext cx="4697756" cy="925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6C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NUTS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88FD7C-BE9C-94C7-C0DB-6695EA98F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19" y="502920"/>
            <a:ext cx="4459960" cy="40072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3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686E-F1C7-BD27-5593-BE95BACB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CDD17D-CEF1-19C7-043A-75CB797BBB8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98379F-3ECD-8FC9-1E3B-0B263060C0CB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3EF923-43D0-20CB-2C02-329EF1F2D0DE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0C085C-CD02-BF9A-DAD8-0C2A9D3EA39F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146B63-80D9-BEA5-7DE2-8D64D71812AA}"/>
              </a:ext>
            </a:extLst>
          </p:cNvPr>
          <p:cNvSpPr/>
          <p:nvPr/>
        </p:nvSpPr>
        <p:spPr>
          <a:xfrm>
            <a:off x="1274197" y="4057030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CURRY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C15025-8231-33EA-59FD-671FEF4A5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58" y="493776"/>
            <a:ext cx="5350552" cy="369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64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0C01-F638-EB1E-DE0D-5FD0CE510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6E7A0A-074D-3CA3-C0F7-E91BCCF047C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69A1E-1DED-6291-C52F-4975B3299274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A23885-2863-E826-5BCB-B2975F140E0C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5E78ED-56DC-EA9A-F2AB-7F2E03946FBD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A93712-3708-96D4-F2E6-F86DF8753997}"/>
              </a:ext>
            </a:extLst>
          </p:cNvPr>
          <p:cNvSpPr/>
          <p:nvPr/>
        </p:nvSpPr>
        <p:spPr>
          <a:xfrm>
            <a:off x="1274197" y="4057030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STRAWBERRIES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1E5805-BD55-B9EB-89BE-C65D45FD2174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FC12B9E-9248-1AD6-9248-5A87E6C2C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564" y="434212"/>
            <a:ext cx="2977346" cy="386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917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979D0-1F7A-3514-6789-BCBA36E3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2463C9-0B83-E8BF-C025-5A7DA1A9672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30F9B0-3F31-9484-0CAF-255C95F044F6}"/>
              </a:ext>
            </a:extLst>
          </p:cNvPr>
          <p:cNvSpPr/>
          <p:nvPr/>
        </p:nvSpPr>
        <p:spPr>
          <a:xfrm>
            <a:off x="274320" y="54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DON’T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3F2107-074F-D713-BF0F-385032A4D161}"/>
              </a:ext>
            </a:extLst>
          </p:cNvPr>
          <p:cNvSpPr/>
          <p:nvPr/>
        </p:nvSpPr>
        <p:spPr>
          <a:xfrm>
            <a:off x="1248355" y="517830"/>
            <a:ext cx="6647288" cy="4625670"/>
          </a:xfrm>
          <a:prstGeom prst="rect">
            <a:avLst/>
          </a:prstGeom>
          <a:solidFill>
            <a:srgbClr val="FFF0EE"/>
          </a:solidFill>
          <a:ln w="254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8CFBE8-48D7-451C-7EF5-8EA0FFEA2A2C}"/>
              </a:ext>
            </a:extLst>
          </p:cNvPr>
          <p:cNvSpPr/>
          <p:nvPr/>
        </p:nvSpPr>
        <p:spPr>
          <a:xfrm>
            <a:off x="2223122" y="771427"/>
            <a:ext cx="4697756" cy="254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4BC220-5964-76BF-1EC8-9455B5A177A9}"/>
              </a:ext>
            </a:extLst>
          </p:cNvPr>
          <p:cNvSpPr/>
          <p:nvPr/>
        </p:nvSpPr>
        <p:spPr>
          <a:xfrm>
            <a:off x="2222328" y="3863560"/>
            <a:ext cx="4697756" cy="925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6C57"/>
                </a:solidFill>
              </a:rPr>
              <a:t>CAKE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686909-B5EC-0801-6EB8-398E5934BB4B}"/>
              </a:ext>
            </a:extLst>
          </p:cNvPr>
          <p:cNvSpPr/>
          <p:nvPr/>
        </p:nvSpPr>
        <p:spPr>
          <a:xfrm>
            <a:off x="2223122" y="4169440"/>
            <a:ext cx="4697756" cy="809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72E7E95-F461-49DC-43C0-9C91AF642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861" y="557784"/>
            <a:ext cx="3486692" cy="357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482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246A-8B69-8510-F5BD-3AF63944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5DAE29-2C79-995A-D218-53FF2B37A3B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3A69C1-0D89-3037-4C3C-F00DF68E63D7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3EE972-9A0A-5750-9CAA-2008F5E4535E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EB2EFF-1ACE-CB17-3156-93D6A83DFF1B}"/>
              </a:ext>
            </a:extLst>
          </p:cNvPr>
          <p:cNvSpPr/>
          <p:nvPr/>
        </p:nvSpPr>
        <p:spPr>
          <a:xfrm>
            <a:off x="1274197" y="3929484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SPICY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FFAD72-223F-CAE4-E5CA-F3FCBCFFE242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FE6F91-A39D-8147-7DF9-3EF1C728A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25" y="917947"/>
            <a:ext cx="6639618" cy="330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7E100A0E-A7DE-758E-C9D8-3AE382DAD42A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9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FA3F-232A-CB89-0804-685331A1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64D9EC-F382-3562-5126-A1811ECBF3A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9EE97-E6D0-E9C3-B777-468496944AF7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D526C6-2479-C28D-17F3-B49655B1A161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DDEF06-5B06-A2A9-0BE4-EDB59352EFE5}"/>
              </a:ext>
            </a:extLst>
          </p:cNvPr>
          <p:cNvSpPr/>
          <p:nvPr/>
        </p:nvSpPr>
        <p:spPr>
          <a:xfrm>
            <a:off x="1274197" y="3929484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STEAK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BF4BE8-F71A-BE48-E7E6-4343B0C108C0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9442DCD-EABC-6EA8-9E64-D52C4CD7318E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6E4B4F-8EAD-7750-6664-DEAEB6005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220" y="0"/>
            <a:ext cx="5379560" cy="488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405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65C7-F960-14C9-4400-FCBBEA04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57865D-CF29-EC50-8BC3-C60919039026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780AEB-18A9-5383-28B3-F47271ED1AA0}"/>
              </a:ext>
            </a:extLst>
          </p:cNvPr>
          <p:cNvSpPr/>
          <p:nvPr/>
        </p:nvSpPr>
        <p:spPr>
          <a:xfrm>
            <a:off x="274320" y="54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DON’T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7611D59-53A2-A207-2D1A-73A0BBB721A4}"/>
              </a:ext>
            </a:extLst>
          </p:cNvPr>
          <p:cNvSpPr/>
          <p:nvPr/>
        </p:nvSpPr>
        <p:spPr>
          <a:xfrm>
            <a:off x="1248355" y="517830"/>
            <a:ext cx="6647288" cy="4625670"/>
          </a:xfrm>
          <a:prstGeom prst="rect">
            <a:avLst/>
          </a:prstGeom>
          <a:solidFill>
            <a:srgbClr val="FFF0EE"/>
          </a:solidFill>
          <a:ln w="254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C7C993-9288-83CF-9B3B-3854B104FD3D}"/>
              </a:ext>
            </a:extLst>
          </p:cNvPr>
          <p:cNvSpPr/>
          <p:nvPr/>
        </p:nvSpPr>
        <p:spPr>
          <a:xfrm>
            <a:off x="2223122" y="771427"/>
            <a:ext cx="4697756" cy="254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27FD02-827D-AF90-FD0F-525B12A0BC0B}"/>
              </a:ext>
            </a:extLst>
          </p:cNvPr>
          <p:cNvSpPr/>
          <p:nvPr/>
        </p:nvSpPr>
        <p:spPr>
          <a:xfrm>
            <a:off x="2222328" y="3863560"/>
            <a:ext cx="4697756" cy="925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6C57"/>
                </a:solidFill>
              </a:rPr>
              <a:t>MELON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5189C1-C631-AED4-D56D-6FC5BF44EE19}"/>
              </a:ext>
            </a:extLst>
          </p:cNvPr>
          <p:cNvSpPr/>
          <p:nvPr/>
        </p:nvSpPr>
        <p:spPr>
          <a:xfrm>
            <a:off x="2223122" y="4169440"/>
            <a:ext cx="4697756" cy="809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73C3D0-E4E7-4966-AEBF-E17005D8F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038" y="438912"/>
            <a:ext cx="4012336" cy="401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93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5956-B4DC-97F8-EBBF-95E7FF30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9E6AFA-06B8-6151-59B6-71513C41480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437209-0244-8207-DFF4-87213C48D1AC}"/>
              </a:ext>
            </a:extLst>
          </p:cNvPr>
          <p:cNvSpPr/>
          <p:nvPr/>
        </p:nvSpPr>
        <p:spPr>
          <a:xfrm>
            <a:off x="274320" y="54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DON’T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5FF75D-31C3-85F6-218A-A48854D8278F}"/>
              </a:ext>
            </a:extLst>
          </p:cNvPr>
          <p:cNvSpPr/>
          <p:nvPr/>
        </p:nvSpPr>
        <p:spPr>
          <a:xfrm>
            <a:off x="1248355" y="517830"/>
            <a:ext cx="6647288" cy="4625670"/>
          </a:xfrm>
          <a:prstGeom prst="rect">
            <a:avLst/>
          </a:prstGeom>
          <a:solidFill>
            <a:srgbClr val="FFF0EE"/>
          </a:solidFill>
          <a:ln w="254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BEE19E-62FA-D85C-5B7C-A2F4C0A44A46}"/>
              </a:ext>
            </a:extLst>
          </p:cNvPr>
          <p:cNvSpPr/>
          <p:nvPr/>
        </p:nvSpPr>
        <p:spPr>
          <a:xfrm>
            <a:off x="2223122" y="771427"/>
            <a:ext cx="4697756" cy="254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BBF1D6-5F1B-2FA8-D194-7BA472EC9F3E}"/>
              </a:ext>
            </a:extLst>
          </p:cNvPr>
          <p:cNvSpPr/>
          <p:nvPr/>
        </p:nvSpPr>
        <p:spPr>
          <a:xfrm>
            <a:off x="2222328" y="3863560"/>
            <a:ext cx="4697756" cy="925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6C57"/>
                </a:solidFill>
              </a:rPr>
              <a:t>BOBA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1A0195-2BCE-413F-5B25-22F7047D56E8}"/>
              </a:ext>
            </a:extLst>
          </p:cNvPr>
          <p:cNvSpPr/>
          <p:nvPr/>
        </p:nvSpPr>
        <p:spPr>
          <a:xfrm>
            <a:off x="2223122" y="4169440"/>
            <a:ext cx="4697756" cy="809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F5507E6-3600-6961-E6DA-3AFC43425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557" y="557784"/>
            <a:ext cx="2549298" cy="349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71C72B6-D0C9-D079-033C-37198DC1F9FD}"/>
              </a:ext>
            </a:extLst>
          </p:cNvPr>
          <p:cNvSpPr/>
          <p:nvPr/>
        </p:nvSpPr>
        <p:spPr>
          <a:xfrm>
            <a:off x="3505201" y="2729022"/>
            <a:ext cx="2140226" cy="120287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58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3B2C-42B9-D60C-7663-BB45AB9F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9AB344-A0C6-959C-2B68-89B49FA379C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BF3D4E-1571-B803-EAE3-B45E2C0D4B71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0922B3-FF4A-4309-F513-9294688BF700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E5AEA6-EA29-E1B8-A7E6-B421834B772A}"/>
              </a:ext>
            </a:extLst>
          </p:cNvPr>
          <p:cNvSpPr/>
          <p:nvPr/>
        </p:nvSpPr>
        <p:spPr>
          <a:xfrm>
            <a:off x="1274197" y="3929484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BURRITO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8A5A33-644F-C448-9CCA-C9150E61424B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28CC80A-411A-E5E7-0FD7-9EA23CB6D1BF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5AF38A-5502-4474-3D9F-99C156D08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263" y="312001"/>
            <a:ext cx="3841474" cy="384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496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700A-77D4-1415-B8F9-035AADEC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A0F0BE-2330-F4F2-1653-18C7502EF60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B0E996-125A-63F8-6B5F-1DB9B2A01F6E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FF7C1B-E44F-81C7-F3B3-D8527D7BB9EE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85B2CF-A972-0C57-0BFA-D6FD8018C556}"/>
              </a:ext>
            </a:extLst>
          </p:cNvPr>
          <p:cNvSpPr/>
          <p:nvPr/>
        </p:nvSpPr>
        <p:spPr>
          <a:xfrm>
            <a:off x="1274197" y="3929484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TACOS</a:t>
            </a:r>
            <a:endParaRPr lang="en-US" sz="6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97EBB4-CE35-986E-D4DB-AB52983A6F1E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B384C6E-E76F-FF11-036C-1FE2F0193A9D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D1D6120-37B4-53E4-7475-FFA00354E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430" y="658477"/>
            <a:ext cx="4361554" cy="3826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131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QUIZ!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DON’T LIKE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                   PIZZA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                       SUSHI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                    NUTS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D.               SPICY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2F1495-9BBB-89D0-54E2-3832BEE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427" y="3465528"/>
            <a:ext cx="983973" cy="884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宅配ピザのイラスト（閉じた状態）">
            <a:extLst>
              <a:ext uri="{FF2B5EF4-FFF2-40B4-BE49-F238E27FC236}">
                <a16:creationId xmlns:a16="http://schemas.microsoft.com/office/drawing/2014/main" id="{28AD92C7-84C7-A3B6-3A60-CA60D40AD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427" y="2147803"/>
            <a:ext cx="1058638" cy="870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E3C905-1FBE-8CD3-C6C6-7E5BA96AF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388" y="2186564"/>
            <a:ext cx="1340148" cy="847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0C7512EB-9163-2E82-4704-970D1F6C5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436" y="3659268"/>
            <a:ext cx="847233" cy="42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2517"/>
            <a:ext cx="9144000" cy="665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ANSWER!</a:t>
            </a:r>
            <a:endParaRPr lang="en-US" sz="6000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506049"/>
            <a:ext cx="9144000" cy="1496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200" y="4033118"/>
            <a:ext cx="8229600" cy="831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0A89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NUTS</a:t>
            </a:r>
            <a:endParaRPr lang="en-US" sz="6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116246"/>
            <a:ext cx="8229600" cy="665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9774D-8F01-C089-91E0-EA7E3C792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308" y="783411"/>
            <a:ext cx="3805384" cy="3419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QUIZ!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AM FROM?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 Japan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 Russia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 Mexico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D.  America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F6F8"/>
                </a:solidFill>
              </a:rPr>
              <a:t>Answer: C — Spanish! 🇪🇸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</a:rPr>
              <a:t>[irasutoya: search "quiz teacher" on irasutoya.com and paste image here]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D1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ANSWER!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199" y="386417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AMERICA</a:t>
            </a:r>
            <a:endParaRPr lang="en-US" sz="7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 descr=" ">
            <a:extLst>
              <a:ext uri="{FF2B5EF4-FFF2-40B4-BE49-F238E27FC236}">
                <a16:creationId xmlns:a16="http://schemas.microsoft.com/office/drawing/2014/main" id="{8AFD656E-EDA0-DEA9-AAA1-23EC192A1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107" y="1005840"/>
            <a:ext cx="5227784" cy="275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QUIZ!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HAVE _ CATS, _ DOGS.</a:t>
            </a:r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 1 CAT, 3 DOGS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 2 CATS, 4 DOGS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 3 CATS, 4 DOGS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D.  3 CATS, 4 DOGS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6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1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ANSWER!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200" y="386792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92D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CATS &amp; 4 DOGS!</a:t>
            </a:r>
            <a:endParaRPr lang="en-US" sz="6600" dirty="0">
              <a:solidFill>
                <a:srgbClr val="92D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65E80F-EEEE-9E97-06E6-A7605F9F3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5939" y="839406"/>
            <a:ext cx="2513236" cy="2598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40CCC3-83BE-8730-16E9-2E38698D1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14" y="1314361"/>
            <a:ext cx="2479026" cy="2563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2474D3-D8A7-0FF0-5C29-EF0C0F799F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976" y="839406"/>
            <a:ext cx="3884288" cy="3028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59A7A-BA1F-D14A-A017-46A95BCA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A1981B-940F-E9DB-DB99-AC73ABF7623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E98494-AABF-293C-E815-14D3A8D5F4ED}"/>
              </a:ext>
            </a:extLst>
          </p:cNvPr>
          <p:cNvSpPr/>
          <p:nvPr/>
        </p:nvSpPr>
        <p:spPr>
          <a:xfrm>
            <a:off x="274320" y="45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QUIZ!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B0FD96-2D4C-5A86-5A3B-997B30B6FE8C}"/>
              </a:ext>
            </a:extLst>
          </p:cNvPr>
          <p:cNvSpPr/>
          <p:nvPr/>
        </p:nvSpPr>
        <p:spPr>
          <a:xfrm>
            <a:off x="274320" y="64008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 THE COLOR</a:t>
            </a:r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3B53FA-A8E7-8E44-A02D-429BB6A28557}"/>
              </a:ext>
            </a:extLst>
          </p:cNvPr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0CBB37-12EF-5A54-03B2-257DB8295C92}"/>
              </a:ext>
            </a:extLst>
          </p:cNvPr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 BLACK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6978603-93BB-C7C7-EC5D-724D56113781}"/>
              </a:ext>
            </a:extLst>
          </p:cNvPr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AE772B-FDC1-58D8-F264-5A977A01DFBB}"/>
              </a:ext>
            </a:extLst>
          </p:cNvPr>
          <p:cNvSpPr/>
          <p:nvPr/>
        </p:nvSpPr>
        <p:spPr>
          <a:xfrm>
            <a:off x="480060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 WHITE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49CB69-4AD3-6CC8-ED0D-2C127E476683}"/>
              </a:ext>
            </a:extLst>
          </p:cNvPr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FCFA85-08F2-B271-FEFB-8A34C53E9A8D}"/>
              </a:ext>
            </a:extLst>
          </p:cNvPr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GREEN </a:t>
            </a:r>
            <a:endParaRPr lang="en-US" sz="6000" dirty="0">
              <a:solidFill>
                <a:srgbClr val="00B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C96C07-8858-E05C-A72D-32017A802AEA}"/>
              </a:ext>
            </a:extLst>
          </p:cNvPr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C1AC9A1-D816-F4FF-3179-CBC5E0F32E05}"/>
              </a:ext>
            </a:extLst>
          </p:cNvPr>
          <p:cNvSpPr/>
          <p:nvPr/>
        </p:nvSpPr>
        <p:spPr>
          <a:xfrm>
            <a:off x="4800600" y="3383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D.  YELLOW</a:t>
            </a:r>
            <a:endParaRPr lang="en-US" sz="4800" dirty="0">
              <a:solidFill>
                <a:srgbClr val="FFF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419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7BF54-8D2A-89D7-92A3-658A4346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B90691-B284-BA29-F4CE-D862DF98073F}"/>
              </a:ext>
            </a:extLst>
          </p:cNvPr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1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ANSWER!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4BBC5D-1706-7C6B-7216-173695E91F4B}"/>
              </a:ext>
            </a:extLst>
          </p:cNvPr>
          <p:cNvSpPr/>
          <p:nvPr/>
        </p:nvSpPr>
        <p:spPr>
          <a:xfrm>
            <a:off x="0" y="9144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2D0152-BDD8-E1BF-C074-826134A879AB}"/>
              </a:ext>
            </a:extLst>
          </p:cNvPr>
          <p:cNvSpPr/>
          <p:nvPr/>
        </p:nvSpPr>
        <p:spPr>
          <a:xfrm>
            <a:off x="457200" y="396028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BLACK</a:t>
            </a:r>
            <a:endParaRPr lang="en-US" sz="6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C8009BC-B8CF-D60A-1342-EEC935577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29588">
            <a:off x="3017929" y="761566"/>
            <a:ext cx="3329814" cy="332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086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42085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HOBBIES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6862-D130-019E-383D-6A736CF66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6E4BC7D-05EE-9DB8-FB3B-6AF1A8FF9E30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BD66AFB-4B90-9296-7733-8053A40EBA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817"/>
          <a:stretch>
            <a:fillRect/>
          </a:stretch>
        </p:blipFill>
        <p:spPr bwMode="auto">
          <a:xfrm>
            <a:off x="2574115" y="403064"/>
            <a:ext cx="4023636" cy="39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00A2751-C169-64C6-936C-402E8536536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E27E34-E5E6-8035-3E79-B560207383EF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ENJOY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BF65FC-D393-87B5-76C1-BC527A00ECE3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D0737F-F0D1-3310-BF09-BD4948FA0327}"/>
              </a:ext>
            </a:extLst>
          </p:cNvPr>
          <p:cNvSpPr/>
          <p:nvPr/>
        </p:nvSpPr>
        <p:spPr>
          <a:xfrm>
            <a:off x="1274197" y="4080189"/>
            <a:ext cx="6595606" cy="957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PAINTING/DRAWING</a:t>
            </a:r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2283C5-D00E-623C-4FBE-0F5BDDC72D05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1739B0-859C-CBF0-55D3-FE9639525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995"/>
          <a:stretch>
            <a:fillRect/>
          </a:stretch>
        </p:blipFill>
        <p:spPr bwMode="auto">
          <a:xfrm>
            <a:off x="2576456" y="400716"/>
            <a:ext cx="1836110" cy="39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C350AD-07F2-22E3-1E8E-12CE724841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1741" y="1010242"/>
            <a:ext cx="1470028" cy="1470028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4F7DCCB-77EC-07AA-419D-DE1637743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09" t="34665" r="43170" b="59389"/>
          <a:stretch>
            <a:fillRect/>
          </a:stretch>
        </p:blipFill>
        <p:spPr bwMode="auto">
          <a:xfrm>
            <a:off x="4334584" y="1786596"/>
            <a:ext cx="507740" cy="23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603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EC7E-C08B-DC8C-6D19-4EC63ABC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1C3A24B2-316D-E4A8-588C-9CD7818A8811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72DCB7C-3DF0-244C-34B5-CC3BAF0DFEA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EF79D4-23B6-3D85-AE36-5C1AA2DA4532}"/>
              </a:ext>
            </a:extLst>
          </p:cNvPr>
          <p:cNvSpPr/>
          <p:nvPr/>
        </p:nvSpPr>
        <p:spPr>
          <a:xfrm>
            <a:off x="274319" y="54864"/>
            <a:ext cx="421816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DRAWING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B51FB4-7B03-3555-8359-948DB13BD50E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3FC859-8362-6816-9BA5-CB0934008774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54F0EE-DA68-BF65-9BC6-F024CD32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006" y="561758"/>
            <a:ext cx="5432256" cy="452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30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5A95-FCBE-AA17-CC00-A10976BB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4E24C4C-BB95-E3AA-7EDC-7E0BD24B09E6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57E8B45-6936-096D-6B01-BD7954FF004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AF6744-DF73-D350-60A5-488B9F115DF5}"/>
              </a:ext>
            </a:extLst>
          </p:cNvPr>
          <p:cNvSpPr/>
          <p:nvPr/>
        </p:nvSpPr>
        <p:spPr>
          <a:xfrm>
            <a:off x="274319" y="54864"/>
            <a:ext cx="421816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DRAWING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6D1082-6941-DDD7-C8F5-D190FA465026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248B46-0766-7E1E-25EB-4166E6004599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5D5178-75EA-32DD-60BC-2F7014A9A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0041" y="1019521"/>
            <a:ext cx="6420186" cy="36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27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012E-51FF-D7A2-9751-846FACCF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FA74B72-E40C-6B31-F9B5-EE621E9AB92F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710BA8F-2993-B20D-753E-FF1CFA23AEF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F0F03B-B0C2-19C4-FCF8-AA1490C3618E}"/>
              </a:ext>
            </a:extLst>
          </p:cNvPr>
          <p:cNvSpPr/>
          <p:nvPr/>
        </p:nvSpPr>
        <p:spPr>
          <a:xfrm>
            <a:off x="274319" y="54864"/>
            <a:ext cx="421816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 DRAWING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5F1248-E9F8-06AA-90B2-03E29ADF10F2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544C6C6-9140-6F62-84DA-AD4E853F788A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869E6A-AF55-910E-66F0-8A5E8F1212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4244" y="673957"/>
            <a:ext cx="1736035" cy="1736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CA74FA-42B7-7D18-604A-D1C285D46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244" y="3036473"/>
            <a:ext cx="1736035" cy="17360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EEF3B1-7E20-A878-E295-ACEE839A5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506" y="2898982"/>
            <a:ext cx="1873526" cy="18735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0E239B-C682-3F8E-1869-63157D38D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4507" y="613329"/>
            <a:ext cx="1873526" cy="18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79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3737-3243-5EEC-8192-13523DDD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394F91-EF48-5493-774E-7DA4EF8F731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F7801-3888-C137-195B-4A9CC0903FA8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ENJOY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E1897D-5A1B-1998-3F29-F0D4F9F11AF1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6AEF5D-847C-B023-9893-E1C3B204843B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B5F776-24E7-DA37-60A7-9FD796632ECB}"/>
              </a:ext>
            </a:extLst>
          </p:cNvPr>
          <p:cNvSpPr/>
          <p:nvPr/>
        </p:nvSpPr>
        <p:spPr>
          <a:xfrm>
            <a:off x="1274197" y="4080189"/>
            <a:ext cx="6595606" cy="957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SWIMMING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DAAFFB-B30B-8CB0-31DF-32D40477947C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2E634A0-17C6-742F-1F23-6C09E0B65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539" y="565492"/>
            <a:ext cx="4915334" cy="401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670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BDF1-2DEB-563E-9B90-3ECE10220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98C736-8D59-BAD1-2E18-E4F779DF200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7AD2C2-0EAD-1253-E174-156931DD387B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ENJOY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B08B16-5ACB-C8F8-6990-9DD1B2DA9B09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73882A-2493-C07A-6A35-7136F3C3DA9C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0B53D2-1485-F39C-7711-7A1ACC134AE8}"/>
              </a:ext>
            </a:extLst>
          </p:cNvPr>
          <p:cNvSpPr/>
          <p:nvPr/>
        </p:nvSpPr>
        <p:spPr>
          <a:xfrm>
            <a:off x="1274197" y="4080189"/>
            <a:ext cx="6595606" cy="957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F30B5E-8823-5728-874E-34C65C0FE577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27A9AD4-14D9-A5CC-A1B8-543B92AD9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059" y="269123"/>
            <a:ext cx="4118150" cy="411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914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AC6C-1F24-52C6-E2C5-A4670CA3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38DEFE-E30B-DEF8-105A-CA65EA7D589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703BA6-D907-01CD-2E70-4F767BEBD951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ENJOY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894F6A-4E92-3DFC-2BE1-894436679240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FB4C76-CB3A-08FF-CC0B-DC1B207ADC69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D809B7-AEAF-4AB9-C77A-220D702F2151}"/>
              </a:ext>
            </a:extLst>
          </p:cNvPr>
          <p:cNvSpPr/>
          <p:nvPr/>
        </p:nvSpPr>
        <p:spPr>
          <a:xfrm>
            <a:off x="1274197" y="4080189"/>
            <a:ext cx="6595606" cy="957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MOVIES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2AB47E-7479-75F0-8E3D-ABF94025F58E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8198" name="Picture 6" descr="Doraemon 4D pocket">
            <a:extLst>
              <a:ext uri="{FF2B5EF4-FFF2-40B4-BE49-F238E27FC236}">
                <a16:creationId xmlns:a16="http://schemas.microsoft.com/office/drawing/2014/main" id="{0158FACD-4425-2011-D1EF-950A648A4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0" r="5553"/>
          <a:stretch>
            <a:fillRect/>
          </a:stretch>
        </p:blipFill>
        <p:spPr bwMode="auto">
          <a:xfrm rot="20173044">
            <a:off x="2543375" y="950795"/>
            <a:ext cx="2674062" cy="1855128"/>
          </a:xfrm>
          <a:prstGeom prst="rect">
            <a:avLst/>
          </a:prstGeom>
          <a:noFill/>
          <a:effectLst>
            <a:softEdge rad="3683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7F4F5132-8040-FB0D-F8FA-67575D2B9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2416534" y="610824"/>
            <a:ext cx="4267200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965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D935-0B9E-AF67-70F5-DF272577F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6CDD56-8BA3-FD00-4269-F31E9AA87B3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C0D4D0-413D-15CD-6ED0-F866B9DBA9B6}"/>
              </a:ext>
            </a:extLst>
          </p:cNvPr>
          <p:cNvSpPr/>
          <p:nvPr/>
        </p:nvSpPr>
        <p:spPr>
          <a:xfrm>
            <a:off x="274320" y="548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ENJOY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4C4D7F-669C-9A81-D71A-CE41B88DEA6F}"/>
              </a:ext>
            </a:extLst>
          </p:cNvPr>
          <p:cNvSpPr/>
          <p:nvPr/>
        </p:nvSpPr>
        <p:spPr>
          <a:xfrm>
            <a:off x="1252331" y="506894"/>
            <a:ext cx="6595606" cy="4636606"/>
          </a:xfrm>
          <a:prstGeom prst="rect">
            <a:avLst/>
          </a:prstGeom>
          <a:solidFill>
            <a:srgbClr val="D6EE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BE53D9-1961-A440-4E99-786E65B108EA}"/>
              </a:ext>
            </a:extLst>
          </p:cNvPr>
          <p:cNvSpPr/>
          <p:nvPr/>
        </p:nvSpPr>
        <p:spPr>
          <a:xfrm>
            <a:off x="1252331" y="1254565"/>
            <a:ext cx="6595606" cy="2318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BE2E68-6ABE-2F83-6C93-74E865CB2E7A}"/>
              </a:ext>
            </a:extLst>
          </p:cNvPr>
          <p:cNvSpPr/>
          <p:nvPr/>
        </p:nvSpPr>
        <p:spPr>
          <a:xfrm>
            <a:off x="1274197" y="4080189"/>
            <a:ext cx="6595606" cy="957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AMERICAN FOOTBALL</a:t>
            </a:r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7E0B17-2DC3-58B4-B68F-A8FAFA8D798A}"/>
              </a:ext>
            </a:extLst>
          </p:cNvPr>
          <p:cNvSpPr/>
          <p:nvPr/>
        </p:nvSpPr>
        <p:spPr>
          <a:xfrm>
            <a:off x="1252331" y="4153475"/>
            <a:ext cx="6595606" cy="811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9267837-8C61-D379-789B-51561C551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04" y="707066"/>
            <a:ext cx="3756992" cy="372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492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00364" y="914400"/>
            <a:ext cx="10344728" cy="36363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353586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⭕ LIKE </a:t>
            </a:r>
          </a:p>
          <a:p>
            <a:pPr algn="ctr"/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 </a:t>
            </a:r>
          </a:p>
          <a:p>
            <a:pPr algn="ctr"/>
            <a:r>
              <a:rPr lang="en-US" sz="7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❌ </a:t>
            </a: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DISLIKE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BE2FD-1F6D-9AB6-EFBC-C5786A8A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57DE68-011D-8F77-C4EC-513E85ED90C6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99C1E1-E26C-729F-1545-51AAFFCD0034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EBB888-0B22-76D3-55A7-66DE06CC6EBA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CAC6794-0404-AAA9-B6A5-C7677435C34B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PUZZLES</a:t>
            </a:r>
            <a:endParaRPr lang="en-US" sz="6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B689F0-5435-544B-40C2-887D86ECD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628" y="531160"/>
            <a:ext cx="3508742" cy="3127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8598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FB72C-7469-91CD-6C65-16856071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5DA433-7D59-9C74-5D55-662025D263CE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1A74BA-F1E0-3040-A64C-6355B151D42B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⭕  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62754C-A8C5-932D-457A-76842F69DBF8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1589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878EF-F989-3A2C-3499-289EF452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F3C79E-17B2-9B56-6045-A791B262CEC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ACAF15-0B84-8B3A-B558-BE444EABA26F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FD7F755-F9F1-7FE3-56E7-2FD945192195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C916905-3999-7EB5-D29D-2E77EB028C88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VOLLEYBALL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7F49B7-FC70-9DC0-63CE-E16D179DE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709" y="628818"/>
            <a:ext cx="2552995" cy="290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219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E1D54-BCB3-538C-0B45-2A7C5B73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4954AC-8FF7-2396-5777-3FD1DE81FD69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9C8D9E-6AB7-E679-BF3B-D1D075CC54CA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DISLIKE!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263803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A7555-816E-A980-F1BE-0B4997C0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9AD221-DF1D-D248-9CAE-CD1364CCED7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8C2918-E8F4-BFAE-BCBB-2409AA604CD0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7914682-0BF3-316C-45F8-DB6FC490072F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1832E6C2-1ACF-D318-2BA0-9C7998265C77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PENGUINS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B81A0-F3A5-164D-0847-4D882E50F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092" y="720288"/>
            <a:ext cx="2019815" cy="28177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3886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A3FC1-54F3-1565-0F34-C1F7E8E6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2DF463-28D2-BA54-5B6E-FFA0995F377E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9FCD17-79FA-C597-06CD-6E750652CB01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⭕  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2560A9-DA59-9476-3D28-DD2C0B76F771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494104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3DF6C-6EF5-527B-39EC-88C6EC28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5AA111-BE31-B109-B041-86B4BDA36D9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D4A656-0DDD-3FF5-2A68-36FEBE6D4191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739796B-AC90-C745-441F-CB8DC166B57E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309E3E7-B5AD-80D1-ACA3-B0E529032E37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SNAKES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57F251-1DD5-19FF-672B-1A063664F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451" y="730959"/>
            <a:ext cx="2903371" cy="290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6446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0E7EE-646E-8FC6-4DCE-2208AA48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AAA4C6-65CC-6EAB-50F9-27E791C5321B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DFFA5E-4D68-7B61-3576-65BA9F5247E5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⭕  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A64CB8-BC3E-D52D-BC04-C2C85BA936D1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05133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424F2-B4A9-E896-3BD2-61F91676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9387ED-62E7-8565-D6E3-F164F4E2699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BE3AE7-D9F0-01B7-86A5-1C870B3B8867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ACD67B0-98D8-D4AF-C992-3518A2D60EE2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0DE9049-80EF-668A-E892-35DC735033AD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MOUSE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56FD9D2-5F83-2698-24FC-010BAC3E0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073" y="444738"/>
            <a:ext cx="3500266" cy="319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8971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5C45D-B4D4-D3AC-2455-B09A7521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A1BDDD-BACD-4819-DFD6-D75DC06771E8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DA60AD-C322-65BB-822C-FEF13015B5B9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❌  DISLIKE!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035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B5F7F-7141-C699-7A54-CE38DDE9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EA7A08-47BB-326D-843F-A48CDD7F3A5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B64C31-6C87-B859-DACB-64F7245A7F92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4D698FC-C2E4-1E15-980C-8819B93E2E59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092D3A84-5F2B-959E-D06F-B1E2329BDA4F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F1 RACE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10FC4DC-3102-B565-8B8F-29F81193D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444" y="173186"/>
            <a:ext cx="4311113" cy="351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5401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ADA61-AEC1-08B6-B441-D09F119B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221E67-C807-B59E-F5C6-3E7FB79423AC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332180-FF00-7AA3-0CC3-AA69EE4E0E12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⭕  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060B93-61AE-FF66-C9A0-8B9B064405C6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472686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16668-37C1-9498-BE81-CE493149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6A1237-22DF-0BC9-1901-B123BD139C0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609F72-BD47-44A0-7F03-DDE43A1F63C3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846E098-CBDD-29FA-27F0-9371E0D7F155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0523E32-808C-11E3-035F-38EAFA0D8DE3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SKY DIVING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CDC72E8-AA77-0BD4-FDE2-39B01D784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917" y="483649"/>
            <a:ext cx="3478579" cy="319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9663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90D8C-8DE9-F1CA-471E-A7E01D633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77F812-087D-2769-B63E-D7788AB14243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E7DF0E-D1F5-C160-6735-BB64593A4B56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❌  DISLIKE!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8440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8356-1F22-4B31-AB4E-65797490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E6CE56-0737-0779-595E-4B10C8ACCFC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383DD1-9698-3E82-8CBA-D3EE8D7BFD39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DBA656F-7A84-2B28-D8C6-A5D87ACC0FF2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35E4FD6-3CB1-3811-6260-0A5D438F59CE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COCONUT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DE8E989-A94B-1646-12AD-31B9E06F7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838" y="252228"/>
            <a:ext cx="3604592" cy="360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984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A0E6D-02EC-BC43-607F-62911F79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F7D5C1-FD7F-806A-D72A-BE34E7465E23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8A5CAA-665A-9DC9-6330-8D43CC9A86B8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❌  DISLIKE!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263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670E-F171-D643-0D85-53B1B40F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C8D44-4D66-04D1-80F9-A9388224BEE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0A9EB5-6885-23B2-A98D-BF655EB16A15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5934553-378B-66F0-2A41-0D2DCAC7A3B5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F74DF604-145D-511F-56A6-9FD12FE9478A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</a:rPr>
              <a:t>MAHJONG</a:t>
            </a:r>
            <a:endParaRPr lang="en-US" sz="60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37C1AAC-4F2D-C252-CFD6-51FB8D6AF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843" y="527160"/>
            <a:ext cx="2992582" cy="299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55791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0A66F-6CF4-57AE-0701-823ECF55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CBE180-AF7B-343B-CD09-019D3DCAF77A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2E5112-024D-C439-7552-40A6F5201717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⭕  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D230CE-3A81-658B-BF0D-153B8FE16821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41162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FE47-44AB-F477-C82E-DEE6BDB3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C19E18-084E-5BA3-5570-888E82E5C8D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6E1E3B-690F-115B-D514-9A72F40C1D8F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A5A59D-4C25-1232-2A76-905C19E71D07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E9E6824-713D-19AE-9341-1E599427A7A5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KAIJU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99CE728-BE5D-F42B-C9B8-8EB32A23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686" y="394000"/>
            <a:ext cx="5012896" cy="33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945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DE9B8-3781-6A2F-4E7E-80492944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FDED89-4674-C916-3A14-19C0AB7258BA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CE17E2-7E6F-B2A0-5DF5-90E5F1AA1842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⭕  LIKE!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6068A6-CCA4-4D7E-CFDD-F3EF9F02F50D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31109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B957-1DB6-4749-C4BA-06405E3E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76CAEF-CB51-6692-6318-9465F66D53C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85B509-4D27-CF75-568E-DDE030F71A2B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3DB4E5B-017F-0CF2-3360-33A254E2B757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3737431-D28A-8F8C-97B3-50B8C303153D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CHOCOLATE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BE1B7C-0716-8391-332F-30AABE393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66928"/>
            <a:ext cx="4267200" cy="293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9640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E5581-2B50-B2DB-3829-A015B7236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E3A8EC-96AC-E2A6-EBB6-E72555AFC26F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B3160A-9F6D-9239-CD7E-892CE6223D51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❌  DISLIKE!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8619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64550-3230-772F-3863-724E88F5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B3B23C-8B5A-1C4F-C49F-59C41D19ED64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5CFB55-B8E2-3065-074F-66F3BDA228C5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DF99E9-184F-4E0A-565E-7FB5AD3EE7E2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61FA7B1-2864-6C1A-97BD-DFF413B2209A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FISHING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9BD0B-25F3-913F-C809-ABE320E58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797" y="438912"/>
            <a:ext cx="2724646" cy="308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1860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37DD3-735E-C939-678D-C75690AC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F5DB6E-A4CF-C55C-7800-0A6338092EF3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79F1EC-F506-FE65-663C-3C563FD7C23B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⭕  LIKE!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67D7D1-0361-4FE5-185D-9C70793484EF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069779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3983-8604-4160-909A-ADA3FF32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FBEE07-E9B7-46DE-747C-CEF1EA0244F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782A1C-F64C-2617-E2B9-265643E95CFF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E42735F-E4E4-4BC4-756A-2A1CF9F527E5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3AF6316-0B6F-3E25-751A-13BEA84CCB35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ANTS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D87D5BD-D77F-6F98-31F9-EE5412576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108" y="0"/>
            <a:ext cx="4157784" cy="41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119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81D0E-3FDA-E373-CE6C-42627F68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A7AA98-702C-B039-13AB-0ADBA7391EE7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solidFill>
            <a:srgbClr val="EF6C57"/>
          </a:solidFill>
          <a:ln w="12700">
            <a:solidFill>
              <a:srgbClr val="EF6C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9D0918-AB19-6F88-3D43-57882E3C7D9C}"/>
              </a:ext>
            </a:extLst>
          </p:cNvPr>
          <p:cNvSpPr/>
          <p:nvPr/>
        </p:nvSpPr>
        <p:spPr>
          <a:xfrm>
            <a:off x="914400" y="16573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❌  DISLIKE!</a:t>
            </a:r>
            <a:endParaRPr lang="en-US" sz="5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155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606F-97DB-BAD3-B633-90EB83F3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DC396F-3215-5C9A-0B2E-A7364D442E5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4C4D84-353C-A9F4-5F71-EAF7B7AD8104}"/>
              </a:ext>
            </a:extLst>
          </p:cNvPr>
          <p:cNvSpPr/>
          <p:nvPr/>
        </p:nvSpPr>
        <p:spPr>
          <a:xfrm>
            <a:off x="274320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 or Dislike!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68D6637-D600-B800-70A4-BBC86251ED5A}"/>
              </a:ext>
            </a:extLst>
          </p:cNvPr>
          <p:cNvSpPr/>
          <p:nvPr/>
        </p:nvSpPr>
        <p:spPr>
          <a:xfrm>
            <a:off x="739302" y="502920"/>
            <a:ext cx="7665396" cy="4640580"/>
          </a:xfrm>
          <a:prstGeom prst="rect">
            <a:avLst/>
          </a:prstGeom>
          <a:solidFill>
            <a:srgbClr val="E8F8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1F06C231-EA30-BAF3-D778-90E660390E24}"/>
              </a:ext>
            </a:extLst>
          </p:cNvPr>
          <p:cNvSpPr/>
          <p:nvPr/>
        </p:nvSpPr>
        <p:spPr>
          <a:xfrm>
            <a:off x="1252331" y="3281698"/>
            <a:ext cx="6595606" cy="11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A23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DINOSAUR</a:t>
            </a:r>
            <a:endParaRPr lang="en-US" sz="6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F470B99-FECD-555A-1219-DD534579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822" y="262807"/>
            <a:ext cx="4207745" cy="346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1656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C6F11-4069-C1F2-9554-5AB557E1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D3328A-8725-905D-742C-596CB82F4278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30DF7-4515-1F14-3F53-C1441DBD239F}"/>
              </a:ext>
            </a:extLst>
          </p:cNvPr>
          <p:cNvSpPr/>
          <p:nvPr/>
        </p:nvSpPr>
        <p:spPr>
          <a:xfrm>
            <a:off x="914400" y="1558455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⭕  LIKE!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00773C-BEF1-358B-7828-77A67A57A5F7}"/>
              </a:ext>
            </a:extLst>
          </p:cNvPr>
          <p:cNvSpPr/>
          <p:nvPr/>
        </p:nvSpPr>
        <p:spPr>
          <a:xfrm>
            <a:off x="365760" y="27432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445377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63319"/>
            <a:ext cx="9144000" cy="362150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0" y="1523202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YOU HAVE ANY QUESTIONS?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8494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EEAE4"/>
                </a:solidFill>
              </a:rPr>
              <a:t>FOR EXAMPLE: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330664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D166"/>
                </a:solidFill>
              </a:rPr>
              <a:t>DO YOU LIKE __?·  WHAT IS YOUR FAVORITE___?  ·  CAN YOU___?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4066335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D166"/>
                </a:solidFill>
              </a:rPr>
              <a:t>HOW MANY___?  ·  WHERE DO YOU___?</a:t>
            </a:r>
            <a:endParaRPr lang="en-US" sz="32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F3EEFB5-D63B-F3BE-F769-F843E6D54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618" y="-224283"/>
            <a:ext cx="2670764" cy="169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BB44AA-AA84-869F-98A8-25844EE04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" y="1099"/>
            <a:ext cx="1261353" cy="126134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324897"/>
            <a:ext cx="9144000" cy="10287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79" y="548640"/>
            <a:ext cx="679288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 you next time!</a:t>
            </a:r>
            <a:endParaRPr lang="en-US" sz="8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395213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FD1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 for listening!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280246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8919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C894C4-3E30-C97E-AFB5-170285019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-5438"/>
            <a:ext cx="2323422" cy="2323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3823</TotalTime>
  <Words>463</Words>
  <Application>Microsoft Office PowerPoint</Application>
  <PresentationFormat>On-screen Show (16:9)</PresentationFormat>
  <Paragraphs>213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Arial</vt:lpstr>
      <vt:lpstr>Arial Black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Brandon's Self-Introduction — Grade 5–6</dc:title>
  <dc:subject>PptxGenJS Presentation</dc:subject>
  <dc:creator>PptxGenJS</dc:creator>
  <cp:lastModifiedBy>Brandon Galich</cp:lastModifiedBy>
  <cp:revision>41</cp:revision>
  <dcterms:created xsi:type="dcterms:W3CDTF">2026-04-12T11:18:04Z</dcterms:created>
  <dcterms:modified xsi:type="dcterms:W3CDTF">2026-05-12T04:03:39Z</dcterms:modified>
</cp:coreProperties>
</file>