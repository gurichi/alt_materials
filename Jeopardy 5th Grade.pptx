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320" r:id="rId13"/>
    <p:sldId id="321" r:id="rId14"/>
    <p:sldId id="322" r:id="rId15"/>
    <p:sldId id="323" r:id="rId16"/>
    <p:sldId id="324" r:id="rId17"/>
    <p:sldId id="325" r:id="rId18"/>
    <p:sldId id="326" r:id="rId19"/>
    <p:sldId id="327" r:id="rId20"/>
    <p:sldId id="328" r:id="rId21"/>
    <p:sldId id="329" r:id="rId22"/>
    <p:sldId id="330" r:id="rId23"/>
    <p:sldId id="331" r:id="rId24"/>
    <p:sldId id="332" r:id="rId25"/>
    <p:sldId id="333" r:id="rId26"/>
    <p:sldId id="334" r:id="rId27"/>
    <p:sldId id="335" r:id="rId28"/>
    <p:sldId id="336" r:id="rId29"/>
    <p:sldId id="337" r:id="rId30"/>
    <p:sldId id="338" r:id="rId31"/>
    <p:sldId id="339" r:id="rId32"/>
    <p:sldId id="340" r:id="rId33"/>
    <p:sldId id="341" r:id="rId34"/>
    <p:sldId id="342" r:id="rId35"/>
    <p:sldId id="343" r:id="rId36"/>
    <p:sldId id="344" r:id="rId37"/>
    <p:sldId id="345" r:id="rId38"/>
    <p:sldId id="346" r:id="rId39"/>
    <p:sldId id="347" r:id="rId40"/>
    <p:sldId id="348" r:id="rId41"/>
    <p:sldId id="349" r:id="rId42"/>
    <p:sldId id="350" r:id="rId43"/>
    <p:sldId id="351" r:id="rId44"/>
    <p:sldId id="352" r:id="rId45"/>
    <p:sldId id="353" r:id="rId46"/>
    <p:sldId id="354" r:id="rId47"/>
    <p:sldId id="355" r:id="rId48"/>
    <p:sldId id="356" r:id="rId49"/>
    <p:sldId id="357" r:id="rId50"/>
    <p:sldId id="358" r:id="rId51"/>
    <p:sldId id="359" r:id="rId52"/>
    <p:sldId id="360" r:id="rId53"/>
    <p:sldId id="361" r:id="rId54"/>
    <p:sldId id="362" r:id="rId55"/>
    <p:sldId id="363" r:id="rId56"/>
    <p:sldId id="364" r:id="rId57"/>
    <p:sldId id="365" r:id="rId58"/>
    <p:sldId id="366" r:id="rId59"/>
    <p:sldId id="367" r:id="rId60"/>
    <p:sldId id="368" r:id="rId61"/>
    <p:sldId id="369" r:id="rId62"/>
    <p:sldId id="370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kiosk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79" autoAdjust="0"/>
    <p:restoredTop sz="94660"/>
  </p:normalViewPr>
  <p:slideViewPr>
    <p:cSldViewPr snapToGrid="0">
      <p:cViewPr>
        <p:scale>
          <a:sx n="75" d="100"/>
          <a:sy n="75" d="100"/>
        </p:scale>
        <p:origin x="4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8166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8458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533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184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9852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8128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8292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6342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252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8275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9712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918471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38975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2144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62645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09165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61427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EAFEFCC-1666-44EE-9419-B7DD36F5812D}"/>
              </a:ext>
            </a:extLst>
          </p:cNvPr>
          <p:cNvSpPr/>
          <p:nvPr userDrawn="1"/>
        </p:nvSpPr>
        <p:spPr>
          <a:xfrm>
            <a:off x="1" y="0"/>
            <a:ext cx="12418142" cy="778714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B4CC920-4672-4512-A7A8-C57C9B793BAB}"/>
              </a:ext>
            </a:extLst>
          </p:cNvPr>
          <p:cNvSpPr/>
          <p:nvPr userDrawn="1"/>
        </p:nvSpPr>
        <p:spPr>
          <a:xfrm>
            <a:off x="908159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2E12B47-1B4B-49C1-A25C-2982F62DA8E6}"/>
              </a:ext>
            </a:extLst>
          </p:cNvPr>
          <p:cNvSpPr/>
          <p:nvPr userDrawn="1"/>
        </p:nvSpPr>
        <p:spPr>
          <a:xfrm>
            <a:off x="2718802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002F83C-865E-44D3-81B3-5AA9DBB46E94}"/>
              </a:ext>
            </a:extLst>
          </p:cNvPr>
          <p:cNvSpPr/>
          <p:nvPr userDrawn="1"/>
        </p:nvSpPr>
        <p:spPr>
          <a:xfrm>
            <a:off x="4519615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1905134-26C1-4386-9BD1-508F58845F84}"/>
              </a:ext>
            </a:extLst>
          </p:cNvPr>
          <p:cNvSpPr/>
          <p:nvPr userDrawn="1"/>
        </p:nvSpPr>
        <p:spPr>
          <a:xfrm>
            <a:off x="6330258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C9CE543-1B1D-4011-997B-EA632DE8991E}"/>
              </a:ext>
            </a:extLst>
          </p:cNvPr>
          <p:cNvSpPr/>
          <p:nvPr userDrawn="1"/>
        </p:nvSpPr>
        <p:spPr>
          <a:xfrm>
            <a:off x="8140901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D959860-E161-4D3F-9396-AE52212572B7}"/>
              </a:ext>
            </a:extLst>
          </p:cNvPr>
          <p:cNvSpPr/>
          <p:nvPr userDrawn="1"/>
        </p:nvSpPr>
        <p:spPr>
          <a:xfrm>
            <a:off x="9951546" y="158728"/>
            <a:ext cx="1584000" cy="900000"/>
          </a:xfrm>
          <a:prstGeom prst="rect">
            <a:avLst/>
          </a:prstGeom>
          <a:solidFill>
            <a:srgbClr val="7030A0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B1EB8B9-87F7-49CC-B956-42D92C4F0A6F}"/>
              </a:ext>
            </a:extLst>
          </p:cNvPr>
          <p:cNvSpPr/>
          <p:nvPr userDrawn="1"/>
        </p:nvSpPr>
        <p:spPr>
          <a:xfrm>
            <a:off x="913074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6AA8DDE-0F2E-4C4A-B718-6EA628DBC341}"/>
              </a:ext>
            </a:extLst>
          </p:cNvPr>
          <p:cNvSpPr/>
          <p:nvPr userDrawn="1"/>
        </p:nvSpPr>
        <p:spPr>
          <a:xfrm>
            <a:off x="908159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8A2466E-C666-4542-90E5-2363B0901990}"/>
              </a:ext>
            </a:extLst>
          </p:cNvPr>
          <p:cNvSpPr/>
          <p:nvPr userDrawn="1"/>
        </p:nvSpPr>
        <p:spPr>
          <a:xfrm>
            <a:off x="913074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7405860-161B-4655-B251-D0BE8389B56C}"/>
              </a:ext>
            </a:extLst>
          </p:cNvPr>
          <p:cNvSpPr/>
          <p:nvPr userDrawn="1"/>
        </p:nvSpPr>
        <p:spPr>
          <a:xfrm>
            <a:off x="908159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D681AD2-374D-41C4-87C1-AF9E38AA6A82}"/>
              </a:ext>
            </a:extLst>
          </p:cNvPr>
          <p:cNvSpPr/>
          <p:nvPr userDrawn="1"/>
        </p:nvSpPr>
        <p:spPr>
          <a:xfrm>
            <a:off x="913074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9134CB8-9583-4E95-AB7C-06037EDEB6A6}"/>
              </a:ext>
            </a:extLst>
          </p:cNvPr>
          <p:cNvSpPr/>
          <p:nvPr userDrawn="1"/>
        </p:nvSpPr>
        <p:spPr>
          <a:xfrm>
            <a:off x="2718802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ACA2FBB-65F0-489C-A774-BB6DCAD40BC5}"/>
              </a:ext>
            </a:extLst>
          </p:cNvPr>
          <p:cNvSpPr/>
          <p:nvPr userDrawn="1"/>
        </p:nvSpPr>
        <p:spPr>
          <a:xfrm>
            <a:off x="2713887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E3FA67E-DAC4-4178-A2B5-3A5E72B80C3B}"/>
              </a:ext>
            </a:extLst>
          </p:cNvPr>
          <p:cNvSpPr/>
          <p:nvPr userDrawn="1"/>
        </p:nvSpPr>
        <p:spPr>
          <a:xfrm>
            <a:off x="2718802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EF5B432-F8A0-4F60-B0F2-9D3C83AA4C31}"/>
              </a:ext>
            </a:extLst>
          </p:cNvPr>
          <p:cNvSpPr/>
          <p:nvPr userDrawn="1"/>
        </p:nvSpPr>
        <p:spPr>
          <a:xfrm>
            <a:off x="2713887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1ACE152-F599-4E30-941B-29842CA9A745}"/>
              </a:ext>
            </a:extLst>
          </p:cNvPr>
          <p:cNvSpPr/>
          <p:nvPr userDrawn="1"/>
        </p:nvSpPr>
        <p:spPr>
          <a:xfrm>
            <a:off x="2718802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84F451EB-89F5-4AC3-996D-07478171CC59}"/>
              </a:ext>
            </a:extLst>
          </p:cNvPr>
          <p:cNvSpPr/>
          <p:nvPr userDrawn="1"/>
        </p:nvSpPr>
        <p:spPr>
          <a:xfrm>
            <a:off x="4524530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6E262DD-9660-41A6-AC23-7FE8D9427746}"/>
              </a:ext>
            </a:extLst>
          </p:cNvPr>
          <p:cNvSpPr/>
          <p:nvPr userDrawn="1"/>
        </p:nvSpPr>
        <p:spPr>
          <a:xfrm>
            <a:off x="4519615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0297A96-C79F-482A-A449-E1F8177F932E}"/>
              </a:ext>
            </a:extLst>
          </p:cNvPr>
          <p:cNvSpPr/>
          <p:nvPr userDrawn="1"/>
        </p:nvSpPr>
        <p:spPr>
          <a:xfrm>
            <a:off x="4524530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44F4D2B-5C57-49CC-94B0-3CC6F757E494}"/>
              </a:ext>
            </a:extLst>
          </p:cNvPr>
          <p:cNvSpPr/>
          <p:nvPr userDrawn="1"/>
        </p:nvSpPr>
        <p:spPr>
          <a:xfrm>
            <a:off x="4519615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EAFDB23-8531-42DA-8574-FA5D71C857B0}"/>
              </a:ext>
            </a:extLst>
          </p:cNvPr>
          <p:cNvSpPr/>
          <p:nvPr userDrawn="1"/>
        </p:nvSpPr>
        <p:spPr>
          <a:xfrm>
            <a:off x="4524530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FED21AC3-8E51-451D-9F90-4018E3B8F75B}"/>
              </a:ext>
            </a:extLst>
          </p:cNvPr>
          <p:cNvSpPr/>
          <p:nvPr userDrawn="1"/>
        </p:nvSpPr>
        <p:spPr>
          <a:xfrm>
            <a:off x="6330258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FC4BF45B-B18F-4FD3-AE61-4D56CBF6A481}"/>
              </a:ext>
            </a:extLst>
          </p:cNvPr>
          <p:cNvSpPr/>
          <p:nvPr userDrawn="1"/>
        </p:nvSpPr>
        <p:spPr>
          <a:xfrm>
            <a:off x="6325343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BBA803C-BE88-439B-B670-E7B75310F55E}"/>
              </a:ext>
            </a:extLst>
          </p:cNvPr>
          <p:cNvSpPr/>
          <p:nvPr userDrawn="1"/>
        </p:nvSpPr>
        <p:spPr>
          <a:xfrm>
            <a:off x="6330258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E0CA564B-CD3C-4D12-83AF-F45C6A002011}"/>
              </a:ext>
            </a:extLst>
          </p:cNvPr>
          <p:cNvSpPr/>
          <p:nvPr userDrawn="1"/>
        </p:nvSpPr>
        <p:spPr>
          <a:xfrm>
            <a:off x="6325343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9FC20113-1232-4C3D-B0AC-5C845199422F}"/>
              </a:ext>
            </a:extLst>
          </p:cNvPr>
          <p:cNvSpPr/>
          <p:nvPr userDrawn="1"/>
        </p:nvSpPr>
        <p:spPr>
          <a:xfrm>
            <a:off x="6330258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F54F2B0-2145-4F31-9DD9-E146419FCF4C}"/>
              </a:ext>
            </a:extLst>
          </p:cNvPr>
          <p:cNvSpPr/>
          <p:nvPr userDrawn="1"/>
        </p:nvSpPr>
        <p:spPr>
          <a:xfrm>
            <a:off x="8131071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3DA1F3B-7A4F-4AF3-B33B-60B28AD13C76}"/>
              </a:ext>
            </a:extLst>
          </p:cNvPr>
          <p:cNvSpPr/>
          <p:nvPr userDrawn="1"/>
        </p:nvSpPr>
        <p:spPr>
          <a:xfrm>
            <a:off x="8126156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A4C9ED2E-20D7-470E-BC07-664E63FFFC57}"/>
              </a:ext>
            </a:extLst>
          </p:cNvPr>
          <p:cNvSpPr/>
          <p:nvPr userDrawn="1"/>
        </p:nvSpPr>
        <p:spPr>
          <a:xfrm>
            <a:off x="8131071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009BB67E-4E10-493E-8158-BC842BCF93B8}"/>
              </a:ext>
            </a:extLst>
          </p:cNvPr>
          <p:cNvSpPr/>
          <p:nvPr userDrawn="1"/>
        </p:nvSpPr>
        <p:spPr>
          <a:xfrm>
            <a:off x="8126156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F44E89C6-37E7-44CB-8270-F0AC250B1F5B}"/>
              </a:ext>
            </a:extLst>
          </p:cNvPr>
          <p:cNvSpPr/>
          <p:nvPr userDrawn="1"/>
        </p:nvSpPr>
        <p:spPr>
          <a:xfrm>
            <a:off x="8131071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6581D3BD-9DAF-475E-9D8D-BDE94063C573}"/>
              </a:ext>
            </a:extLst>
          </p:cNvPr>
          <p:cNvSpPr/>
          <p:nvPr userDrawn="1"/>
        </p:nvSpPr>
        <p:spPr>
          <a:xfrm>
            <a:off x="9936799" y="1373014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BD787AA3-6401-4794-8965-BC5E32609DA2}"/>
              </a:ext>
            </a:extLst>
          </p:cNvPr>
          <p:cNvSpPr/>
          <p:nvPr userDrawn="1"/>
        </p:nvSpPr>
        <p:spPr>
          <a:xfrm>
            <a:off x="9931884" y="2469312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516B98D-0045-4F43-9166-1908ADCD377E}"/>
              </a:ext>
            </a:extLst>
          </p:cNvPr>
          <p:cNvSpPr/>
          <p:nvPr userDrawn="1"/>
        </p:nvSpPr>
        <p:spPr>
          <a:xfrm>
            <a:off x="9936799" y="3565610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B468D7A-13B0-49C6-9304-41FF0F9612EE}"/>
              </a:ext>
            </a:extLst>
          </p:cNvPr>
          <p:cNvSpPr/>
          <p:nvPr userDrawn="1"/>
        </p:nvSpPr>
        <p:spPr>
          <a:xfrm>
            <a:off x="9931884" y="4661908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C3BF525-B740-48C0-9DCD-1856C3C82D62}"/>
              </a:ext>
            </a:extLst>
          </p:cNvPr>
          <p:cNvSpPr/>
          <p:nvPr userDrawn="1"/>
        </p:nvSpPr>
        <p:spPr>
          <a:xfrm>
            <a:off x="9936799" y="5758206"/>
            <a:ext cx="1584000" cy="900000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2510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EAFEFCC-1666-44EE-9419-B7DD36F5812D}"/>
              </a:ext>
            </a:extLst>
          </p:cNvPr>
          <p:cNvSpPr/>
          <p:nvPr userDrawn="1"/>
        </p:nvSpPr>
        <p:spPr>
          <a:xfrm>
            <a:off x="1" y="0"/>
            <a:ext cx="12418142" cy="778714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4C3BF525-B740-48C0-9DCD-1856C3C82D62}"/>
              </a:ext>
            </a:extLst>
          </p:cNvPr>
          <p:cNvSpPr/>
          <p:nvPr userDrawn="1"/>
        </p:nvSpPr>
        <p:spPr>
          <a:xfrm>
            <a:off x="1102444" y="427998"/>
            <a:ext cx="10213256" cy="5968632"/>
          </a:xfrm>
          <a:prstGeom prst="rect">
            <a:avLst/>
          </a:prstGeom>
          <a:solidFill>
            <a:srgbClr val="0000CC"/>
          </a:solidFill>
          <a:ln>
            <a:solidFill>
              <a:srgbClr val="0000CC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412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CD6CA1-29C4-4F5C-AB26-6E62572D182E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ED18E-9082-4804-A1F2-1849CBD33B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91159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13" Type="http://schemas.openxmlformats.org/officeDocument/2006/relationships/slide" Target="slide55.xml"/><Relationship Id="rId18" Type="http://schemas.openxmlformats.org/officeDocument/2006/relationships/slide" Target="slide47.xml"/><Relationship Id="rId26" Type="http://schemas.openxmlformats.org/officeDocument/2006/relationships/slide" Target="slide11.xml"/><Relationship Id="rId3" Type="http://schemas.openxmlformats.org/officeDocument/2006/relationships/slide" Target="slide13.xml"/><Relationship Id="rId21" Type="http://schemas.openxmlformats.org/officeDocument/2006/relationships/slide" Target="slide19.xml"/><Relationship Id="rId7" Type="http://schemas.openxmlformats.org/officeDocument/2006/relationships/slide" Target="slide53.xml"/><Relationship Id="rId12" Type="http://schemas.openxmlformats.org/officeDocument/2006/relationships/slide" Target="slide45.xml"/><Relationship Id="rId17" Type="http://schemas.openxmlformats.org/officeDocument/2006/relationships/slide" Target="slide37.xml"/><Relationship Id="rId25" Type="http://schemas.openxmlformats.org/officeDocument/2006/relationships/slide" Target="slide59.xml"/><Relationship Id="rId2" Type="http://schemas.openxmlformats.org/officeDocument/2006/relationships/slide" Target="slide3.xml"/><Relationship Id="rId16" Type="http://schemas.openxmlformats.org/officeDocument/2006/relationships/slide" Target="slide27.xml"/><Relationship Id="rId20" Type="http://schemas.openxmlformats.org/officeDocument/2006/relationships/slide" Target="slide9.xml"/><Relationship Id="rId29" Type="http://schemas.openxmlformats.org/officeDocument/2006/relationships/slide" Target="slide41.xml"/><Relationship Id="rId1" Type="http://schemas.openxmlformats.org/officeDocument/2006/relationships/slideLayout" Target="../slideLayouts/slideLayout18.xml"/><Relationship Id="rId6" Type="http://schemas.openxmlformats.org/officeDocument/2006/relationships/slide" Target="slide43.xml"/><Relationship Id="rId11" Type="http://schemas.openxmlformats.org/officeDocument/2006/relationships/slide" Target="slide35.xml"/><Relationship Id="rId24" Type="http://schemas.openxmlformats.org/officeDocument/2006/relationships/slide" Target="slide49.xml"/><Relationship Id="rId5" Type="http://schemas.openxmlformats.org/officeDocument/2006/relationships/slide" Target="slide33.xml"/><Relationship Id="rId15" Type="http://schemas.openxmlformats.org/officeDocument/2006/relationships/slide" Target="slide17.xml"/><Relationship Id="rId23" Type="http://schemas.openxmlformats.org/officeDocument/2006/relationships/slide" Target="slide39.xml"/><Relationship Id="rId28" Type="http://schemas.openxmlformats.org/officeDocument/2006/relationships/slide" Target="slide31.xml"/><Relationship Id="rId10" Type="http://schemas.openxmlformats.org/officeDocument/2006/relationships/slide" Target="slide25.xml"/><Relationship Id="rId19" Type="http://schemas.openxmlformats.org/officeDocument/2006/relationships/slide" Target="slide57.xml"/><Relationship Id="rId31" Type="http://schemas.openxmlformats.org/officeDocument/2006/relationships/slide" Target="slide61.xml"/><Relationship Id="rId4" Type="http://schemas.openxmlformats.org/officeDocument/2006/relationships/slide" Target="slide23.xml"/><Relationship Id="rId9" Type="http://schemas.openxmlformats.org/officeDocument/2006/relationships/slide" Target="slide15.xml"/><Relationship Id="rId14" Type="http://schemas.openxmlformats.org/officeDocument/2006/relationships/slide" Target="slide7.xml"/><Relationship Id="rId22" Type="http://schemas.openxmlformats.org/officeDocument/2006/relationships/slide" Target="slide29.xml"/><Relationship Id="rId27" Type="http://schemas.openxmlformats.org/officeDocument/2006/relationships/slide" Target="slide21.xml"/><Relationship Id="rId30" Type="http://schemas.openxmlformats.org/officeDocument/2006/relationships/slide" Target="slide5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Jeopardy Font">
            <a:extLst>
              <a:ext uri="{FF2B5EF4-FFF2-40B4-BE49-F238E27FC236}">
                <a16:creationId xmlns:a16="http://schemas.microsoft.com/office/drawing/2014/main" id="{168F944E-088F-4CD9-ADB0-90B12C38F6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/>
            <a:duotone>
              <a:prstClr val="black"/>
              <a:prstClr val="white">
                <a:tint val="45000"/>
                <a:satMod val="400000"/>
              </a:prst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94"/>
          <a:stretch/>
        </p:blipFill>
        <p:spPr bwMode="auto">
          <a:xfrm>
            <a:off x="1002631" y="1957770"/>
            <a:ext cx="10186738" cy="2942460"/>
          </a:xfrm>
          <a:prstGeom prst="rect">
            <a:avLst/>
          </a:prstGeom>
          <a:noFill/>
          <a:ln>
            <a:noFill/>
          </a:ln>
          <a:effectLst>
            <a:glow rad="406400">
              <a:schemeClr val="tx1"/>
            </a:glow>
            <a:outerShdw algn="tl" rotWithShape="0">
              <a:schemeClr val="tx1"/>
            </a:outerShdw>
          </a:effectLst>
        </p:spPr>
      </p:pic>
      <p:sp>
        <p:nvSpPr>
          <p:cNvPr id="7" name="フローチャート: 端子 6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6FB9271-CDB3-40A5-B793-8C4AE14D7C08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Start Game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599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accel="2041" decel="1633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-900000">
                                      <p:cBhvr>
                                        <p:cTn id="6" dur="49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accel="500" decel="4000" autoRev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900000">
                                      <p:cBhvr>
                                        <p:cTn id="8" dur="2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0A65022-801E-42B1-B5AD-60D14BEF14EB}"/>
              </a:ext>
            </a:extLst>
          </p:cNvPr>
          <p:cNvSpPr txBox="1"/>
          <p:nvPr/>
        </p:nvSpPr>
        <p:spPr>
          <a:xfrm>
            <a:off x="898168" y="342090"/>
            <a:ext cx="1646616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Greeting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4085AB-205F-4FA3-8EAF-49DE77EF92C1}"/>
              </a:ext>
            </a:extLst>
          </p:cNvPr>
          <p:cNvSpPr txBox="1"/>
          <p:nvPr/>
        </p:nvSpPr>
        <p:spPr>
          <a:xfrm>
            <a:off x="2674401" y="342090"/>
            <a:ext cx="1646617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Food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BFD269-21F9-44DE-A5FA-436C1C0B51BE}"/>
              </a:ext>
            </a:extLst>
          </p:cNvPr>
          <p:cNvSpPr txBox="1"/>
          <p:nvPr/>
        </p:nvSpPr>
        <p:spPr>
          <a:xfrm>
            <a:off x="4494016" y="342091"/>
            <a:ext cx="1646616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Drinks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096FEC9-C6F2-4BEC-ABD3-5BB97957779E}"/>
              </a:ext>
            </a:extLst>
          </p:cNvPr>
          <p:cNvSpPr txBox="1"/>
          <p:nvPr/>
        </p:nvSpPr>
        <p:spPr>
          <a:xfrm>
            <a:off x="6299746" y="342091"/>
            <a:ext cx="1646616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Sports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1C22481-DC72-48F2-9D1D-9A5C6E4B15A3}"/>
              </a:ext>
            </a:extLst>
          </p:cNvPr>
          <p:cNvSpPr txBox="1"/>
          <p:nvPr/>
        </p:nvSpPr>
        <p:spPr>
          <a:xfrm>
            <a:off x="8110419" y="342091"/>
            <a:ext cx="1636780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Time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55D8EC-E78B-4641-8D52-A8C140A0E6AC}"/>
              </a:ext>
            </a:extLst>
          </p:cNvPr>
          <p:cNvSpPr txBox="1"/>
          <p:nvPr/>
        </p:nvSpPr>
        <p:spPr>
          <a:xfrm>
            <a:off x="9925946" y="342090"/>
            <a:ext cx="1646619" cy="473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Impact" panose="020B0806030902050204" pitchFamily="34" charset="0"/>
              </a:rPr>
              <a:t>Places</a:t>
            </a:r>
            <a:endParaRPr kumimoji="1" lang="ja-JP" altLang="en-US" sz="2400" dirty="0"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C4322CD-496B-4075-8C30-3D4444988AB7}"/>
              </a:ext>
            </a:extLst>
          </p:cNvPr>
          <p:cNvSpPr txBox="1"/>
          <p:nvPr/>
        </p:nvSpPr>
        <p:spPr>
          <a:xfrm flipH="1">
            <a:off x="898168" y="150019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B84003B-E4D1-4D11-A96B-6CE113B624A1}"/>
              </a:ext>
            </a:extLst>
          </p:cNvPr>
          <p:cNvSpPr txBox="1"/>
          <p:nvPr/>
        </p:nvSpPr>
        <p:spPr>
          <a:xfrm flipH="1">
            <a:off x="2674401" y="150019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3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92DE527-0682-4224-8DEC-30627B0DF43B}"/>
              </a:ext>
            </a:extLst>
          </p:cNvPr>
          <p:cNvSpPr txBox="1"/>
          <p:nvPr/>
        </p:nvSpPr>
        <p:spPr>
          <a:xfrm flipH="1">
            <a:off x="4524366" y="1509778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4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EE7C68-5D02-41F3-8C15-D9096759B93A}"/>
              </a:ext>
            </a:extLst>
          </p:cNvPr>
          <p:cNvSpPr txBox="1"/>
          <p:nvPr/>
        </p:nvSpPr>
        <p:spPr>
          <a:xfrm flipH="1">
            <a:off x="6310432" y="1509778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5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3B74070-0944-401D-A0E7-20E8BF40BEB8}"/>
              </a:ext>
            </a:extLst>
          </p:cNvPr>
          <p:cNvSpPr txBox="1"/>
          <p:nvPr/>
        </p:nvSpPr>
        <p:spPr>
          <a:xfrm flipH="1">
            <a:off x="8125995" y="1509778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6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FD9FBDD-3FDE-4CA6-82CA-8916ACDA7B73}"/>
              </a:ext>
            </a:extLst>
          </p:cNvPr>
          <p:cNvSpPr txBox="1"/>
          <p:nvPr/>
        </p:nvSpPr>
        <p:spPr>
          <a:xfrm flipH="1">
            <a:off x="9910656" y="1509778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7" action="ppaction://hlinksldjump"/>
              </a:rPr>
              <a:t>\ 200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5806AC7-BD6F-44D8-BE6C-940C9AC3C456}"/>
              </a:ext>
            </a:extLst>
          </p:cNvPr>
          <p:cNvSpPr txBox="1"/>
          <p:nvPr/>
        </p:nvSpPr>
        <p:spPr>
          <a:xfrm flipH="1">
            <a:off x="898168" y="2637997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8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193DE9A-E989-4AB4-A25C-DD6B8646D56A}"/>
              </a:ext>
            </a:extLst>
          </p:cNvPr>
          <p:cNvSpPr txBox="1"/>
          <p:nvPr/>
        </p:nvSpPr>
        <p:spPr>
          <a:xfrm flipH="1">
            <a:off x="2689144" y="2637997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9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1923349-0877-420F-AC93-348D96391954}"/>
              </a:ext>
            </a:extLst>
          </p:cNvPr>
          <p:cNvSpPr txBox="1"/>
          <p:nvPr/>
        </p:nvSpPr>
        <p:spPr>
          <a:xfrm flipH="1">
            <a:off x="4494872" y="2637997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0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AF2B74C-8A31-4049-81CD-D3CD080CB6F9}"/>
              </a:ext>
            </a:extLst>
          </p:cNvPr>
          <p:cNvSpPr txBox="1"/>
          <p:nvPr/>
        </p:nvSpPr>
        <p:spPr>
          <a:xfrm flipH="1">
            <a:off x="6305286" y="2637997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1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91F0D81-CB03-4DD1-81CC-AEEC5D9BC7C7}"/>
              </a:ext>
            </a:extLst>
          </p:cNvPr>
          <p:cNvSpPr txBox="1"/>
          <p:nvPr/>
        </p:nvSpPr>
        <p:spPr>
          <a:xfrm flipH="1">
            <a:off x="8100008" y="2637997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2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7CCFE7B-665E-4A80-B9A8-659DA8DFBEEB}"/>
              </a:ext>
            </a:extLst>
          </p:cNvPr>
          <p:cNvSpPr txBox="1"/>
          <p:nvPr/>
        </p:nvSpPr>
        <p:spPr>
          <a:xfrm flipH="1">
            <a:off x="9914169" y="2637997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3" action="ppaction://hlinksldjump"/>
              </a:rPr>
              <a:t>\ 400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F1CFA6D-266D-4ABD-BDF0-FC1550A23098}"/>
              </a:ext>
            </a:extLst>
          </p:cNvPr>
          <p:cNvSpPr txBox="1"/>
          <p:nvPr/>
        </p:nvSpPr>
        <p:spPr>
          <a:xfrm flipH="1">
            <a:off x="898168" y="3715974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4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04CEB92C-FBBF-4DDC-9DE0-E2FB641F867A}"/>
              </a:ext>
            </a:extLst>
          </p:cNvPr>
          <p:cNvSpPr txBox="1"/>
          <p:nvPr/>
        </p:nvSpPr>
        <p:spPr>
          <a:xfrm flipH="1">
            <a:off x="2689144" y="3715974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5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30B65D8-603C-484C-AB50-6D0D9941C2AB}"/>
              </a:ext>
            </a:extLst>
          </p:cNvPr>
          <p:cNvSpPr txBox="1"/>
          <p:nvPr/>
        </p:nvSpPr>
        <p:spPr>
          <a:xfrm flipH="1">
            <a:off x="4494872" y="3715974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6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A9D83C-D443-4183-B402-D85170338A37}"/>
              </a:ext>
            </a:extLst>
          </p:cNvPr>
          <p:cNvSpPr txBox="1"/>
          <p:nvPr/>
        </p:nvSpPr>
        <p:spPr>
          <a:xfrm flipH="1">
            <a:off x="6305286" y="3715974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7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82F4CCA7-E5FB-483B-A99E-2F1F90FA3223}"/>
              </a:ext>
            </a:extLst>
          </p:cNvPr>
          <p:cNvSpPr txBox="1"/>
          <p:nvPr/>
        </p:nvSpPr>
        <p:spPr>
          <a:xfrm flipH="1">
            <a:off x="8100008" y="3715974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8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DCCF3DFC-3FB9-44AC-B0B8-96E292BA5BDD}"/>
              </a:ext>
            </a:extLst>
          </p:cNvPr>
          <p:cNvSpPr txBox="1"/>
          <p:nvPr/>
        </p:nvSpPr>
        <p:spPr>
          <a:xfrm flipH="1">
            <a:off x="9914169" y="3715974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19" action="ppaction://hlinksldjump"/>
              </a:rPr>
              <a:t>\ 600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C6069061-67F8-40EF-ABD9-B287A3C87AF4}"/>
              </a:ext>
            </a:extLst>
          </p:cNvPr>
          <p:cNvSpPr txBox="1"/>
          <p:nvPr/>
        </p:nvSpPr>
        <p:spPr>
          <a:xfrm flipH="1">
            <a:off x="898168" y="4793951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0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DF9116A4-DB43-470E-B7FB-6643E96CC653}"/>
              </a:ext>
            </a:extLst>
          </p:cNvPr>
          <p:cNvSpPr txBox="1"/>
          <p:nvPr/>
        </p:nvSpPr>
        <p:spPr>
          <a:xfrm flipH="1">
            <a:off x="2689144" y="479395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1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40413505-DC6E-40B8-ABE1-E9104D2E86DB}"/>
              </a:ext>
            </a:extLst>
          </p:cNvPr>
          <p:cNvSpPr txBox="1"/>
          <p:nvPr/>
        </p:nvSpPr>
        <p:spPr>
          <a:xfrm flipH="1">
            <a:off x="4494872" y="479395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2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C3746ECA-ABB0-4EAB-853C-5AEDBB11F9F8}"/>
              </a:ext>
            </a:extLst>
          </p:cNvPr>
          <p:cNvSpPr txBox="1"/>
          <p:nvPr/>
        </p:nvSpPr>
        <p:spPr>
          <a:xfrm flipH="1">
            <a:off x="6305286" y="479395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3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4DB5CDF-DF0E-451C-B274-A50FB2DEF868}"/>
              </a:ext>
            </a:extLst>
          </p:cNvPr>
          <p:cNvSpPr txBox="1"/>
          <p:nvPr/>
        </p:nvSpPr>
        <p:spPr>
          <a:xfrm flipH="1">
            <a:off x="8100008" y="479395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4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E04F7CB9-EEF8-40EC-B648-3801390EEFD0}"/>
              </a:ext>
            </a:extLst>
          </p:cNvPr>
          <p:cNvSpPr txBox="1"/>
          <p:nvPr/>
        </p:nvSpPr>
        <p:spPr>
          <a:xfrm flipH="1">
            <a:off x="9914169" y="479395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5" action="ppaction://hlinksldjump"/>
              </a:rPr>
              <a:t>\ 800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C4A8E1C8-9A58-423D-B7CB-B2C8E8E95329}"/>
              </a:ext>
            </a:extLst>
          </p:cNvPr>
          <p:cNvSpPr txBox="1"/>
          <p:nvPr/>
        </p:nvSpPr>
        <p:spPr>
          <a:xfrm flipH="1">
            <a:off x="898168" y="5895991"/>
            <a:ext cx="1641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6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668DDBB1-B544-479D-ABFD-ECDF5D6F2F51}"/>
              </a:ext>
            </a:extLst>
          </p:cNvPr>
          <p:cNvSpPr txBox="1"/>
          <p:nvPr/>
        </p:nvSpPr>
        <p:spPr>
          <a:xfrm flipH="1">
            <a:off x="2689144" y="589599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7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DDA83483-8B10-4986-A9FC-E203B3C171FF}"/>
              </a:ext>
            </a:extLst>
          </p:cNvPr>
          <p:cNvSpPr txBox="1"/>
          <p:nvPr/>
        </p:nvSpPr>
        <p:spPr>
          <a:xfrm flipH="1">
            <a:off x="4494872" y="589599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8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E240766B-BF11-4EC1-BB93-8A0DB9CEC856}"/>
              </a:ext>
            </a:extLst>
          </p:cNvPr>
          <p:cNvSpPr txBox="1"/>
          <p:nvPr/>
        </p:nvSpPr>
        <p:spPr>
          <a:xfrm flipH="1">
            <a:off x="6305286" y="5895991"/>
            <a:ext cx="1641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29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  <a:p>
            <a:pPr algn="ctr"/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6F5541D4-2E3B-4BF8-8A0A-B9CE4F869650}"/>
              </a:ext>
            </a:extLst>
          </p:cNvPr>
          <p:cNvSpPr txBox="1"/>
          <p:nvPr/>
        </p:nvSpPr>
        <p:spPr>
          <a:xfrm flipH="1">
            <a:off x="8100008" y="589599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30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2D2BEC2B-21E3-448D-9AC8-DD9FFC8B93A7}"/>
              </a:ext>
            </a:extLst>
          </p:cNvPr>
          <p:cNvSpPr txBox="1"/>
          <p:nvPr/>
        </p:nvSpPr>
        <p:spPr>
          <a:xfrm flipH="1">
            <a:off x="9914169" y="5895991"/>
            <a:ext cx="1641700" cy="600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dirty="0">
                <a:solidFill>
                  <a:srgbClr val="FFFF00"/>
                </a:solidFill>
                <a:latin typeface="Impact" panose="020B0806030902050204" pitchFamily="34" charset="0"/>
                <a:hlinkClick r:id="rId31" action="ppaction://hlinksldjump"/>
              </a:rPr>
              <a:t>\ 1000</a:t>
            </a:r>
            <a:endParaRPr kumimoji="1" lang="ja-JP" altLang="en-US" sz="32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9506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1130967" y="453199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Where are you from?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010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1130968" y="405068"/>
            <a:ext cx="101706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Japan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454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803FBCD-A6A9-47FE-8C36-9896CE902E60}"/>
              </a:ext>
            </a:extLst>
          </p:cNvPr>
          <p:cNvSpPr txBox="1"/>
          <p:nvPr/>
        </p:nvSpPr>
        <p:spPr>
          <a:xfrm>
            <a:off x="1122947" y="429132"/>
            <a:ext cx="10210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Can you say 2 things you like?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23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B776012-C56A-4355-9A5E-892A5F1E9F5D}"/>
              </a:ext>
            </a:extLst>
          </p:cNvPr>
          <p:cNvSpPr txBox="1"/>
          <p:nvPr/>
        </p:nvSpPr>
        <p:spPr>
          <a:xfrm>
            <a:off x="1082842" y="405068"/>
            <a:ext cx="10170694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endParaRPr kumimoji="1" lang="en-US" altLang="ja-JP" sz="54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I like ___ and ___.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93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80FC9A-EBDE-42DD-BD3E-05BA3DC690CD}"/>
              </a:ext>
            </a:extLst>
          </p:cNvPr>
          <p:cNvSpPr txBox="1"/>
          <p:nvPr/>
        </p:nvSpPr>
        <p:spPr>
          <a:xfrm>
            <a:off x="1082842" y="405068"/>
            <a:ext cx="101706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What day is</a:t>
            </a:r>
          </a:p>
          <a:p>
            <a:pPr algn="ctr"/>
            <a:r>
              <a:rPr kumimoji="1" lang="ja-JP" altLang="en-US" sz="9600" dirty="0">
                <a:latin typeface="Impact" panose="020B0806030902050204" pitchFamily="34" charset="0"/>
              </a:rPr>
              <a:t>火曜日</a:t>
            </a:r>
            <a:r>
              <a:rPr kumimoji="1" lang="en-US" altLang="ja-JP" sz="9600" dirty="0">
                <a:latin typeface="Impact" panose="020B0806030902050204" pitchFamily="34" charset="0"/>
              </a:rPr>
              <a:t>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966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90492B7-AE04-4491-A0FB-EAAEF94DE827}"/>
              </a:ext>
            </a:extLst>
          </p:cNvPr>
          <p:cNvSpPr txBox="1"/>
          <p:nvPr/>
        </p:nvSpPr>
        <p:spPr>
          <a:xfrm>
            <a:off x="1082842" y="405068"/>
            <a:ext cx="101706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Tuesday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5838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9EC3A0D-D5CE-48AA-9B9B-E758532DFEC8}"/>
              </a:ext>
            </a:extLst>
          </p:cNvPr>
          <p:cNvSpPr txBox="1"/>
          <p:nvPr/>
        </p:nvSpPr>
        <p:spPr>
          <a:xfrm>
            <a:off x="1130967" y="453199"/>
            <a:ext cx="10202779" cy="4576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How do you spell my name?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3751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19927F4-0CB4-4D61-B938-8A62F93F7CE0}"/>
              </a:ext>
            </a:extLst>
          </p:cNvPr>
          <p:cNvSpPr txBox="1"/>
          <p:nvPr/>
        </p:nvSpPr>
        <p:spPr>
          <a:xfrm>
            <a:off x="1130968" y="405068"/>
            <a:ext cx="1017069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B-R-A-N-D-O-N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201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9D63ABE-5BDF-4E24-BE96-5002CBD10900}"/>
              </a:ext>
            </a:extLst>
          </p:cNvPr>
          <p:cNvSpPr txBox="1"/>
          <p:nvPr/>
        </p:nvSpPr>
        <p:spPr>
          <a:xfrm>
            <a:off x="1130967" y="453199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Can you say all the greetings?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7644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6CB92C-9609-4F71-9262-2366D2F6B583}"/>
              </a:ext>
            </a:extLst>
          </p:cNvPr>
          <p:cNvSpPr txBox="1"/>
          <p:nvPr/>
        </p:nvSpPr>
        <p:spPr>
          <a:xfrm>
            <a:off x="1130968" y="405068"/>
            <a:ext cx="10170694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Greeting</a:t>
            </a:r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Hello. Hi. Good Morning. Goodbye. See you.</a:t>
            </a:r>
            <a:endParaRPr kumimoji="1" lang="ja-JP" altLang="en-US" sz="9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876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pic>
        <p:nvPicPr>
          <p:cNvPr id="11266" name="Picture 2" descr="Premium Vector | Hot dog hand draw, retro style, vector illustration ...">
            <a:extLst>
              <a:ext uri="{FF2B5EF4-FFF2-40B4-BE49-F238E27FC236}">
                <a16:creationId xmlns:a16="http://schemas.microsoft.com/office/drawing/2014/main" id="{7B92835F-FA5F-466A-B47F-3046599A2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273" y="2022859"/>
            <a:ext cx="2963454" cy="296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4049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Hot Dog</a:t>
            </a:r>
          </a:p>
        </p:txBody>
      </p:sp>
    </p:spTree>
    <p:extLst>
      <p:ext uri="{BB962C8B-B14F-4D97-AF65-F5344CB8AC3E}">
        <p14:creationId xmlns:p14="http://schemas.microsoft.com/office/powerpoint/2010/main" val="38510036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pic>
        <p:nvPicPr>
          <p:cNvPr id="9220" name="Picture 4" descr="Cute Shrimp Cartoon Vectors Illustration for Kids, Stickers 59791953 ...">
            <a:extLst>
              <a:ext uri="{FF2B5EF4-FFF2-40B4-BE49-F238E27FC236}">
                <a16:creationId xmlns:a16="http://schemas.microsoft.com/office/drawing/2014/main" id="{31F2789B-272A-499E-BFCD-45CF2C41C7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2934" y="2008045"/>
            <a:ext cx="3166130" cy="3044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7108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Shrimp</a:t>
            </a:r>
          </a:p>
        </p:txBody>
      </p:sp>
    </p:spTree>
    <p:extLst>
      <p:ext uri="{BB962C8B-B14F-4D97-AF65-F5344CB8AC3E}">
        <p14:creationId xmlns:p14="http://schemas.microsoft.com/office/powerpoint/2010/main" val="1550041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pic>
        <p:nvPicPr>
          <p:cNvPr id="7180" name="Picture 12" descr="40,000+ Free Octopus Drawing &amp; Octopus Images - Pixabay">
            <a:extLst>
              <a:ext uri="{FF2B5EF4-FFF2-40B4-BE49-F238E27FC236}">
                <a16:creationId xmlns:a16="http://schemas.microsoft.com/office/drawing/2014/main" id="{69442D28-EDB0-4CA1-A70B-FCB6044A8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5600" y="2108200"/>
            <a:ext cx="3860800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56297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Octopus</a:t>
            </a:r>
          </a:p>
        </p:txBody>
      </p:sp>
    </p:spTree>
    <p:extLst>
      <p:ext uri="{BB962C8B-B14F-4D97-AF65-F5344CB8AC3E}">
        <p14:creationId xmlns:p14="http://schemas.microsoft.com/office/powerpoint/2010/main" val="925761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  <p:pic>
        <p:nvPicPr>
          <p:cNvPr id="5124" name="Picture 4" descr="Hawaiian Shaved Ice Vector Images (68)">
            <a:extLst>
              <a:ext uri="{FF2B5EF4-FFF2-40B4-BE49-F238E27FC236}">
                <a16:creationId xmlns:a16="http://schemas.microsoft.com/office/drawing/2014/main" id="{0A3EA529-7BC4-43B3-AEB5-418A116AB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2464" y="2006600"/>
            <a:ext cx="4767074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542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Shaved Ice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775FE167-89F0-4504-957A-E7C5763FCF26}"/>
              </a:ext>
            </a:extLst>
          </p:cNvPr>
          <p:cNvSpPr/>
          <p:nvPr/>
        </p:nvSpPr>
        <p:spPr>
          <a:xfrm>
            <a:off x="1384300" y="625641"/>
            <a:ext cx="876300" cy="876300"/>
          </a:xfrm>
          <a:prstGeom prst="ellipse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9619DE8D-74FC-40BE-A16F-0FFA76264BB2}"/>
              </a:ext>
            </a:extLst>
          </p:cNvPr>
          <p:cNvSpPr/>
          <p:nvPr/>
        </p:nvSpPr>
        <p:spPr>
          <a:xfrm>
            <a:off x="1384300" y="616282"/>
            <a:ext cx="876300" cy="87630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88444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</p:txBody>
      </p:sp>
    </p:spTree>
    <p:extLst>
      <p:ext uri="{BB962C8B-B14F-4D97-AF65-F5344CB8AC3E}">
        <p14:creationId xmlns:p14="http://schemas.microsoft.com/office/powerpoint/2010/main" val="31040426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Food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Strawberry Tart</a:t>
            </a:r>
          </a:p>
        </p:txBody>
      </p:sp>
    </p:spTree>
    <p:extLst>
      <p:ext uri="{BB962C8B-B14F-4D97-AF65-F5344CB8AC3E}">
        <p14:creationId xmlns:p14="http://schemas.microsoft.com/office/powerpoint/2010/main" val="4140438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pic>
        <p:nvPicPr>
          <p:cNvPr id="31748" name="Picture 4" descr="My Cup Of Tea Pattern by sharksonshore | Tea cup art, Tea cup drawing ...">
            <a:extLst>
              <a:ext uri="{FF2B5EF4-FFF2-40B4-BE49-F238E27FC236}">
                <a16:creationId xmlns:a16="http://schemas.microsoft.com/office/drawing/2014/main" id="{26BE2EED-F133-4473-9CA2-71FAB39C4E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4805" y="2017805"/>
            <a:ext cx="2822390" cy="2822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6461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Tea</a:t>
            </a:r>
          </a:p>
        </p:txBody>
      </p:sp>
    </p:spTree>
    <p:extLst>
      <p:ext uri="{BB962C8B-B14F-4D97-AF65-F5344CB8AC3E}">
        <p14:creationId xmlns:p14="http://schemas.microsoft.com/office/powerpoint/2010/main" val="1495682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pic>
        <p:nvPicPr>
          <p:cNvPr id="29698" name="Picture 2" descr="Black and White Cow Face Drawing in Milk Carton">
            <a:extLst>
              <a:ext uri="{FF2B5EF4-FFF2-40B4-BE49-F238E27FC236}">
                <a16:creationId xmlns:a16="http://schemas.microsoft.com/office/drawing/2014/main" id="{62D399C6-A8B1-4A4D-BD86-D129830865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6483" y="2008045"/>
            <a:ext cx="2679032" cy="2969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25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Milk</a:t>
            </a:r>
          </a:p>
        </p:txBody>
      </p:sp>
    </p:spTree>
    <p:extLst>
      <p:ext uri="{BB962C8B-B14F-4D97-AF65-F5344CB8AC3E}">
        <p14:creationId xmlns:p14="http://schemas.microsoft.com/office/powerpoint/2010/main" val="475007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pic>
        <p:nvPicPr>
          <p:cNvPr id="27652" name="Picture 4" descr="A drawing of a green cup of green tea and a green tea | Premium AI ...">
            <a:extLst>
              <a:ext uri="{FF2B5EF4-FFF2-40B4-BE49-F238E27FC236}">
                <a16:creationId xmlns:a16="http://schemas.microsoft.com/office/drawing/2014/main" id="{70E0B4F0-3732-4E99-B439-B5D495C5F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284" y="2207495"/>
            <a:ext cx="4355432" cy="244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00942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Green Tea</a:t>
            </a:r>
          </a:p>
        </p:txBody>
      </p:sp>
    </p:spTree>
    <p:extLst>
      <p:ext uri="{BB962C8B-B14F-4D97-AF65-F5344CB8AC3E}">
        <p14:creationId xmlns:p14="http://schemas.microsoft.com/office/powerpoint/2010/main" val="1440411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pic>
        <p:nvPicPr>
          <p:cNvPr id="25602" name="Picture 2" descr="Soda Drawing">
            <a:extLst>
              <a:ext uri="{FF2B5EF4-FFF2-40B4-BE49-F238E27FC236}">
                <a16:creationId xmlns:a16="http://schemas.microsoft.com/office/drawing/2014/main" id="{B8BB99D3-E15B-42B4-BFE3-AF174CE82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045" y="2080234"/>
            <a:ext cx="2841910" cy="2841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57200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Soda Pop</a:t>
            </a:r>
          </a:p>
        </p:txBody>
      </p:sp>
    </p:spTree>
    <p:extLst>
      <p:ext uri="{BB962C8B-B14F-4D97-AF65-F5344CB8AC3E}">
        <p14:creationId xmlns:p14="http://schemas.microsoft.com/office/powerpoint/2010/main" val="4191517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</p:txBody>
      </p:sp>
      <p:pic>
        <p:nvPicPr>
          <p:cNvPr id="23554" name="Picture 2" descr="drink mineral water bottle cartoon vector illustration 17416366 Vector ...">
            <a:extLst>
              <a:ext uri="{FF2B5EF4-FFF2-40B4-BE49-F238E27FC236}">
                <a16:creationId xmlns:a16="http://schemas.microsoft.com/office/drawing/2014/main" id="{9E628E44-B913-48AC-A218-BA3195DB6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045" y="2056171"/>
            <a:ext cx="2841910" cy="2841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25129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Drinks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Mineral Water</a:t>
            </a:r>
          </a:p>
        </p:txBody>
      </p:sp>
    </p:spTree>
    <p:extLst>
      <p:ext uri="{BB962C8B-B14F-4D97-AF65-F5344CB8AC3E}">
        <p14:creationId xmlns:p14="http://schemas.microsoft.com/office/powerpoint/2010/main" val="28571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pic>
        <p:nvPicPr>
          <p:cNvPr id="41986" name="Picture 2" descr="How to Draw a Soccer Player - Really Easy Drawing Tutorial">
            <a:extLst>
              <a:ext uri="{FF2B5EF4-FFF2-40B4-BE49-F238E27FC236}">
                <a16:creationId xmlns:a16="http://schemas.microsoft.com/office/drawing/2014/main" id="{17D9466A-2F49-4807-847E-5751112317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975"/>
          <a:stretch/>
        </p:blipFill>
        <p:spPr bwMode="auto">
          <a:xfrm>
            <a:off x="4612103" y="2183552"/>
            <a:ext cx="2967792" cy="2790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9326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Soccer</a:t>
            </a:r>
          </a:p>
        </p:txBody>
      </p:sp>
    </p:spTree>
    <p:extLst>
      <p:ext uri="{BB962C8B-B14F-4D97-AF65-F5344CB8AC3E}">
        <p14:creationId xmlns:p14="http://schemas.microsoft.com/office/powerpoint/2010/main" val="12481466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pic>
        <p:nvPicPr>
          <p:cNvPr id="39938" name="Picture 2" descr="Baseball Player Sketch">
            <a:extLst>
              <a:ext uri="{FF2B5EF4-FFF2-40B4-BE49-F238E27FC236}">
                <a16:creationId xmlns:a16="http://schemas.microsoft.com/office/drawing/2014/main" id="{F8AB2980-3908-41A9-9779-6EEE8C12B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9558" y="2080234"/>
            <a:ext cx="2191298" cy="2841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3631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Baseball</a:t>
            </a:r>
          </a:p>
        </p:txBody>
      </p:sp>
    </p:spTree>
    <p:extLst>
      <p:ext uri="{BB962C8B-B14F-4D97-AF65-F5344CB8AC3E}">
        <p14:creationId xmlns:p14="http://schemas.microsoft.com/office/powerpoint/2010/main" val="10597083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pic>
        <p:nvPicPr>
          <p:cNvPr id="37890" name="Picture 2" descr="People Playing Table Tennis Sports with Racket and Ball of Ping Pong ...">
            <a:extLst>
              <a:ext uri="{FF2B5EF4-FFF2-40B4-BE49-F238E27FC236}">
                <a16:creationId xmlns:a16="http://schemas.microsoft.com/office/drawing/2014/main" id="{7D495D14-2C50-4CF0-9E42-F4F7B995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6697" y="1968177"/>
            <a:ext cx="4357020" cy="306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55095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Table Tennis</a:t>
            </a:r>
          </a:p>
        </p:txBody>
      </p:sp>
    </p:spTree>
    <p:extLst>
      <p:ext uri="{BB962C8B-B14F-4D97-AF65-F5344CB8AC3E}">
        <p14:creationId xmlns:p14="http://schemas.microsoft.com/office/powerpoint/2010/main" val="1804490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pic>
        <p:nvPicPr>
          <p:cNvPr id="35842" name="Picture 2" descr="How To Draw An Ice Hockey Player Step By Step">
            <a:extLst>
              <a:ext uri="{FF2B5EF4-FFF2-40B4-BE49-F238E27FC236}">
                <a16:creationId xmlns:a16="http://schemas.microsoft.com/office/drawing/2014/main" id="{A732541F-E828-4AF7-9BA6-56083A031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7724" y="2047853"/>
            <a:ext cx="3256550" cy="2906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39653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Ice Hockey</a:t>
            </a:r>
          </a:p>
        </p:txBody>
      </p:sp>
    </p:spTree>
    <p:extLst>
      <p:ext uri="{BB962C8B-B14F-4D97-AF65-F5344CB8AC3E}">
        <p14:creationId xmlns:p14="http://schemas.microsoft.com/office/powerpoint/2010/main" val="15211270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</p:txBody>
      </p:sp>
      <p:pic>
        <p:nvPicPr>
          <p:cNvPr id="33794" name="Picture 2" descr="American Football Player Sketch Hand Drawn Vector Illustration Stock ...">
            <a:extLst>
              <a:ext uri="{FF2B5EF4-FFF2-40B4-BE49-F238E27FC236}">
                <a16:creationId xmlns:a16="http://schemas.microsoft.com/office/drawing/2014/main" id="{C17D9951-CB34-4259-8027-47ABB2F42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9916" y="2053812"/>
            <a:ext cx="3112168" cy="275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63863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Sports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American Football</a:t>
            </a:r>
          </a:p>
        </p:txBody>
      </p:sp>
    </p:spTree>
    <p:extLst>
      <p:ext uri="{BB962C8B-B14F-4D97-AF65-F5344CB8AC3E}">
        <p14:creationId xmlns:p14="http://schemas.microsoft.com/office/powerpoint/2010/main" val="36912522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What time is this?</a:t>
            </a:r>
            <a:br>
              <a:rPr kumimoji="1" lang="en-US" altLang="ja-JP" sz="9600" u="sng" dirty="0">
                <a:latin typeface="Impact" panose="020B0806030902050204" pitchFamily="34" charset="0"/>
              </a:rPr>
            </a:br>
            <a:r>
              <a:rPr kumimoji="1" lang="en-US" altLang="ja-JP" sz="9600" dirty="0">
                <a:latin typeface="Impact" panose="020B0806030902050204" pitchFamily="34" charset="0"/>
              </a:rPr>
              <a:t>6:00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16193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Six o’ Clock</a:t>
            </a:r>
          </a:p>
        </p:txBody>
      </p:sp>
    </p:spTree>
    <p:extLst>
      <p:ext uri="{BB962C8B-B14F-4D97-AF65-F5344CB8AC3E}">
        <p14:creationId xmlns:p14="http://schemas.microsoft.com/office/powerpoint/2010/main" val="24641963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  <a:endParaRPr kumimoji="1" lang="en-US" altLang="ja-JP" sz="9600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What month is this?</a:t>
            </a:r>
          </a:p>
          <a:p>
            <a:pPr algn="ctr"/>
            <a:r>
              <a:rPr lang="en-US" altLang="ja-JP" sz="9600" b="1" strike="noStrike" dirty="0">
                <a:effectLst/>
                <a:latin typeface="Roboto" panose="02000000000000000000" pitchFamily="2" charset="0"/>
              </a:rPr>
              <a:t>7</a:t>
            </a:r>
            <a:r>
              <a:rPr lang="ja-JP" altLang="en-US" sz="9600" b="1" strike="noStrike" dirty="0">
                <a:effectLst/>
                <a:latin typeface="Roboto" panose="02000000000000000000" pitchFamily="2" charset="0"/>
              </a:rPr>
              <a:t>月</a:t>
            </a:r>
            <a:endParaRPr kumimoji="1" lang="en-US" altLang="ja-JP" sz="9600" b="1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35055507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July</a:t>
            </a:r>
          </a:p>
        </p:txBody>
      </p:sp>
    </p:spTree>
    <p:extLst>
      <p:ext uri="{BB962C8B-B14F-4D97-AF65-F5344CB8AC3E}">
        <p14:creationId xmlns:p14="http://schemas.microsoft.com/office/powerpoint/2010/main" val="2529072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r>
              <a:rPr kumimoji="1" lang="en-US" altLang="ja-JP" sz="8800" dirty="0">
                <a:latin typeface="Impact" panose="020B0806030902050204" pitchFamily="34" charset="0"/>
              </a:rPr>
              <a:t>What season is this?</a:t>
            </a:r>
          </a:p>
        </p:txBody>
      </p:sp>
      <p:pic>
        <p:nvPicPr>
          <p:cNvPr id="48130" name="Picture 2" descr="Albums 90+ Pictures Images Of Fall Leaves And Trees Superb">
            <a:extLst>
              <a:ext uri="{FF2B5EF4-FFF2-40B4-BE49-F238E27FC236}">
                <a16:creationId xmlns:a16="http://schemas.microsoft.com/office/drawing/2014/main" id="{2A63FCEB-E00A-45DE-A58A-AD2277F96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3443" y="3141210"/>
            <a:ext cx="1973158" cy="1973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63105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Autumn/Fall</a:t>
            </a:r>
          </a:p>
        </p:txBody>
      </p:sp>
    </p:spTree>
    <p:extLst>
      <p:ext uri="{BB962C8B-B14F-4D97-AF65-F5344CB8AC3E}">
        <p14:creationId xmlns:p14="http://schemas.microsoft.com/office/powerpoint/2010/main" val="15372945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r>
              <a:rPr kumimoji="1" lang="en-US" altLang="ja-JP" sz="7200" dirty="0">
                <a:latin typeface="Impact" panose="020B0806030902050204" pitchFamily="34" charset="0"/>
              </a:rPr>
              <a:t>How do you say this date?</a:t>
            </a:r>
            <a:br>
              <a:rPr kumimoji="1" lang="en-US" altLang="ja-JP" sz="9600" dirty="0">
                <a:latin typeface="Impact" panose="020B0806030902050204" pitchFamily="34" charset="0"/>
              </a:rPr>
            </a:br>
            <a:r>
              <a:rPr lang="ja-JP" altLang="en-US" sz="9600" b="0" i="0" dirty="0">
                <a:effectLst/>
                <a:latin typeface="Roboto" panose="02000000000000000000" pitchFamily="2" charset="0"/>
              </a:rPr>
              <a:t>十月二十日</a:t>
            </a:r>
            <a:endParaRPr kumimoji="1" lang="en-US" altLang="ja-JP" sz="9600" dirty="0"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19364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October Twentieth</a:t>
            </a:r>
          </a:p>
        </p:txBody>
      </p:sp>
    </p:spTree>
    <p:extLst>
      <p:ext uri="{BB962C8B-B14F-4D97-AF65-F5344CB8AC3E}">
        <p14:creationId xmlns:p14="http://schemas.microsoft.com/office/powerpoint/2010/main" val="17305340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What time is this?</a:t>
            </a: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19:48</a:t>
            </a:r>
          </a:p>
        </p:txBody>
      </p:sp>
    </p:spTree>
    <p:extLst>
      <p:ext uri="{BB962C8B-B14F-4D97-AF65-F5344CB8AC3E}">
        <p14:creationId xmlns:p14="http://schemas.microsoft.com/office/powerpoint/2010/main" val="14173069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Time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It’s seven forty-eight P.M.</a:t>
            </a:r>
          </a:p>
        </p:txBody>
      </p:sp>
    </p:spTree>
    <p:extLst>
      <p:ext uri="{BB962C8B-B14F-4D97-AF65-F5344CB8AC3E}">
        <p14:creationId xmlns:p14="http://schemas.microsoft.com/office/powerpoint/2010/main" val="14277686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7460D7-27AC-4255-80DC-44377AFA851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pic>
        <p:nvPicPr>
          <p:cNvPr id="62466" name="Picture 2" descr="学校のイラスト（授業中） - イラストくん">
            <a:extLst>
              <a:ext uri="{FF2B5EF4-FFF2-40B4-BE49-F238E27FC236}">
                <a16:creationId xmlns:a16="http://schemas.microsoft.com/office/drawing/2014/main" id="{7D54D76E-DECC-41E2-BF3A-8E57FF333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965" y="1532965"/>
            <a:ext cx="3792070" cy="3792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4660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200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2FE18A-2F5F-438F-BD70-50DA3C6C17EA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School</a:t>
            </a:r>
          </a:p>
        </p:txBody>
      </p:sp>
    </p:spTree>
    <p:extLst>
      <p:ext uri="{BB962C8B-B14F-4D97-AF65-F5344CB8AC3E}">
        <p14:creationId xmlns:p14="http://schemas.microsoft.com/office/powerpoint/2010/main" val="26751213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BDB617C-C166-4643-BC0C-7B57814E9061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  <a:endParaRPr kumimoji="1" lang="en-US" altLang="ja-JP" sz="9600" dirty="0"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73A0D3-CCBC-4DB2-A7C2-6DA2F712099D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pic>
        <p:nvPicPr>
          <p:cNvPr id="60418" name="Picture 2" descr="Illustration of German flag - Download Free Vectors, Clipart Graphics ...">
            <a:extLst>
              <a:ext uri="{FF2B5EF4-FFF2-40B4-BE49-F238E27FC236}">
                <a16:creationId xmlns:a16="http://schemas.microsoft.com/office/drawing/2014/main" id="{857B3C63-392B-44DD-8F5F-4B3FF041C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0694" y="2196275"/>
            <a:ext cx="4670612" cy="246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87485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400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65E503-7513-47C6-B3C3-63E83C4249D2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Germany</a:t>
            </a:r>
          </a:p>
        </p:txBody>
      </p:sp>
    </p:spTree>
    <p:extLst>
      <p:ext uri="{BB962C8B-B14F-4D97-AF65-F5344CB8AC3E}">
        <p14:creationId xmlns:p14="http://schemas.microsoft.com/office/powerpoint/2010/main" val="19228365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F3BF6EF-2C5F-4F91-8AF3-25206B40D773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pic>
        <p:nvPicPr>
          <p:cNvPr id="58370" name="Picture 2" descr="A simple beach scene 420083 Vector Art at Vecteezy">
            <a:extLst>
              <a:ext uri="{FF2B5EF4-FFF2-40B4-BE49-F238E27FC236}">
                <a16:creationId xmlns:a16="http://schemas.microsoft.com/office/drawing/2014/main" id="{9FC4FCB5-009C-414C-AD98-910BD28664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6188" y="2048279"/>
            <a:ext cx="4159624" cy="294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60205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600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D7B9DA4-7870-47C0-8068-29A4A4AB8508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Beach</a:t>
            </a:r>
          </a:p>
        </p:txBody>
      </p:sp>
    </p:spTree>
    <p:extLst>
      <p:ext uri="{BB962C8B-B14F-4D97-AF65-F5344CB8AC3E}">
        <p14:creationId xmlns:p14="http://schemas.microsoft.com/office/powerpoint/2010/main" val="16591095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A10B2A-7F41-4554-B6DC-BEE2E5E9C150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pic>
        <p:nvPicPr>
          <p:cNvPr id="56322" name="Picture 2" descr="Colorful Shopping Mall Cartoon Vector Illustration | Premium AI ...">
            <a:extLst>
              <a:ext uri="{FF2B5EF4-FFF2-40B4-BE49-F238E27FC236}">
                <a16:creationId xmlns:a16="http://schemas.microsoft.com/office/drawing/2014/main" id="{3656640C-39EF-4F5B-9B00-8BB7BE9CB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7965" y="2047662"/>
            <a:ext cx="5316070" cy="2977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75298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800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420E158-F7AD-4CC1-8A4D-E709097A1A71}"/>
              </a:ext>
            </a:extLst>
          </p:cNvPr>
          <p:cNvSpPr txBox="1"/>
          <p:nvPr/>
        </p:nvSpPr>
        <p:spPr>
          <a:xfrm>
            <a:off x="994610" y="405068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Shopping Mall</a:t>
            </a:r>
          </a:p>
        </p:txBody>
      </p:sp>
    </p:spTree>
    <p:extLst>
      <p:ext uri="{BB962C8B-B14F-4D97-AF65-F5344CB8AC3E}">
        <p14:creationId xmlns:p14="http://schemas.microsoft.com/office/powerpoint/2010/main" val="30175315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ローチャート: 端子 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F9054FE5-5E56-45C8-89DF-2D0AD62F950D}"/>
              </a:ext>
            </a:extLst>
          </p:cNvPr>
          <p:cNvSpPr/>
          <p:nvPr/>
        </p:nvSpPr>
        <p:spPr>
          <a:xfrm>
            <a:off x="3918284" y="5149516"/>
            <a:ext cx="4355432" cy="1130968"/>
          </a:xfrm>
          <a:prstGeom prst="flowChartTerminator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3600" dirty="0">
                <a:latin typeface="Lucida Console" panose="020B0609040504020204" pitchFamily="49" charset="0"/>
              </a:rPr>
              <a:t>Show Answer</a:t>
            </a:r>
            <a:endParaRPr kumimoji="1" lang="ja-JP" altLang="en-US" sz="3600" dirty="0">
              <a:latin typeface="Lucida Console" panose="020B0609040504020204" pitchFamily="49" charset="0"/>
            </a:endParaRPr>
          </a:p>
        </p:txBody>
      </p:sp>
      <p:sp>
        <p:nvSpPr>
          <p:cNvPr id="5" name="正方形/長方形 4">
            <a:hlinkClick r:id="rId2" action="ppaction://hlinksldjump"/>
            <a:extLst>
              <a:ext uri="{FF2B5EF4-FFF2-40B4-BE49-F238E27FC236}">
                <a16:creationId xmlns:a16="http://schemas.microsoft.com/office/drawing/2014/main" id="{CA2305F4-5D6B-484B-8FC2-7BC69BA1E55E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BCEE226-1725-45F7-8BF8-C98AFE773DED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C275B10-8BE0-4581-8487-9812F925A664}"/>
              </a:ext>
            </a:extLst>
          </p:cNvPr>
          <p:cNvSpPr txBox="1"/>
          <p:nvPr/>
        </p:nvSpPr>
        <p:spPr>
          <a:xfrm>
            <a:off x="994610" y="438385"/>
            <a:ext cx="102027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</p:txBody>
      </p:sp>
      <p:pic>
        <p:nvPicPr>
          <p:cNvPr id="54274" name="Picture 2" descr="Amusement Park with Carousels in Cartoon Style. Urban Cityscape. Vector ...">
            <a:extLst>
              <a:ext uri="{FF2B5EF4-FFF2-40B4-BE49-F238E27FC236}">
                <a16:creationId xmlns:a16="http://schemas.microsoft.com/office/drawing/2014/main" id="{7E3A8C23-2FF3-44AE-B99C-5335879B7A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373"/>
          <a:stretch/>
        </p:blipFill>
        <p:spPr bwMode="auto">
          <a:xfrm>
            <a:off x="3437964" y="1989215"/>
            <a:ext cx="5316070" cy="3047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17858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hlinkClick r:id="rId2" action="ppaction://hlinksldjump"/>
            <a:extLst>
              <a:ext uri="{FF2B5EF4-FFF2-40B4-BE49-F238E27FC236}">
                <a16:creationId xmlns:a16="http://schemas.microsoft.com/office/drawing/2014/main" id="{F1F576D9-E504-4C1A-9F7C-5BAA27A756EF}"/>
              </a:ext>
            </a:extLst>
          </p:cNvPr>
          <p:cNvSpPr/>
          <p:nvPr/>
        </p:nvSpPr>
        <p:spPr>
          <a:xfrm rot="5400000">
            <a:off x="120316" y="405068"/>
            <a:ext cx="818147" cy="81814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/>
              <a:t>⤵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DCF443FF-FAD5-4D45-A4D5-6F84BA931B20}"/>
              </a:ext>
            </a:extLst>
          </p:cNvPr>
          <p:cNvSpPr/>
          <p:nvPr/>
        </p:nvSpPr>
        <p:spPr>
          <a:xfrm>
            <a:off x="9384631" y="625641"/>
            <a:ext cx="1868905" cy="8181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4000" dirty="0">
                <a:solidFill>
                  <a:srgbClr val="FFFF00"/>
                </a:solidFill>
                <a:latin typeface="Impact" panose="020B0806030902050204" pitchFamily="34" charset="0"/>
              </a:rPr>
              <a:t>\ 1000</a:t>
            </a:r>
            <a:endParaRPr kumimoji="1" lang="ja-JP" altLang="en-US" sz="4000" dirty="0">
              <a:solidFill>
                <a:srgbClr val="FFFF00"/>
              </a:solidFill>
              <a:latin typeface="Impact" panose="020B080603090205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55708B9-CBD0-4B92-AD49-92DD6E72120F}"/>
              </a:ext>
            </a:extLst>
          </p:cNvPr>
          <p:cNvSpPr txBox="1"/>
          <p:nvPr/>
        </p:nvSpPr>
        <p:spPr>
          <a:xfrm>
            <a:off x="994610" y="438385"/>
            <a:ext cx="1020277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9600" u="sng" dirty="0">
                <a:latin typeface="Impact" panose="020B0806030902050204" pitchFamily="34" charset="0"/>
              </a:rPr>
              <a:t>Places</a:t>
            </a:r>
          </a:p>
          <a:p>
            <a:pPr algn="ctr"/>
            <a:endParaRPr kumimoji="1" lang="en-US" altLang="ja-JP" sz="9600" u="sng" dirty="0">
              <a:latin typeface="Impact" panose="020B0806030902050204" pitchFamily="34" charset="0"/>
            </a:endParaRPr>
          </a:p>
          <a:p>
            <a:pPr algn="ctr"/>
            <a:r>
              <a:rPr kumimoji="1" lang="en-US" altLang="ja-JP" sz="9600" dirty="0">
                <a:latin typeface="Impact" panose="020B0806030902050204" pitchFamily="34" charset="0"/>
              </a:rPr>
              <a:t>Amusement Park</a:t>
            </a:r>
          </a:p>
        </p:txBody>
      </p:sp>
    </p:spTree>
    <p:extLst>
      <p:ext uri="{BB962C8B-B14F-4D97-AF65-F5344CB8AC3E}">
        <p14:creationId xmlns:p14="http://schemas.microsoft.com/office/powerpoint/2010/main" val="424702432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ユーザー定義 2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FFF00"/>
      </a:hlink>
      <a:folHlink>
        <a:srgbClr val="7030A0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TM04033921[[fn=ダマスク]]</Template>
  <TotalTime>2923</TotalTime>
  <Words>508</Words>
  <Application>Microsoft Office PowerPoint</Application>
  <PresentationFormat>ワイド画面</PresentationFormat>
  <Paragraphs>324</Paragraphs>
  <Slides>62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62</vt:i4>
      </vt:variant>
    </vt:vector>
  </HeadingPairs>
  <TitlesOfParts>
    <vt:vector size="69" baseType="lpstr">
      <vt:lpstr>Arial</vt:lpstr>
      <vt:lpstr>Bookman Old Style</vt:lpstr>
      <vt:lpstr>Impact</vt:lpstr>
      <vt:lpstr>Lucida Console</vt:lpstr>
      <vt:lpstr>Roboto</vt:lpstr>
      <vt:lpstr>Rockwell</vt:lpstr>
      <vt:lpstr>Damask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Jeopardy</dc:title>
  <dc:creator>t17g6</dc:creator>
  <cp:lastModifiedBy>t17g6</cp:lastModifiedBy>
  <cp:revision>38</cp:revision>
  <dcterms:created xsi:type="dcterms:W3CDTF">2026-04-21T07:07:18Z</dcterms:created>
  <dcterms:modified xsi:type="dcterms:W3CDTF">2026-04-23T07:50:23Z</dcterms:modified>
</cp:coreProperties>
</file>