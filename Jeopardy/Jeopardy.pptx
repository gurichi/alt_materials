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320" r:id="rId13"/>
    <p:sldId id="321" r:id="rId14"/>
    <p:sldId id="322" r:id="rId15"/>
    <p:sldId id="323" r:id="rId16"/>
    <p:sldId id="324" r:id="rId17"/>
    <p:sldId id="325" r:id="rId18"/>
    <p:sldId id="326" r:id="rId19"/>
    <p:sldId id="327" r:id="rId20"/>
    <p:sldId id="328" r:id="rId21"/>
    <p:sldId id="329" r:id="rId22"/>
    <p:sldId id="330" r:id="rId23"/>
    <p:sldId id="331" r:id="rId24"/>
    <p:sldId id="332" r:id="rId25"/>
    <p:sldId id="333" r:id="rId26"/>
    <p:sldId id="334" r:id="rId27"/>
    <p:sldId id="335" r:id="rId28"/>
    <p:sldId id="336" r:id="rId29"/>
    <p:sldId id="337" r:id="rId30"/>
    <p:sldId id="338" r:id="rId31"/>
    <p:sldId id="339" r:id="rId32"/>
    <p:sldId id="340" r:id="rId33"/>
    <p:sldId id="341" r:id="rId34"/>
    <p:sldId id="342" r:id="rId35"/>
    <p:sldId id="343" r:id="rId36"/>
    <p:sldId id="344" r:id="rId37"/>
    <p:sldId id="345" r:id="rId38"/>
    <p:sldId id="346" r:id="rId39"/>
    <p:sldId id="347" r:id="rId40"/>
    <p:sldId id="348" r:id="rId41"/>
    <p:sldId id="349" r:id="rId42"/>
    <p:sldId id="350" r:id="rId43"/>
    <p:sldId id="351" r:id="rId44"/>
    <p:sldId id="352" r:id="rId45"/>
    <p:sldId id="353" r:id="rId46"/>
    <p:sldId id="354" r:id="rId47"/>
    <p:sldId id="355" r:id="rId48"/>
    <p:sldId id="356" r:id="rId49"/>
    <p:sldId id="357" r:id="rId50"/>
    <p:sldId id="358" r:id="rId51"/>
    <p:sldId id="359" r:id="rId52"/>
    <p:sldId id="360" r:id="rId53"/>
    <p:sldId id="361" r:id="rId54"/>
    <p:sldId id="362" r:id="rId55"/>
    <p:sldId id="363" r:id="rId56"/>
    <p:sldId id="364" r:id="rId57"/>
    <p:sldId id="365" r:id="rId58"/>
    <p:sldId id="366" r:id="rId59"/>
    <p:sldId id="367" r:id="rId60"/>
    <p:sldId id="368" r:id="rId61"/>
    <p:sldId id="369" r:id="rId62"/>
    <p:sldId id="370" r:id="rId6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79" autoAdjust="0"/>
    <p:restoredTop sz="94660"/>
  </p:normalViewPr>
  <p:slideViewPr>
    <p:cSldViewPr snapToGrid="0">
      <p:cViewPr>
        <p:scale>
          <a:sx n="49" d="100"/>
          <a:sy n="49" d="100"/>
        </p:scale>
        <p:origin x="954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6CA1-29C4-4F5C-AB26-6E62572D182E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D18E-9082-4804-A1F2-1849CBD33B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8166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6CA1-29C4-4F5C-AB26-6E62572D182E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D18E-9082-4804-A1F2-1849CBD33B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8458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6CA1-29C4-4F5C-AB26-6E62572D182E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D18E-9082-4804-A1F2-1849CBD33B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4533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6CA1-29C4-4F5C-AB26-6E62572D182E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D18E-9082-4804-A1F2-1849CBD33B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0184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6CA1-29C4-4F5C-AB26-6E62572D182E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D18E-9082-4804-A1F2-1849CBD33B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9852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6CA1-29C4-4F5C-AB26-6E62572D182E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D18E-9082-4804-A1F2-1849CBD33B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8128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6CA1-29C4-4F5C-AB26-6E62572D182E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D18E-9082-4804-A1F2-1849CBD33B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8292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6CA1-29C4-4F5C-AB26-6E62572D182E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D18E-9082-4804-A1F2-1849CBD33B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6342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6CA1-29C4-4F5C-AB26-6E62572D182E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D18E-9082-4804-A1F2-1849CBD33B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2522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6CA1-29C4-4F5C-AB26-6E62572D182E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D18E-9082-4804-A1F2-1849CBD33B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8275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6CA1-29C4-4F5C-AB26-6E62572D182E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D18E-9082-4804-A1F2-1849CBD33B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97128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6CA1-29C4-4F5C-AB26-6E62572D182E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D18E-9082-4804-A1F2-1849CBD33B0F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918471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6CA1-29C4-4F5C-AB26-6E62572D182E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D18E-9082-4804-A1F2-1849CBD33B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38975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6CA1-29C4-4F5C-AB26-6E62572D182E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D18E-9082-4804-A1F2-1849CBD33B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22144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つの画像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6CA1-29C4-4F5C-AB26-6E62572D182E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D18E-9082-4804-A1F2-1849CBD33B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62645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6CA1-29C4-4F5C-AB26-6E62572D182E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D18E-9082-4804-A1F2-1849CBD33B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09165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6CA1-29C4-4F5C-AB26-6E62572D182E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D18E-9082-4804-A1F2-1849CBD33B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61427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EAFEFCC-1666-44EE-9419-B7DD36F5812D}"/>
              </a:ext>
            </a:extLst>
          </p:cNvPr>
          <p:cNvSpPr/>
          <p:nvPr userDrawn="1"/>
        </p:nvSpPr>
        <p:spPr>
          <a:xfrm>
            <a:off x="1" y="0"/>
            <a:ext cx="12418142" cy="77871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B4CC920-4672-4512-A7A8-C57C9B793BAB}"/>
              </a:ext>
            </a:extLst>
          </p:cNvPr>
          <p:cNvSpPr/>
          <p:nvPr userDrawn="1"/>
        </p:nvSpPr>
        <p:spPr>
          <a:xfrm>
            <a:off x="908159" y="158728"/>
            <a:ext cx="1584000" cy="900000"/>
          </a:xfrm>
          <a:prstGeom prst="rect">
            <a:avLst/>
          </a:prstGeom>
          <a:solidFill>
            <a:srgbClr val="7030A0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2E12B47-1B4B-49C1-A25C-2982F62DA8E6}"/>
              </a:ext>
            </a:extLst>
          </p:cNvPr>
          <p:cNvSpPr/>
          <p:nvPr userDrawn="1"/>
        </p:nvSpPr>
        <p:spPr>
          <a:xfrm>
            <a:off x="2718802" y="158728"/>
            <a:ext cx="1584000" cy="900000"/>
          </a:xfrm>
          <a:prstGeom prst="rect">
            <a:avLst/>
          </a:prstGeom>
          <a:solidFill>
            <a:srgbClr val="7030A0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002F83C-865E-44D3-81B3-5AA9DBB46E94}"/>
              </a:ext>
            </a:extLst>
          </p:cNvPr>
          <p:cNvSpPr/>
          <p:nvPr userDrawn="1"/>
        </p:nvSpPr>
        <p:spPr>
          <a:xfrm>
            <a:off x="4519615" y="158728"/>
            <a:ext cx="1584000" cy="900000"/>
          </a:xfrm>
          <a:prstGeom prst="rect">
            <a:avLst/>
          </a:prstGeom>
          <a:solidFill>
            <a:srgbClr val="7030A0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1905134-26C1-4386-9BD1-508F58845F84}"/>
              </a:ext>
            </a:extLst>
          </p:cNvPr>
          <p:cNvSpPr/>
          <p:nvPr userDrawn="1"/>
        </p:nvSpPr>
        <p:spPr>
          <a:xfrm>
            <a:off x="6330258" y="158728"/>
            <a:ext cx="1584000" cy="900000"/>
          </a:xfrm>
          <a:prstGeom prst="rect">
            <a:avLst/>
          </a:prstGeom>
          <a:solidFill>
            <a:srgbClr val="7030A0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C9CE543-1B1D-4011-997B-EA632DE8991E}"/>
              </a:ext>
            </a:extLst>
          </p:cNvPr>
          <p:cNvSpPr/>
          <p:nvPr userDrawn="1"/>
        </p:nvSpPr>
        <p:spPr>
          <a:xfrm>
            <a:off x="8140901" y="158728"/>
            <a:ext cx="1584000" cy="900000"/>
          </a:xfrm>
          <a:prstGeom prst="rect">
            <a:avLst/>
          </a:prstGeom>
          <a:solidFill>
            <a:srgbClr val="7030A0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D959860-E161-4D3F-9396-AE52212572B7}"/>
              </a:ext>
            </a:extLst>
          </p:cNvPr>
          <p:cNvSpPr/>
          <p:nvPr userDrawn="1"/>
        </p:nvSpPr>
        <p:spPr>
          <a:xfrm>
            <a:off x="9951546" y="158728"/>
            <a:ext cx="1584000" cy="900000"/>
          </a:xfrm>
          <a:prstGeom prst="rect">
            <a:avLst/>
          </a:prstGeom>
          <a:solidFill>
            <a:srgbClr val="7030A0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B1EB8B9-87F7-49CC-B956-42D92C4F0A6F}"/>
              </a:ext>
            </a:extLst>
          </p:cNvPr>
          <p:cNvSpPr/>
          <p:nvPr userDrawn="1"/>
        </p:nvSpPr>
        <p:spPr>
          <a:xfrm>
            <a:off x="913074" y="1373014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6AA8DDE-0F2E-4C4A-B718-6EA628DBC341}"/>
              </a:ext>
            </a:extLst>
          </p:cNvPr>
          <p:cNvSpPr/>
          <p:nvPr userDrawn="1"/>
        </p:nvSpPr>
        <p:spPr>
          <a:xfrm>
            <a:off x="908159" y="2469312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8A2466E-C666-4542-90E5-2363B0901990}"/>
              </a:ext>
            </a:extLst>
          </p:cNvPr>
          <p:cNvSpPr/>
          <p:nvPr userDrawn="1"/>
        </p:nvSpPr>
        <p:spPr>
          <a:xfrm>
            <a:off x="913074" y="3565610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7405860-161B-4655-B251-D0BE8389B56C}"/>
              </a:ext>
            </a:extLst>
          </p:cNvPr>
          <p:cNvSpPr/>
          <p:nvPr userDrawn="1"/>
        </p:nvSpPr>
        <p:spPr>
          <a:xfrm>
            <a:off x="908159" y="4661908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D681AD2-374D-41C4-87C1-AF9E38AA6A82}"/>
              </a:ext>
            </a:extLst>
          </p:cNvPr>
          <p:cNvSpPr/>
          <p:nvPr userDrawn="1"/>
        </p:nvSpPr>
        <p:spPr>
          <a:xfrm>
            <a:off x="913074" y="5758206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59134CB8-9583-4E95-AB7C-06037EDEB6A6}"/>
              </a:ext>
            </a:extLst>
          </p:cNvPr>
          <p:cNvSpPr/>
          <p:nvPr userDrawn="1"/>
        </p:nvSpPr>
        <p:spPr>
          <a:xfrm>
            <a:off x="2718802" y="1373014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ACA2FBB-65F0-489C-A774-BB6DCAD40BC5}"/>
              </a:ext>
            </a:extLst>
          </p:cNvPr>
          <p:cNvSpPr/>
          <p:nvPr userDrawn="1"/>
        </p:nvSpPr>
        <p:spPr>
          <a:xfrm>
            <a:off x="2713887" y="2469312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3E3FA67E-DAC4-4178-A2B5-3A5E72B80C3B}"/>
              </a:ext>
            </a:extLst>
          </p:cNvPr>
          <p:cNvSpPr/>
          <p:nvPr userDrawn="1"/>
        </p:nvSpPr>
        <p:spPr>
          <a:xfrm>
            <a:off x="2718802" y="3565610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EF5B432-F8A0-4F60-B0F2-9D3C83AA4C31}"/>
              </a:ext>
            </a:extLst>
          </p:cNvPr>
          <p:cNvSpPr/>
          <p:nvPr userDrawn="1"/>
        </p:nvSpPr>
        <p:spPr>
          <a:xfrm>
            <a:off x="2713887" y="4661908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51ACE152-F599-4E30-941B-29842CA9A745}"/>
              </a:ext>
            </a:extLst>
          </p:cNvPr>
          <p:cNvSpPr/>
          <p:nvPr userDrawn="1"/>
        </p:nvSpPr>
        <p:spPr>
          <a:xfrm>
            <a:off x="2718802" y="5758206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84F451EB-89F5-4AC3-996D-07478171CC59}"/>
              </a:ext>
            </a:extLst>
          </p:cNvPr>
          <p:cNvSpPr/>
          <p:nvPr userDrawn="1"/>
        </p:nvSpPr>
        <p:spPr>
          <a:xfrm>
            <a:off x="4524530" y="1373014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F6E262DD-9660-41A6-AC23-7FE8D9427746}"/>
              </a:ext>
            </a:extLst>
          </p:cNvPr>
          <p:cNvSpPr/>
          <p:nvPr userDrawn="1"/>
        </p:nvSpPr>
        <p:spPr>
          <a:xfrm>
            <a:off x="4519615" y="2469312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50297A96-C79F-482A-A449-E1F8177F932E}"/>
              </a:ext>
            </a:extLst>
          </p:cNvPr>
          <p:cNvSpPr/>
          <p:nvPr userDrawn="1"/>
        </p:nvSpPr>
        <p:spPr>
          <a:xfrm>
            <a:off x="4524530" y="3565610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244F4D2B-5C57-49CC-94B0-3CC6F757E494}"/>
              </a:ext>
            </a:extLst>
          </p:cNvPr>
          <p:cNvSpPr/>
          <p:nvPr userDrawn="1"/>
        </p:nvSpPr>
        <p:spPr>
          <a:xfrm>
            <a:off x="4519615" y="4661908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9EAFDB23-8531-42DA-8574-FA5D71C857B0}"/>
              </a:ext>
            </a:extLst>
          </p:cNvPr>
          <p:cNvSpPr/>
          <p:nvPr userDrawn="1"/>
        </p:nvSpPr>
        <p:spPr>
          <a:xfrm>
            <a:off x="4524530" y="5758206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FED21AC3-8E51-451D-9F90-4018E3B8F75B}"/>
              </a:ext>
            </a:extLst>
          </p:cNvPr>
          <p:cNvSpPr/>
          <p:nvPr userDrawn="1"/>
        </p:nvSpPr>
        <p:spPr>
          <a:xfrm>
            <a:off x="6330258" y="1373014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FC4BF45B-B18F-4FD3-AE61-4D56CBF6A481}"/>
              </a:ext>
            </a:extLst>
          </p:cNvPr>
          <p:cNvSpPr/>
          <p:nvPr userDrawn="1"/>
        </p:nvSpPr>
        <p:spPr>
          <a:xfrm>
            <a:off x="6325343" y="2469312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ABBA803C-BE88-439B-B670-E7B75310F55E}"/>
              </a:ext>
            </a:extLst>
          </p:cNvPr>
          <p:cNvSpPr/>
          <p:nvPr userDrawn="1"/>
        </p:nvSpPr>
        <p:spPr>
          <a:xfrm>
            <a:off x="6330258" y="3565610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E0CA564B-CD3C-4D12-83AF-F45C6A002011}"/>
              </a:ext>
            </a:extLst>
          </p:cNvPr>
          <p:cNvSpPr/>
          <p:nvPr userDrawn="1"/>
        </p:nvSpPr>
        <p:spPr>
          <a:xfrm>
            <a:off x="6325343" y="4661908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9FC20113-1232-4C3D-B0AC-5C845199422F}"/>
              </a:ext>
            </a:extLst>
          </p:cNvPr>
          <p:cNvSpPr/>
          <p:nvPr userDrawn="1"/>
        </p:nvSpPr>
        <p:spPr>
          <a:xfrm>
            <a:off x="6330258" y="5758206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CF54F2B0-2145-4F31-9DD9-E146419FCF4C}"/>
              </a:ext>
            </a:extLst>
          </p:cNvPr>
          <p:cNvSpPr/>
          <p:nvPr userDrawn="1"/>
        </p:nvSpPr>
        <p:spPr>
          <a:xfrm>
            <a:off x="8131071" y="1373014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93DA1F3B-7A4F-4AF3-B33B-60B28AD13C76}"/>
              </a:ext>
            </a:extLst>
          </p:cNvPr>
          <p:cNvSpPr/>
          <p:nvPr userDrawn="1"/>
        </p:nvSpPr>
        <p:spPr>
          <a:xfrm>
            <a:off x="8126156" y="2469312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A4C9ED2E-20D7-470E-BC07-664E63FFFC57}"/>
              </a:ext>
            </a:extLst>
          </p:cNvPr>
          <p:cNvSpPr/>
          <p:nvPr userDrawn="1"/>
        </p:nvSpPr>
        <p:spPr>
          <a:xfrm>
            <a:off x="8131071" y="3565610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009BB67E-4E10-493E-8158-BC842BCF93B8}"/>
              </a:ext>
            </a:extLst>
          </p:cNvPr>
          <p:cNvSpPr/>
          <p:nvPr userDrawn="1"/>
        </p:nvSpPr>
        <p:spPr>
          <a:xfrm>
            <a:off x="8126156" y="4661908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F44E89C6-37E7-44CB-8270-F0AC250B1F5B}"/>
              </a:ext>
            </a:extLst>
          </p:cNvPr>
          <p:cNvSpPr/>
          <p:nvPr userDrawn="1"/>
        </p:nvSpPr>
        <p:spPr>
          <a:xfrm>
            <a:off x="8131071" y="5758206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6581D3BD-9DAF-475E-9D8D-BDE94063C573}"/>
              </a:ext>
            </a:extLst>
          </p:cNvPr>
          <p:cNvSpPr/>
          <p:nvPr userDrawn="1"/>
        </p:nvSpPr>
        <p:spPr>
          <a:xfrm>
            <a:off x="9936799" y="1373014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BD787AA3-6401-4794-8965-BC5E32609DA2}"/>
              </a:ext>
            </a:extLst>
          </p:cNvPr>
          <p:cNvSpPr/>
          <p:nvPr userDrawn="1"/>
        </p:nvSpPr>
        <p:spPr>
          <a:xfrm>
            <a:off x="9931884" y="2469312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3516B98D-0045-4F43-9166-1908ADCD377E}"/>
              </a:ext>
            </a:extLst>
          </p:cNvPr>
          <p:cNvSpPr/>
          <p:nvPr userDrawn="1"/>
        </p:nvSpPr>
        <p:spPr>
          <a:xfrm>
            <a:off x="9936799" y="3565610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0B468D7A-13B0-49C6-9304-41FF0F9612EE}"/>
              </a:ext>
            </a:extLst>
          </p:cNvPr>
          <p:cNvSpPr/>
          <p:nvPr userDrawn="1"/>
        </p:nvSpPr>
        <p:spPr>
          <a:xfrm>
            <a:off x="9931884" y="4661908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4C3BF525-B740-48C0-9DCD-1856C3C82D62}"/>
              </a:ext>
            </a:extLst>
          </p:cNvPr>
          <p:cNvSpPr/>
          <p:nvPr userDrawn="1"/>
        </p:nvSpPr>
        <p:spPr>
          <a:xfrm>
            <a:off x="9936799" y="5758206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52510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EAFEFCC-1666-44EE-9419-B7DD36F5812D}"/>
              </a:ext>
            </a:extLst>
          </p:cNvPr>
          <p:cNvSpPr/>
          <p:nvPr userDrawn="1"/>
        </p:nvSpPr>
        <p:spPr>
          <a:xfrm>
            <a:off x="1" y="0"/>
            <a:ext cx="12418142" cy="77871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4C3BF525-B740-48C0-9DCD-1856C3C82D62}"/>
              </a:ext>
            </a:extLst>
          </p:cNvPr>
          <p:cNvSpPr/>
          <p:nvPr userDrawn="1"/>
        </p:nvSpPr>
        <p:spPr>
          <a:xfrm>
            <a:off x="1102444" y="427998"/>
            <a:ext cx="10213256" cy="5968632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2412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D6CA1-29C4-4F5C-AB26-6E62572D182E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DED18E-9082-4804-A1F2-1849CBD33B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91159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  <p:sldLayoutId id="2147483727" r:id="rId19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13" Type="http://schemas.openxmlformats.org/officeDocument/2006/relationships/slide" Target="slide55.xml"/><Relationship Id="rId18" Type="http://schemas.openxmlformats.org/officeDocument/2006/relationships/slide" Target="slide57.xml"/><Relationship Id="rId26" Type="http://schemas.openxmlformats.org/officeDocument/2006/relationships/slide" Target="slide21.xml"/><Relationship Id="rId3" Type="http://schemas.openxmlformats.org/officeDocument/2006/relationships/slide" Target="slide13.xml"/><Relationship Id="rId21" Type="http://schemas.openxmlformats.org/officeDocument/2006/relationships/slide" Target="slide29.xml"/><Relationship Id="rId7" Type="http://schemas.openxmlformats.org/officeDocument/2006/relationships/slide" Target="slide53.xml"/><Relationship Id="rId12" Type="http://schemas.openxmlformats.org/officeDocument/2006/relationships/slide" Target="slide45.xml"/><Relationship Id="rId17" Type="http://schemas.openxmlformats.org/officeDocument/2006/relationships/slide" Target="slide47.xml"/><Relationship Id="rId25" Type="http://schemas.openxmlformats.org/officeDocument/2006/relationships/slide" Target="slide11.xml"/><Relationship Id="rId2" Type="http://schemas.openxmlformats.org/officeDocument/2006/relationships/slide" Target="slide3.xml"/><Relationship Id="rId16" Type="http://schemas.openxmlformats.org/officeDocument/2006/relationships/slide" Target="slide37.xml"/><Relationship Id="rId20" Type="http://schemas.openxmlformats.org/officeDocument/2006/relationships/slide" Target="slide19.xml"/><Relationship Id="rId29" Type="http://schemas.openxmlformats.org/officeDocument/2006/relationships/slide" Target="slide51.xml"/><Relationship Id="rId1" Type="http://schemas.openxmlformats.org/officeDocument/2006/relationships/slideLayout" Target="../slideLayouts/slideLayout18.xml"/><Relationship Id="rId6" Type="http://schemas.openxmlformats.org/officeDocument/2006/relationships/slide" Target="slide43.xml"/><Relationship Id="rId11" Type="http://schemas.openxmlformats.org/officeDocument/2006/relationships/slide" Target="slide35.xml"/><Relationship Id="rId24" Type="http://schemas.openxmlformats.org/officeDocument/2006/relationships/slide" Target="slide59.xml"/><Relationship Id="rId5" Type="http://schemas.openxmlformats.org/officeDocument/2006/relationships/slide" Target="slide33.xml"/><Relationship Id="rId15" Type="http://schemas.openxmlformats.org/officeDocument/2006/relationships/slide" Target="slide27.xml"/><Relationship Id="rId23" Type="http://schemas.openxmlformats.org/officeDocument/2006/relationships/slide" Target="slide49.xml"/><Relationship Id="rId28" Type="http://schemas.openxmlformats.org/officeDocument/2006/relationships/slide" Target="slide41.xml"/><Relationship Id="rId10" Type="http://schemas.openxmlformats.org/officeDocument/2006/relationships/slide" Target="slide25.xml"/><Relationship Id="rId19" Type="http://schemas.openxmlformats.org/officeDocument/2006/relationships/slide" Target="slide9.xml"/><Relationship Id="rId31" Type="http://schemas.openxmlformats.org/officeDocument/2006/relationships/slide" Target="slide17.xml"/><Relationship Id="rId4" Type="http://schemas.openxmlformats.org/officeDocument/2006/relationships/slide" Target="slide23.xml"/><Relationship Id="rId9" Type="http://schemas.openxmlformats.org/officeDocument/2006/relationships/slide" Target="slide15.xml"/><Relationship Id="rId14" Type="http://schemas.openxmlformats.org/officeDocument/2006/relationships/slide" Target="slide7.xml"/><Relationship Id="rId22" Type="http://schemas.openxmlformats.org/officeDocument/2006/relationships/slide" Target="slide39.xml"/><Relationship Id="rId27" Type="http://schemas.openxmlformats.org/officeDocument/2006/relationships/slide" Target="slide31.xml"/><Relationship Id="rId30" Type="http://schemas.openxmlformats.org/officeDocument/2006/relationships/slide" Target="slide6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Jeopardy Font">
            <a:extLst>
              <a:ext uri="{FF2B5EF4-FFF2-40B4-BE49-F238E27FC236}">
                <a16:creationId xmlns:a16="http://schemas.microsoft.com/office/drawing/2014/main" id="{168F944E-088F-4CD9-ADB0-90B12C38F6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duotone>
              <a:prstClr val="black"/>
              <a:prstClr val="white">
                <a:tint val="45000"/>
                <a:satMod val="400000"/>
              </a:prst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94"/>
          <a:stretch/>
        </p:blipFill>
        <p:spPr bwMode="auto">
          <a:xfrm>
            <a:off x="1002631" y="1957770"/>
            <a:ext cx="10186738" cy="2942460"/>
          </a:xfrm>
          <a:prstGeom prst="rect">
            <a:avLst/>
          </a:prstGeom>
          <a:noFill/>
          <a:ln>
            <a:noFill/>
          </a:ln>
          <a:effectLst>
            <a:glow rad="406400">
              <a:schemeClr val="tx1"/>
            </a:glow>
            <a:outerShdw algn="tl" rotWithShape="0">
              <a:schemeClr val="tx1"/>
            </a:outerShdw>
          </a:effectLst>
        </p:spPr>
      </p:pic>
      <p:sp>
        <p:nvSpPr>
          <p:cNvPr id="7" name="フローチャート: 端子 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6FB9271-CDB3-40A5-B793-8C4AE14D7C08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Start Game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994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accel="2041" decel="1633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900000">
                                      <p:cBhvr>
                                        <p:cTn id="6" dur="49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accel="500" decel="4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900000">
                                      <p:cBhvr>
                                        <p:cTn id="8" dur="2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0A65022-801E-42B1-B5AD-60D14BEF14EB}"/>
              </a:ext>
            </a:extLst>
          </p:cNvPr>
          <p:cNvSpPr txBox="1"/>
          <p:nvPr/>
        </p:nvSpPr>
        <p:spPr>
          <a:xfrm>
            <a:off x="898168" y="342090"/>
            <a:ext cx="1646616" cy="473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latin typeface="Impact" panose="020B0806030902050204" pitchFamily="34" charset="0"/>
              </a:rPr>
              <a:t>Greeting</a:t>
            </a:r>
            <a:endParaRPr kumimoji="1" lang="ja-JP" altLang="en-US" sz="2400" dirty="0">
              <a:latin typeface="Impact" panose="020B080603090205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B4085AB-205F-4FA3-8EAF-49DE77EF92C1}"/>
              </a:ext>
            </a:extLst>
          </p:cNvPr>
          <p:cNvSpPr txBox="1"/>
          <p:nvPr/>
        </p:nvSpPr>
        <p:spPr>
          <a:xfrm>
            <a:off x="2674401" y="342090"/>
            <a:ext cx="1646617" cy="473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latin typeface="Impact" panose="020B0806030902050204" pitchFamily="34" charset="0"/>
              </a:rPr>
              <a:t>Food</a:t>
            </a:r>
            <a:endParaRPr kumimoji="1" lang="ja-JP" altLang="en-US" sz="2400" dirty="0">
              <a:latin typeface="Impact" panose="020B080603090205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9BFD269-21F9-44DE-A5FA-436C1C0B51BE}"/>
              </a:ext>
            </a:extLst>
          </p:cNvPr>
          <p:cNvSpPr txBox="1"/>
          <p:nvPr/>
        </p:nvSpPr>
        <p:spPr>
          <a:xfrm>
            <a:off x="4494016" y="342091"/>
            <a:ext cx="1646616" cy="473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latin typeface="Impact" panose="020B0806030902050204" pitchFamily="34" charset="0"/>
              </a:rPr>
              <a:t>Drinks</a:t>
            </a:r>
            <a:endParaRPr kumimoji="1" lang="ja-JP" altLang="en-US" sz="2400" dirty="0">
              <a:latin typeface="Impact" panose="020B080603090205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096FEC9-C6F2-4BEC-ABD3-5BB97957779E}"/>
              </a:ext>
            </a:extLst>
          </p:cNvPr>
          <p:cNvSpPr txBox="1"/>
          <p:nvPr/>
        </p:nvSpPr>
        <p:spPr>
          <a:xfrm>
            <a:off x="6299746" y="342091"/>
            <a:ext cx="1646616" cy="473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latin typeface="Impact" panose="020B0806030902050204" pitchFamily="34" charset="0"/>
              </a:rPr>
              <a:t>Sports</a:t>
            </a:r>
            <a:endParaRPr kumimoji="1" lang="ja-JP" altLang="en-US" sz="2400" dirty="0">
              <a:latin typeface="Impact" panose="020B080603090205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1C22481-DC72-48F2-9D1D-9A5C6E4B15A3}"/>
              </a:ext>
            </a:extLst>
          </p:cNvPr>
          <p:cNvSpPr txBox="1"/>
          <p:nvPr/>
        </p:nvSpPr>
        <p:spPr>
          <a:xfrm>
            <a:off x="8110419" y="342091"/>
            <a:ext cx="1636780" cy="473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latin typeface="Impact" panose="020B0806030902050204" pitchFamily="34" charset="0"/>
              </a:rPr>
              <a:t>Time</a:t>
            </a:r>
            <a:endParaRPr kumimoji="1" lang="ja-JP" altLang="en-US" sz="2400" dirty="0">
              <a:latin typeface="Impact" panose="020B080603090205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555D8EC-E78B-4641-8D52-A8C140A0E6AC}"/>
              </a:ext>
            </a:extLst>
          </p:cNvPr>
          <p:cNvSpPr txBox="1"/>
          <p:nvPr/>
        </p:nvSpPr>
        <p:spPr>
          <a:xfrm>
            <a:off x="9925946" y="342090"/>
            <a:ext cx="1646619" cy="473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latin typeface="Impact" panose="020B0806030902050204" pitchFamily="34" charset="0"/>
              </a:rPr>
              <a:t>Places</a:t>
            </a:r>
            <a:endParaRPr kumimoji="1" lang="ja-JP" altLang="en-US" sz="2400" dirty="0">
              <a:latin typeface="Impact" panose="020B0806030902050204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C4322CD-496B-4075-8C30-3D4444988AB7}"/>
              </a:ext>
            </a:extLst>
          </p:cNvPr>
          <p:cNvSpPr txBox="1"/>
          <p:nvPr/>
        </p:nvSpPr>
        <p:spPr>
          <a:xfrm flipH="1">
            <a:off x="898168" y="1500191"/>
            <a:ext cx="1641700" cy="600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2" action="ppaction://hlinksldjump"/>
              </a:rPr>
              <a:t>¥  200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B84003B-E4D1-4D11-A96B-6CE113B624A1}"/>
              </a:ext>
            </a:extLst>
          </p:cNvPr>
          <p:cNvSpPr txBox="1"/>
          <p:nvPr/>
        </p:nvSpPr>
        <p:spPr>
          <a:xfrm flipH="1">
            <a:off x="2674401" y="1500191"/>
            <a:ext cx="1641700" cy="600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3" action="ppaction://hlinksldjump"/>
              </a:rPr>
              <a:t>¥  200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92DE527-0682-4224-8DEC-30627B0DF43B}"/>
              </a:ext>
            </a:extLst>
          </p:cNvPr>
          <p:cNvSpPr txBox="1"/>
          <p:nvPr/>
        </p:nvSpPr>
        <p:spPr>
          <a:xfrm flipH="1">
            <a:off x="4524366" y="1509778"/>
            <a:ext cx="1641700" cy="600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4" action="ppaction://hlinksldjump"/>
              </a:rPr>
              <a:t>¥  200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1EE7C68-5D02-41F3-8C15-D9096759B93A}"/>
              </a:ext>
            </a:extLst>
          </p:cNvPr>
          <p:cNvSpPr txBox="1"/>
          <p:nvPr/>
        </p:nvSpPr>
        <p:spPr>
          <a:xfrm flipH="1">
            <a:off x="6310432" y="1509778"/>
            <a:ext cx="1641700" cy="600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5" action="ppaction://hlinksldjump"/>
              </a:rPr>
              <a:t>¥  200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3B74070-0944-401D-A0E7-20E8BF40BEB8}"/>
              </a:ext>
            </a:extLst>
          </p:cNvPr>
          <p:cNvSpPr txBox="1"/>
          <p:nvPr/>
        </p:nvSpPr>
        <p:spPr>
          <a:xfrm flipH="1">
            <a:off x="8125995" y="1509778"/>
            <a:ext cx="1641700" cy="600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6" action="ppaction://hlinksldjump"/>
              </a:rPr>
              <a:t>¥  200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FD9FBDD-3FDE-4CA6-82CA-8916ACDA7B73}"/>
              </a:ext>
            </a:extLst>
          </p:cNvPr>
          <p:cNvSpPr txBox="1"/>
          <p:nvPr/>
        </p:nvSpPr>
        <p:spPr>
          <a:xfrm flipH="1">
            <a:off x="9910656" y="1509778"/>
            <a:ext cx="1641700" cy="600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7" action="ppaction://hlinksldjump"/>
              </a:rPr>
              <a:t>¥  200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5806AC7-BD6F-44D8-BE6C-940C9AC3C456}"/>
              </a:ext>
            </a:extLst>
          </p:cNvPr>
          <p:cNvSpPr txBox="1"/>
          <p:nvPr/>
        </p:nvSpPr>
        <p:spPr>
          <a:xfrm flipH="1">
            <a:off x="898168" y="2637997"/>
            <a:ext cx="1641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8" action="ppaction://hlinksldjump"/>
              </a:rPr>
              <a:t>¥  400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193DE9A-E989-4AB4-A25C-DD6B8646D56A}"/>
              </a:ext>
            </a:extLst>
          </p:cNvPr>
          <p:cNvSpPr txBox="1"/>
          <p:nvPr/>
        </p:nvSpPr>
        <p:spPr>
          <a:xfrm flipH="1">
            <a:off x="2689144" y="2637997"/>
            <a:ext cx="16417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9" action="ppaction://hlinksldjump"/>
              </a:rPr>
              <a:t>¥  400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  <a:p>
            <a:pPr algn="ctr"/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1923349-0877-420F-AC93-348D96391954}"/>
              </a:ext>
            </a:extLst>
          </p:cNvPr>
          <p:cNvSpPr txBox="1"/>
          <p:nvPr/>
        </p:nvSpPr>
        <p:spPr>
          <a:xfrm flipH="1">
            <a:off x="4494872" y="2637997"/>
            <a:ext cx="16417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10" action="ppaction://hlinksldjump"/>
              </a:rPr>
              <a:t>¥  400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  <a:p>
            <a:pPr algn="ctr"/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AF2B74C-8A31-4049-81CD-D3CD080CB6F9}"/>
              </a:ext>
            </a:extLst>
          </p:cNvPr>
          <p:cNvSpPr txBox="1"/>
          <p:nvPr/>
        </p:nvSpPr>
        <p:spPr>
          <a:xfrm flipH="1">
            <a:off x="6305286" y="2637997"/>
            <a:ext cx="16417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11" action="ppaction://hlinksldjump"/>
              </a:rPr>
              <a:t>¥  400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  <a:p>
            <a:pPr algn="ctr"/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91F0D81-CB03-4DD1-81CC-AEEC5D9BC7C7}"/>
              </a:ext>
            </a:extLst>
          </p:cNvPr>
          <p:cNvSpPr txBox="1"/>
          <p:nvPr/>
        </p:nvSpPr>
        <p:spPr>
          <a:xfrm flipH="1">
            <a:off x="8100008" y="2637997"/>
            <a:ext cx="1641700" cy="600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12" action="ppaction://hlinksldjump"/>
              </a:rPr>
              <a:t>¥  400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7CCFE7B-665E-4A80-B9A8-659DA8DFBEEB}"/>
              </a:ext>
            </a:extLst>
          </p:cNvPr>
          <p:cNvSpPr txBox="1"/>
          <p:nvPr/>
        </p:nvSpPr>
        <p:spPr>
          <a:xfrm flipH="1">
            <a:off x="9914169" y="2637997"/>
            <a:ext cx="1641700" cy="600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13" action="ppaction://hlinksldjump"/>
              </a:rPr>
              <a:t>¥  400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9F1CFA6D-266D-4ABD-BDF0-FC1550A23098}"/>
              </a:ext>
            </a:extLst>
          </p:cNvPr>
          <p:cNvSpPr txBox="1"/>
          <p:nvPr/>
        </p:nvSpPr>
        <p:spPr>
          <a:xfrm flipH="1">
            <a:off x="898168" y="3715974"/>
            <a:ext cx="1641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14" action="ppaction://hlinksldjump"/>
              </a:rPr>
              <a:t>¥  600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030B65D8-603C-484C-AB50-6D0D9941C2AB}"/>
              </a:ext>
            </a:extLst>
          </p:cNvPr>
          <p:cNvSpPr txBox="1"/>
          <p:nvPr/>
        </p:nvSpPr>
        <p:spPr>
          <a:xfrm flipH="1">
            <a:off x="4494872" y="3715974"/>
            <a:ext cx="16417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15" action="ppaction://hlinksldjump"/>
              </a:rPr>
              <a:t>¥  600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  <a:p>
            <a:pPr algn="ctr"/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54A9D83C-D443-4183-B402-D85170338A37}"/>
              </a:ext>
            </a:extLst>
          </p:cNvPr>
          <p:cNvSpPr txBox="1"/>
          <p:nvPr/>
        </p:nvSpPr>
        <p:spPr>
          <a:xfrm flipH="1">
            <a:off x="6305286" y="3715974"/>
            <a:ext cx="16417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16" action="ppaction://hlinksldjump"/>
              </a:rPr>
              <a:t>¥  600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  <a:p>
            <a:pPr algn="ctr"/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82F4CCA7-E5FB-483B-A99E-2F1F90FA3223}"/>
              </a:ext>
            </a:extLst>
          </p:cNvPr>
          <p:cNvSpPr txBox="1"/>
          <p:nvPr/>
        </p:nvSpPr>
        <p:spPr>
          <a:xfrm flipH="1">
            <a:off x="8100008" y="3715974"/>
            <a:ext cx="1641700" cy="600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17" action="ppaction://hlinksldjump"/>
              </a:rPr>
              <a:t>¥  600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DCCF3DFC-3FB9-44AC-B0B8-96E292BA5BDD}"/>
              </a:ext>
            </a:extLst>
          </p:cNvPr>
          <p:cNvSpPr txBox="1"/>
          <p:nvPr/>
        </p:nvSpPr>
        <p:spPr>
          <a:xfrm flipH="1">
            <a:off x="9914169" y="3715974"/>
            <a:ext cx="1641700" cy="600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18" action="ppaction://hlinksldjump"/>
              </a:rPr>
              <a:t>¥  600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C6069061-67F8-40EF-ABD9-B287A3C87AF4}"/>
              </a:ext>
            </a:extLst>
          </p:cNvPr>
          <p:cNvSpPr txBox="1"/>
          <p:nvPr/>
        </p:nvSpPr>
        <p:spPr>
          <a:xfrm flipH="1">
            <a:off x="898168" y="4793951"/>
            <a:ext cx="1641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19" action="ppaction://hlinksldjump"/>
              </a:rPr>
              <a:t>¥  800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DF9116A4-DB43-470E-B7FB-6643E96CC653}"/>
              </a:ext>
            </a:extLst>
          </p:cNvPr>
          <p:cNvSpPr txBox="1"/>
          <p:nvPr/>
        </p:nvSpPr>
        <p:spPr>
          <a:xfrm flipH="1">
            <a:off x="2689144" y="4793951"/>
            <a:ext cx="1641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20" action="ppaction://hlinksldjump"/>
              </a:rPr>
              <a:t>¥  800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40413505-DC6E-40B8-ABE1-E9104D2E86DB}"/>
              </a:ext>
            </a:extLst>
          </p:cNvPr>
          <p:cNvSpPr txBox="1"/>
          <p:nvPr/>
        </p:nvSpPr>
        <p:spPr>
          <a:xfrm flipH="1">
            <a:off x="4494872" y="4793951"/>
            <a:ext cx="16417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21" action="ppaction://hlinksldjump"/>
              </a:rPr>
              <a:t>¥  800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  <a:p>
            <a:pPr algn="ctr"/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C3746ECA-ABB0-4EAB-853C-5AEDBB11F9F8}"/>
              </a:ext>
            </a:extLst>
          </p:cNvPr>
          <p:cNvSpPr txBox="1"/>
          <p:nvPr/>
        </p:nvSpPr>
        <p:spPr>
          <a:xfrm flipH="1">
            <a:off x="6305286" y="4793951"/>
            <a:ext cx="16417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22" action="ppaction://hlinksldjump"/>
              </a:rPr>
              <a:t>¥  800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  <a:p>
            <a:pPr algn="ctr"/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D4DB5CDF-DF0E-451C-B274-A50FB2DEF868}"/>
              </a:ext>
            </a:extLst>
          </p:cNvPr>
          <p:cNvSpPr txBox="1"/>
          <p:nvPr/>
        </p:nvSpPr>
        <p:spPr>
          <a:xfrm flipH="1">
            <a:off x="8100008" y="4793951"/>
            <a:ext cx="1641700" cy="600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23" action="ppaction://hlinksldjump"/>
              </a:rPr>
              <a:t>¥  800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E04F7CB9-EEF8-40EC-B648-3801390EEFD0}"/>
              </a:ext>
            </a:extLst>
          </p:cNvPr>
          <p:cNvSpPr txBox="1"/>
          <p:nvPr/>
        </p:nvSpPr>
        <p:spPr>
          <a:xfrm flipH="1">
            <a:off x="9914169" y="4793951"/>
            <a:ext cx="1641700" cy="600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24" action="ppaction://hlinksldjump"/>
              </a:rPr>
              <a:t>¥  800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C4A8E1C8-9A58-423D-B7CB-B2C8E8E95329}"/>
              </a:ext>
            </a:extLst>
          </p:cNvPr>
          <p:cNvSpPr txBox="1"/>
          <p:nvPr/>
        </p:nvSpPr>
        <p:spPr>
          <a:xfrm flipH="1">
            <a:off x="898168" y="5895991"/>
            <a:ext cx="1641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25" action="ppaction://hlinksldjump"/>
              </a:rPr>
              <a:t>¥  1000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668DDBB1-B544-479D-ABFD-ECDF5D6F2F51}"/>
              </a:ext>
            </a:extLst>
          </p:cNvPr>
          <p:cNvSpPr txBox="1"/>
          <p:nvPr/>
        </p:nvSpPr>
        <p:spPr>
          <a:xfrm flipH="1">
            <a:off x="2689144" y="5895991"/>
            <a:ext cx="16417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26" action="ppaction://hlinksldjump"/>
              </a:rPr>
              <a:t>¥  1000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  <a:p>
            <a:pPr algn="ctr"/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DDA83483-8B10-4986-A9FC-E203B3C171FF}"/>
              </a:ext>
            </a:extLst>
          </p:cNvPr>
          <p:cNvSpPr txBox="1"/>
          <p:nvPr/>
        </p:nvSpPr>
        <p:spPr>
          <a:xfrm flipH="1">
            <a:off x="4494872" y="5895991"/>
            <a:ext cx="16417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27" action="ppaction://hlinksldjump"/>
              </a:rPr>
              <a:t>¥  1000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  <a:p>
            <a:pPr algn="ctr"/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E240766B-BF11-4EC1-BB93-8A0DB9CEC856}"/>
              </a:ext>
            </a:extLst>
          </p:cNvPr>
          <p:cNvSpPr txBox="1"/>
          <p:nvPr/>
        </p:nvSpPr>
        <p:spPr>
          <a:xfrm flipH="1">
            <a:off x="6305286" y="5895991"/>
            <a:ext cx="16417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28" action="ppaction://hlinksldjump"/>
              </a:rPr>
              <a:t>¥  1000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  <a:p>
            <a:pPr algn="ctr"/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6F5541D4-2E3B-4BF8-8A0A-B9CE4F869650}"/>
              </a:ext>
            </a:extLst>
          </p:cNvPr>
          <p:cNvSpPr txBox="1"/>
          <p:nvPr/>
        </p:nvSpPr>
        <p:spPr>
          <a:xfrm flipH="1">
            <a:off x="8100008" y="5895991"/>
            <a:ext cx="1641700" cy="600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29" action="ppaction://hlinksldjump"/>
              </a:rPr>
              <a:t>¥  1000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2D2BEC2B-21E3-448D-9AC8-DD9FFC8B93A7}"/>
              </a:ext>
            </a:extLst>
          </p:cNvPr>
          <p:cNvSpPr txBox="1"/>
          <p:nvPr/>
        </p:nvSpPr>
        <p:spPr>
          <a:xfrm flipH="1">
            <a:off x="9914169" y="5895991"/>
            <a:ext cx="1641700" cy="600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30" action="ppaction://hlinksldjump"/>
              </a:rPr>
              <a:t>¥  1000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479379C8-1C0C-4AB7-869E-922F169BA114}"/>
              </a:ext>
            </a:extLst>
          </p:cNvPr>
          <p:cNvSpPr txBox="1"/>
          <p:nvPr/>
        </p:nvSpPr>
        <p:spPr>
          <a:xfrm flipH="1">
            <a:off x="2689144" y="3715974"/>
            <a:ext cx="1641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31" action="ppaction://hlinksldjump"/>
              </a:rPr>
              <a:t>¥  600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506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37460D7-27AC-4255-80DC-44377AFA8511}"/>
              </a:ext>
            </a:extLst>
          </p:cNvPr>
          <p:cNvSpPr txBox="1"/>
          <p:nvPr/>
        </p:nvSpPr>
        <p:spPr>
          <a:xfrm>
            <a:off x="1130967" y="453199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Greeting</a:t>
            </a: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Where are you from?</a:t>
            </a:r>
            <a:endParaRPr kumimoji="1" lang="ja-JP" altLang="en-US" sz="9600" dirty="0">
              <a:latin typeface="Impact" panose="020B0806030902050204" pitchFamily="34" charset="0"/>
            </a:endParaRPr>
          </a:p>
        </p:txBody>
      </p:sp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200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C4116250-813C-4D93-A625-EE8FEC199749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C4886380-88F6-4B91-AF5E-72B139B2A5EF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D1D365E2-1AA0-4E16-A76F-C8F0D374662D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2010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37460D7-27AC-4255-80DC-44377AFA8511}"/>
              </a:ext>
            </a:extLst>
          </p:cNvPr>
          <p:cNvSpPr txBox="1"/>
          <p:nvPr/>
        </p:nvSpPr>
        <p:spPr>
          <a:xfrm>
            <a:off x="1130968" y="405068"/>
            <a:ext cx="1017069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Greeting</a:t>
            </a:r>
          </a:p>
          <a:p>
            <a:pPr algn="ctr"/>
            <a:endParaRPr kumimoji="1" lang="en-US" altLang="ja-JP" sz="9600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Japan</a:t>
            </a:r>
            <a:endParaRPr kumimoji="1" lang="ja-JP" altLang="en-US" sz="9600" dirty="0">
              <a:latin typeface="Impact" panose="020B0806030902050204" pitchFamily="34" charset="0"/>
            </a:endParaRPr>
          </a:p>
        </p:txBody>
      </p:sp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200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454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400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803FBCD-A6A9-47FE-8C36-9896CE902E60}"/>
              </a:ext>
            </a:extLst>
          </p:cNvPr>
          <p:cNvSpPr txBox="1"/>
          <p:nvPr/>
        </p:nvSpPr>
        <p:spPr>
          <a:xfrm>
            <a:off x="1122947" y="429132"/>
            <a:ext cx="10210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Greeting</a:t>
            </a: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Can you say 2 things you like?</a:t>
            </a:r>
            <a:endParaRPr kumimoji="1" lang="ja-JP" altLang="en-US" sz="9600" dirty="0">
              <a:latin typeface="Impact" panose="020B0806030902050204" pitchFamily="34" charset="0"/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4F086AA9-70A7-4E88-8BB0-87255122B4BD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2B12232D-4527-47F1-9B3C-305E9E1EFE74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1FDAA728-973B-484C-86E6-BEC47F4BC2D4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223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B776012-C56A-4355-9A5E-892A5F1E9F5D}"/>
              </a:ext>
            </a:extLst>
          </p:cNvPr>
          <p:cNvSpPr txBox="1"/>
          <p:nvPr/>
        </p:nvSpPr>
        <p:spPr>
          <a:xfrm>
            <a:off x="1082842" y="405068"/>
            <a:ext cx="10170694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Greeting</a:t>
            </a:r>
          </a:p>
          <a:p>
            <a:pPr algn="ctr"/>
            <a:endParaRPr kumimoji="1" lang="en-US" altLang="ja-JP" sz="5400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I like ___ and ___.</a:t>
            </a:r>
            <a:endParaRPr kumimoji="1" lang="ja-JP" altLang="en-US" sz="9600" dirty="0">
              <a:latin typeface="Impact" panose="020B0806030902050204" pitchFamily="34" charset="0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400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093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080FC9A-EBDE-42DD-BD3E-05BA3DC690CD}"/>
              </a:ext>
            </a:extLst>
          </p:cNvPr>
          <p:cNvSpPr txBox="1"/>
          <p:nvPr/>
        </p:nvSpPr>
        <p:spPr>
          <a:xfrm>
            <a:off x="1082842" y="405068"/>
            <a:ext cx="1017069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Greeting</a:t>
            </a: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Can you say all the weathers?</a:t>
            </a:r>
            <a:endParaRPr kumimoji="1" lang="ja-JP" altLang="en-US" sz="9600" dirty="0">
              <a:latin typeface="Impact" panose="020B0806030902050204" pitchFamily="34" charset="0"/>
            </a:endParaRPr>
          </a:p>
        </p:txBody>
      </p:sp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600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FEFC4DFB-A804-40F8-B1CC-65644017DC0F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47F5389D-BF26-40C9-A608-61671447C5CF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9E7A0EDD-8D2F-4403-BCD6-4DFC923FF01E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9663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90492B7-AE04-4491-A0FB-EAAEF94DE827}"/>
              </a:ext>
            </a:extLst>
          </p:cNvPr>
          <p:cNvSpPr txBox="1"/>
          <p:nvPr/>
        </p:nvSpPr>
        <p:spPr>
          <a:xfrm>
            <a:off x="1082842" y="405068"/>
            <a:ext cx="1017069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Greeting</a:t>
            </a:r>
            <a:endParaRPr kumimoji="1" lang="en-US" altLang="ja-JP" sz="9600" dirty="0">
              <a:latin typeface="Impact" panose="020B0806030902050204" pitchFamily="34" charset="0"/>
            </a:endParaRPr>
          </a:p>
          <a:p>
            <a:pPr algn="ctr"/>
            <a:endParaRPr kumimoji="1" lang="en-US" altLang="ja-JP" sz="6000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6000" dirty="0">
                <a:latin typeface="Impact" panose="020B0806030902050204" pitchFamily="34" charset="0"/>
              </a:rPr>
              <a:t>Sunny, Cloudy, Snowy, Rainy</a:t>
            </a:r>
          </a:p>
        </p:txBody>
      </p:sp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600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5838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800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9EC3A0D-D5CE-48AA-9B9B-E758532DFEC8}"/>
              </a:ext>
            </a:extLst>
          </p:cNvPr>
          <p:cNvSpPr txBox="1"/>
          <p:nvPr/>
        </p:nvSpPr>
        <p:spPr>
          <a:xfrm>
            <a:off x="1130967" y="453199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Greeting</a:t>
            </a: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Can you say all the days in the week?</a:t>
            </a:r>
            <a:endParaRPr kumimoji="1" lang="ja-JP" altLang="en-US" sz="9600" dirty="0">
              <a:latin typeface="Impact" panose="020B0806030902050204" pitchFamily="34" charset="0"/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C8B493E9-40C6-45D5-84A9-1E5DC3FD889D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52448B92-CC24-4B77-9AD2-4B11C1F8D5A9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1E80FFE1-2DD5-4988-B959-A67213D5632D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3751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800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19927F4-0CB4-4D61-B938-8A62F93F7CE0}"/>
              </a:ext>
            </a:extLst>
          </p:cNvPr>
          <p:cNvSpPr txBox="1"/>
          <p:nvPr/>
        </p:nvSpPr>
        <p:spPr>
          <a:xfrm>
            <a:off x="1130968" y="405068"/>
            <a:ext cx="10170694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Greeting</a:t>
            </a:r>
          </a:p>
          <a:p>
            <a:pPr algn="ctr"/>
            <a:endParaRPr kumimoji="1" lang="en-US" altLang="ja-JP" sz="9600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6600" dirty="0">
                <a:latin typeface="Impact" panose="020B0806030902050204" pitchFamily="34" charset="0"/>
              </a:rPr>
              <a:t>Monday, Tuesday, Wednesday, </a:t>
            </a:r>
            <a:r>
              <a:rPr kumimoji="1" lang="en-US" altLang="ja-JP" sz="6600" dirty="0" err="1">
                <a:latin typeface="Impact" panose="020B0806030902050204" pitchFamily="34" charset="0"/>
              </a:rPr>
              <a:t>Thrusday</a:t>
            </a:r>
            <a:r>
              <a:rPr kumimoji="1" lang="en-US" altLang="ja-JP" sz="6600" dirty="0">
                <a:latin typeface="Impact" panose="020B0806030902050204" pitchFamily="34" charset="0"/>
              </a:rPr>
              <a:t>, Friday, Saturday, Sunday</a:t>
            </a:r>
            <a:endParaRPr kumimoji="1" lang="ja-JP" altLang="en-US" sz="6600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8201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1000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9D63ABE-5BDF-4E24-BE96-5002CBD10900}"/>
              </a:ext>
            </a:extLst>
          </p:cNvPr>
          <p:cNvSpPr txBox="1"/>
          <p:nvPr/>
        </p:nvSpPr>
        <p:spPr>
          <a:xfrm>
            <a:off x="1130967" y="453199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Greeting</a:t>
            </a: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Can you say all the greetings?</a:t>
            </a:r>
            <a:endParaRPr kumimoji="1" lang="ja-JP" altLang="en-US" sz="9600" dirty="0">
              <a:latin typeface="Impact" panose="020B0806030902050204" pitchFamily="34" charset="0"/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D40B30E3-6619-472A-8E8B-777FBB3F4632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3A260ED0-3B49-48AA-BF0B-F6C5DCF420EE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5CD5141B-1ABA-4EA0-A170-F7F18D71C611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7644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1000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06CB92C-9609-4F71-9262-2366D2F6B583}"/>
              </a:ext>
            </a:extLst>
          </p:cNvPr>
          <p:cNvSpPr txBox="1"/>
          <p:nvPr/>
        </p:nvSpPr>
        <p:spPr>
          <a:xfrm>
            <a:off x="1130968" y="405068"/>
            <a:ext cx="1017069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Greeting</a:t>
            </a:r>
            <a:endParaRPr kumimoji="1" lang="en-US" altLang="ja-JP" sz="9600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Hello. Hi. Good Morning. Goodbye. See you.</a:t>
            </a:r>
            <a:endParaRPr kumimoji="1" lang="ja-JP" altLang="en-US" sz="9600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6876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37460D7-27AC-4255-80DC-44377AFA8511}"/>
              </a:ext>
            </a:extLst>
          </p:cNvPr>
          <p:cNvSpPr txBox="1"/>
          <p:nvPr/>
        </p:nvSpPr>
        <p:spPr>
          <a:xfrm>
            <a:off x="994610" y="438385"/>
            <a:ext cx="10202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Food</a:t>
            </a:r>
          </a:p>
        </p:txBody>
      </p:sp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200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pic>
        <p:nvPicPr>
          <p:cNvPr id="11266" name="Picture 2" descr="Premium Vector | Hot dog hand draw, retro style, vector illustration ...">
            <a:extLst>
              <a:ext uri="{FF2B5EF4-FFF2-40B4-BE49-F238E27FC236}">
                <a16:creationId xmlns:a16="http://schemas.microsoft.com/office/drawing/2014/main" id="{7B92835F-FA5F-466A-B47F-3046599A2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273" y="2022859"/>
            <a:ext cx="2963454" cy="2963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楕円 9">
            <a:extLst>
              <a:ext uri="{FF2B5EF4-FFF2-40B4-BE49-F238E27FC236}">
                <a16:creationId xmlns:a16="http://schemas.microsoft.com/office/drawing/2014/main" id="{1A3D3853-316D-4061-B6CB-35DFD40D0029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AF4AEBA4-EE96-4D7E-9F44-FA1361B11D9E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1646FF10-8AD3-49DF-82B1-60FF813F5AB0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4049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200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82FE18A-2F5F-438F-BD70-50DA3C6C17EA}"/>
              </a:ext>
            </a:extLst>
          </p:cNvPr>
          <p:cNvSpPr txBox="1"/>
          <p:nvPr/>
        </p:nvSpPr>
        <p:spPr>
          <a:xfrm>
            <a:off x="994610" y="438385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Food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Hot Dog</a:t>
            </a:r>
          </a:p>
        </p:txBody>
      </p:sp>
    </p:spTree>
    <p:extLst>
      <p:ext uri="{BB962C8B-B14F-4D97-AF65-F5344CB8AC3E}">
        <p14:creationId xmlns:p14="http://schemas.microsoft.com/office/powerpoint/2010/main" val="38510036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400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BDB617C-C166-4643-BC0C-7B57814E9061}"/>
              </a:ext>
            </a:extLst>
          </p:cNvPr>
          <p:cNvSpPr txBox="1"/>
          <p:nvPr/>
        </p:nvSpPr>
        <p:spPr>
          <a:xfrm>
            <a:off x="994610" y="438385"/>
            <a:ext cx="1020277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Food</a:t>
            </a:r>
          </a:p>
          <a:p>
            <a:pPr algn="ctr"/>
            <a:endParaRPr kumimoji="1" lang="en-US" altLang="ja-JP" sz="9600" dirty="0">
              <a:latin typeface="Impact" panose="020B080603090205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A73A0D3-CCBC-4DB2-A7C2-6DA2F712099D}"/>
              </a:ext>
            </a:extLst>
          </p:cNvPr>
          <p:cNvSpPr txBox="1"/>
          <p:nvPr/>
        </p:nvSpPr>
        <p:spPr>
          <a:xfrm>
            <a:off x="994610" y="438385"/>
            <a:ext cx="10202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Food</a:t>
            </a:r>
          </a:p>
        </p:txBody>
      </p:sp>
      <p:pic>
        <p:nvPicPr>
          <p:cNvPr id="9220" name="Picture 4" descr="Cute Shrimp Cartoon Vectors Illustration for Kids, Stickers 59791953 ...">
            <a:extLst>
              <a:ext uri="{FF2B5EF4-FFF2-40B4-BE49-F238E27FC236}">
                <a16:creationId xmlns:a16="http://schemas.microsoft.com/office/drawing/2014/main" id="{31F2789B-272A-499E-BFCD-45CF2C41C7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2934" y="2008045"/>
            <a:ext cx="3166130" cy="3044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楕円 13">
            <a:extLst>
              <a:ext uri="{FF2B5EF4-FFF2-40B4-BE49-F238E27FC236}">
                <a16:creationId xmlns:a16="http://schemas.microsoft.com/office/drawing/2014/main" id="{54D655B5-D57F-4D35-8CD0-116828928E78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D75D017C-0067-4085-8E60-EA4A2642A535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20493C58-B96A-4ABC-A232-1DAD51E85E6C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7108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400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A65E503-7513-47C6-B3C3-63E83C4249D2}"/>
              </a:ext>
            </a:extLst>
          </p:cNvPr>
          <p:cNvSpPr txBox="1"/>
          <p:nvPr/>
        </p:nvSpPr>
        <p:spPr>
          <a:xfrm>
            <a:off x="994610" y="438385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Food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Shrimp</a:t>
            </a:r>
          </a:p>
        </p:txBody>
      </p:sp>
    </p:spTree>
    <p:extLst>
      <p:ext uri="{BB962C8B-B14F-4D97-AF65-F5344CB8AC3E}">
        <p14:creationId xmlns:p14="http://schemas.microsoft.com/office/powerpoint/2010/main" val="1550041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600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F3BF6EF-2C5F-4F91-8AF3-25206B40D773}"/>
              </a:ext>
            </a:extLst>
          </p:cNvPr>
          <p:cNvSpPr txBox="1"/>
          <p:nvPr/>
        </p:nvSpPr>
        <p:spPr>
          <a:xfrm>
            <a:off x="994610" y="438385"/>
            <a:ext cx="10202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Food</a:t>
            </a:r>
          </a:p>
        </p:txBody>
      </p:sp>
      <p:pic>
        <p:nvPicPr>
          <p:cNvPr id="7180" name="Picture 12" descr="40,000+ Free Octopus Drawing &amp; Octopus Images - Pixabay">
            <a:extLst>
              <a:ext uri="{FF2B5EF4-FFF2-40B4-BE49-F238E27FC236}">
                <a16:creationId xmlns:a16="http://schemas.microsoft.com/office/drawing/2014/main" id="{69442D28-EDB0-4CA1-A70B-FCB6044A8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5600" y="2108200"/>
            <a:ext cx="3860800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楕円 12">
            <a:extLst>
              <a:ext uri="{FF2B5EF4-FFF2-40B4-BE49-F238E27FC236}">
                <a16:creationId xmlns:a16="http://schemas.microsoft.com/office/drawing/2014/main" id="{892B7DF4-CF3D-4F04-B56A-E834CE2C95B2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8215C296-126A-4116-A14C-06D192C855C7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2ED2D1E4-81AB-44B5-B343-EFF65630EC07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5629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600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D7B9DA4-7870-47C0-8068-29A4A4AB8508}"/>
              </a:ext>
            </a:extLst>
          </p:cNvPr>
          <p:cNvSpPr txBox="1"/>
          <p:nvPr/>
        </p:nvSpPr>
        <p:spPr>
          <a:xfrm>
            <a:off x="994610" y="405068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Food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Octopus</a:t>
            </a:r>
          </a:p>
        </p:txBody>
      </p:sp>
    </p:spTree>
    <p:extLst>
      <p:ext uri="{BB962C8B-B14F-4D97-AF65-F5344CB8AC3E}">
        <p14:creationId xmlns:p14="http://schemas.microsoft.com/office/powerpoint/2010/main" val="9257610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800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5A10B2A-7F41-4554-B6DC-BEE2E5E9C150}"/>
              </a:ext>
            </a:extLst>
          </p:cNvPr>
          <p:cNvSpPr txBox="1"/>
          <p:nvPr/>
        </p:nvSpPr>
        <p:spPr>
          <a:xfrm>
            <a:off x="994610" y="438385"/>
            <a:ext cx="10202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Food</a:t>
            </a:r>
          </a:p>
        </p:txBody>
      </p:sp>
      <p:pic>
        <p:nvPicPr>
          <p:cNvPr id="5124" name="Picture 4" descr="Hawaiian Shaved Ice Vector Images (68)">
            <a:extLst>
              <a:ext uri="{FF2B5EF4-FFF2-40B4-BE49-F238E27FC236}">
                <a16:creationId xmlns:a16="http://schemas.microsoft.com/office/drawing/2014/main" id="{0A3EA529-7BC4-43B3-AEB5-418A116AB1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2464" y="2006600"/>
            <a:ext cx="4767074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楕円 12">
            <a:extLst>
              <a:ext uri="{FF2B5EF4-FFF2-40B4-BE49-F238E27FC236}">
                <a16:creationId xmlns:a16="http://schemas.microsoft.com/office/drawing/2014/main" id="{61703A68-6EFC-4609-86AE-F31F3D0F3489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F8F8CC99-D814-42AE-9E47-036745978C71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434A08C4-4B54-42EC-A2B2-0C73E8546B54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6542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800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420E158-F7AD-4CC1-8A4D-E709097A1A71}"/>
              </a:ext>
            </a:extLst>
          </p:cNvPr>
          <p:cNvSpPr txBox="1"/>
          <p:nvPr/>
        </p:nvSpPr>
        <p:spPr>
          <a:xfrm>
            <a:off x="994610" y="405068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Food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Shaved Ice</a:t>
            </a:r>
          </a:p>
        </p:txBody>
      </p:sp>
    </p:spTree>
    <p:extLst>
      <p:ext uri="{BB962C8B-B14F-4D97-AF65-F5344CB8AC3E}">
        <p14:creationId xmlns:p14="http://schemas.microsoft.com/office/powerpoint/2010/main" val="34288444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1000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C275B10-8BE0-4581-8487-9812F925A664}"/>
              </a:ext>
            </a:extLst>
          </p:cNvPr>
          <p:cNvSpPr txBox="1"/>
          <p:nvPr/>
        </p:nvSpPr>
        <p:spPr>
          <a:xfrm>
            <a:off x="994610" y="438385"/>
            <a:ext cx="10202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Food</a:t>
            </a:r>
          </a:p>
        </p:txBody>
      </p:sp>
      <p:pic>
        <p:nvPicPr>
          <p:cNvPr id="3076" name="Picture 4" descr="Cheeseburger Drawing | Free download on ClipArtMag">
            <a:extLst>
              <a:ext uri="{FF2B5EF4-FFF2-40B4-BE49-F238E27FC236}">
                <a16:creationId xmlns:a16="http://schemas.microsoft.com/office/drawing/2014/main" id="{392B1007-A0B9-4788-A06A-9D33ADD17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331" y="2018966"/>
            <a:ext cx="2969340" cy="2938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楕円 12">
            <a:extLst>
              <a:ext uri="{FF2B5EF4-FFF2-40B4-BE49-F238E27FC236}">
                <a16:creationId xmlns:a16="http://schemas.microsoft.com/office/drawing/2014/main" id="{1354160F-8015-407C-8208-92B4755142E8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56C82C50-F3E4-4674-8C0D-C61783208C7E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339D058A-EF4F-4DEF-9577-2526BD5A5E72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4042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1000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55708B9-CBD0-4B92-AD49-92DD6E72120F}"/>
              </a:ext>
            </a:extLst>
          </p:cNvPr>
          <p:cNvSpPr txBox="1"/>
          <p:nvPr/>
        </p:nvSpPr>
        <p:spPr>
          <a:xfrm>
            <a:off x="994610" y="438385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Food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Cheeseburger</a:t>
            </a:r>
          </a:p>
        </p:txBody>
      </p:sp>
    </p:spTree>
    <p:extLst>
      <p:ext uri="{BB962C8B-B14F-4D97-AF65-F5344CB8AC3E}">
        <p14:creationId xmlns:p14="http://schemas.microsoft.com/office/powerpoint/2010/main" val="41404384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37460D7-27AC-4255-80DC-44377AFA8511}"/>
              </a:ext>
            </a:extLst>
          </p:cNvPr>
          <p:cNvSpPr txBox="1"/>
          <p:nvPr/>
        </p:nvSpPr>
        <p:spPr>
          <a:xfrm>
            <a:off x="994610" y="438385"/>
            <a:ext cx="10202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Drinks</a:t>
            </a:r>
          </a:p>
        </p:txBody>
      </p:sp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200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pic>
        <p:nvPicPr>
          <p:cNvPr id="31748" name="Picture 4" descr="My Cup Of Tea Pattern by sharksonshore | Tea cup art, Tea cup drawing ...">
            <a:extLst>
              <a:ext uri="{FF2B5EF4-FFF2-40B4-BE49-F238E27FC236}">
                <a16:creationId xmlns:a16="http://schemas.microsoft.com/office/drawing/2014/main" id="{26BE2EED-F133-4473-9CA2-71FAB39C4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4805" y="2017805"/>
            <a:ext cx="2822390" cy="2822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楕円 11">
            <a:extLst>
              <a:ext uri="{FF2B5EF4-FFF2-40B4-BE49-F238E27FC236}">
                <a16:creationId xmlns:a16="http://schemas.microsoft.com/office/drawing/2014/main" id="{8FFE346B-1ADA-44F0-A9FC-003A9FF7908F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95E44E01-743D-4C42-AACA-54A7A97D2284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1E48A1AF-1229-45E2-98C1-01B93708F9B9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6461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200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82FE18A-2F5F-438F-BD70-50DA3C6C17EA}"/>
              </a:ext>
            </a:extLst>
          </p:cNvPr>
          <p:cNvSpPr txBox="1"/>
          <p:nvPr/>
        </p:nvSpPr>
        <p:spPr>
          <a:xfrm>
            <a:off x="994610" y="438385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Drinks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Tea</a:t>
            </a:r>
          </a:p>
        </p:txBody>
      </p:sp>
    </p:spTree>
    <p:extLst>
      <p:ext uri="{BB962C8B-B14F-4D97-AF65-F5344CB8AC3E}">
        <p14:creationId xmlns:p14="http://schemas.microsoft.com/office/powerpoint/2010/main" val="14956829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400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BDB617C-C166-4643-BC0C-7B57814E9061}"/>
              </a:ext>
            </a:extLst>
          </p:cNvPr>
          <p:cNvSpPr txBox="1"/>
          <p:nvPr/>
        </p:nvSpPr>
        <p:spPr>
          <a:xfrm>
            <a:off x="994610" y="438385"/>
            <a:ext cx="1020277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Drinks</a:t>
            </a:r>
          </a:p>
          <a:p>
            <a:pPr algn="ctr"/>
            <a:endParaRPr kumimoji="1" lang="en-US" altLang="ja-JP" sz="9600" dirty="0">
              <a:latin typeface="Impact" panose="020B080603090205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A73A0D3-CCBC-4DB2-A7C2-6DA2F712099D}"/>
              </a:ext>
            </a:extLst>
          </p:cNvPr>
          <p:cNvSpPr txBox="1"/>
          <p:nvPr/>
        </p:nvSpPr>
        <p:spPr>
          <a:xfrm>
            <a:off x="994610" y="438385"/>
            <a:ext cx="10202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Drinks</a:t>
            </a:r>
          </a:p>
        </p:txBody>
      </p:sp>
      <p:pic>
        <p:nvPicPr>
          <p:cNvPr id="29702" name="Picture 6" descr="How To Draw A Orange Juice">
            <a:extLst>
              <a:ext uri="{FF2B5EF4-FFF2-40B4-BE49-F238E27FC236}">
                <a16:creationId xmlns:a16="http://schemas.microsoft.com/office/drawing/2014/main" id="{219982C3-9A41-4551-A6A9-91020A096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0826" y="2062317"/>
            <a:ext cx="2910348" cy="2910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楕円 12">
            <a:extLst>
              <a:ext uri="{FF2B5EF4-FFF2-40B4-BE49-F238E27FC236}">
                <a16:creationId xmlns:a16="http://schemas.microsoft.com/office/drawing/2014/main" id="{E937402B-C89C-4DDD-8FCC-B6AFF213F034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AAF62AD2-F6B6-45F7-97D0-E0B03AA34ABF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67999F26-46BB-4419-808C-5FBE10D09B70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5622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400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A65E503-7513-47C6-B3C3-63E83C4249D2}"/>
              </a:ext>
            </a:extLst>
          </p:cNvPr>
          <p:cNvSpPr txBox="1"/>
          <p:nvPr/>
        </p:nvSpPr>
        <p:spPr>
          <a:xfrm>
            <a:off x="994610" y="438385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Drinks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Juice</a:t>
            </a:r>
          </a:p>
        </p:txBody>
      </p:sp>
    </p:spTree>
    <p:extLst>
      <p:ext uri="{BB962C8B-B14F-4D97-AF65-F5344CB8AC3E}">
        <p14:creationId xmlns:p14="http://schemas.microsoft.com/office/powerpoint/2010/main" val="4750075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600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F3BF6EF-2C5F-4F91-8AF3-25206B40D773}"/>
              </a:ext>
            </a:extLst>
          </p:cNvPr>
          <p:cNvSpPr txBox="1"/>
          <p:nvPr/>
        </p:nvSpPr>
        <p:spPr>
          <a:xfrm>
            <a:off x="994610" y="438385"/>
            <a:ext cx="10202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Drinks</a:t>
            </a:r>
          </a:p>
        </p:txBody>
      </p:sp>
      <p:pic>
        <p:nvPicPr>
          <p:cNvPr id="27652" name="Picture 4" descr="A drawing of a green cup of green tea and a green tea | Premium AI ...">
            <a:extLst>
              <a:ext uri="{FF2B5EF4-FFF2-40B4-BE49-F238E27FC236}">
                <a16:creationId xmlns:a16="http://schemas.microsoft.com/office/drawing/2014/main" id="{70E0B4F0-3732-4E99-B439-B5D495C5F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284" y="2207495"/>
            <a:ext cx="4355432" cy="2441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楕円 12">
            <a:extLst>
              <a:ext uri="{FF2B5EF4-FFF2-40B4-BE49-F238E27FC236}">
                <a16:creationId xmlns:a16="http://schemas.microsoft.com/office/drawing/2014/main" id="{07EC6EB9-17C9-4A6A-A98B-90E42EBA450C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BB6268EC-2A6E-45FB-9D23-05EBB527AAB2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B3A25687-D39F-49EF-98AD-F8D3E68D0D23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0094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600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D7B9DA4-7870-47C0-8068-29A4A4AB8508}"/>
              </a:ext>
            </a:extLst>
          </p:cNvPr>
          <p:cNvSpPr txBox="1"/>
          <p:nvPr/>
        </p:nvSpPr>
        <p:spPr>
          <a:xfrm>
            <a:off x="994610" y="405068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Drinks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Green Tea</a:t>
            </a:r>
          </a:p>
        </p:txBody>
      </p:sp>
    </p:spTree>
    <p:extLst>
      <p:ext uri="{BB962C8B-B14F-4D97-AF65-F5344CB8AC3E}">
        <p14:creationId xmlns:p14="http://schemas.microsoft.com/office/powerpoint/2010/main" val="14404113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800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5A10B2A-7F41-4554-B6DC-BEE2E5E9C150}"/>
              </a:ext>
            </a:extLst>
          </p:cNvPr>
          <p:cNvSpPr txBox="1"/>
          <p:nvPr/>
        </p:nvSpPr>
        <p:spPr>
          <a:xfrm>
            <a:off x="994610" y="438385"/>
            <a:ext cx="10202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Drinks</a:t>
            </a:r>
          </a:p>
        </p:txBody>
      </p:sp>
      <p:pic>
        <p:nvPicPr>
          <p:cNvPr id="25604" name="Picture 4" descr="A Lemonade Drawing at Andy Sage blog">
            <a:extLst>
              <a:ext uri="{FF2B5EF4-FFF2-40B4-BE49-F238E27FC236}">
                <a16:creationId xmlns:a16="http://schemas.microsoft.com/office/drawing/2014/main" id="{3E2F2ACA-A867-4765-B162-4828A444C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1697" y="2020530"/>
            <a:ext cx="2328606" cy="2993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楕円 14">
            <a:extLst>
              <a:ext uri="{FF2B5EF4-FFF2-40B4-BE49-F238E27FC236}">
                <a16:creationId xmlns:a16="http://schemas.microsoft.com/office/drawing/2014/main" id="{D9F298F3-D665-4662-A81D-F5A7663C3D5E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A3D0A633-D8D4-4FEB-BD80-62B7637660AB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0217B371-D746-4EFA-AE4B-0DC5C1333206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5720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800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420E158-F7AD-4CC1-8A4D-E709097A1A71}"/>
              </a:ext>
            </a:extLst>
          </p:cNvPr>
          <p:cNvSpPr txBox="1"/>
          <p:nvPr/>
        </p:nvSpPr>
        <p:spPr>
          <a:xfrm>
            <a:off x="994610" y="405068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Drinks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Lemonade</a:t>
            </a:r>
          </a:p>
        </p:txBody>
      </p:sp>
    </p:spTree>
    <p:extLst>
      <p:ext uri="{BB962C8B-B14F-4D97-AF65-F5344CB8AC3E}">
        <p14:creationId xmlns:p14="http://schemas.microsoft.com/office/powerpoint/2010/main" val="41915177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1000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C275B10-8BE0-4581-8487-9812F925A664}"/>
              </a:ext>
            </a:extLst>
          </p:cNvPr>
          <p:cNvSpPr txBox="1"/>
          <p:nvPr/>
        </p:nvSpPr>
        <p:spPr>
          <a:xfrm>
            <a:off x="994610" y="438385"/>
            <a:ext cx="10202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Drinks</a:t>
            </a:r>
          </a:p>
        </p:txBody>
      </p:sp>
      <p:pic>
        <p:nvPicPr>
          <p:cNvPr id="23558" name="Picture 6" descr="Page 2 | Hot Chocolate Drawing Images - Free Download on Freepik">
            <a:extLst>
              <a:ext uri="{FF2B5EF4-FFF2-40B4-BE49-F238E27FC236}">
                <a16:creationId xmlns:a16="http://schemas.microsoft.com/office/drawing/2014/main" id="{DD3D509C-9A79-4BAA-98BD-B93F7FBFC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2335" y="1973826"/>
            <a:ext cx="3087330" cy="3087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楕円 14">
            <a:extLst>
              <a:ext uri="{FF2B5EF4-FFF2-40B4-BE49-F238E27FC236}">
                <a16:creationId xmlns:a16="http://schemas.microsoft.com/office/drawing/2014/main" id="{82BDF682-3DAE-46EA-9D75-46DF0F32CF6E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7933D280-D849-4135-B0A1-393060E22FD7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43EC8D7C-2C7A-4387-AC1E-274EC21D237C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2512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1000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55708B9-CBD0-4B92-AD49-92DD6E72120F}"/>
              </a:ext>
            </a:extLst>
          </p:cNvPr>
          <p:cNvSpPr txBox="1"/>
          <p:nvPr/>
        </p:nvSpPr>
        <p:spPr>
          <a:xfrm>
            <a:off x="994610" y="438385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Drinks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Hot Chocolate</a:t>
            </a:r>
          </a:p>
        </p:txBody>
      </p:sp>
    </p:spTree>
    <p:extLst>
      <p:ext uri="{BB962C8B-B14F-4D97-AF65-F5344CB8AC3E}">
        <p14:creationId xmlns:p14="http://schemas.microsoft.com/office/powerpoint/2010/main" val="285711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37460D7-27AC-4255-80DC-44377AFA8511}"/>
              </a:ext>
            </a:extLst>
          </p:cNvPr>
          <p:cNvSpPr txBox="1"/>
          <p:nvPr/>
        </p:nvSpPr>
        <p:spPr>
          <a:xfrm>
            <a:off x="994610" y="438385"/>
            <a:ext cx="10202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Sports</a:t>
            </a:r>
          </a:p>
        </p:txBody>
      </p:sp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200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pic>
        <p:nvPicPr>
          <p:cNvPr id="41988" name="Picture 4" descr="Premium Vector | Hand drawn sketch set of badminton isolated on white ...">
            <a:extLst>
              <a:ext uri="{FF2B5EF4-FFF2-40B4-BE49-F238E27FC236}">
                <a16:creationId xmlns:a16="http://schemas.microsoft.com/office/drawing/2014/main" id="{8E0C69E1-D700-41CB-80F4-EB2F622AD0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6026" y="2132965"/>
            <a:ext cx="3518362" cy="2769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楕円 13">
            <a:extLst>
              <a:ext uri="{FF2B5EF4-FFF2-40B4-BE49-F238E27FC236}">
                <a16:creationId xmlns:a16="http://schemas.microsoft.com/office/drawing/2014/main" id="{2E8E1453-D184-4710-9D48-02268E2ADC60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D76514C1-0CF2-470D-8BD5-67D0F23FE945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44909638-1864-40AE-AF4C-DF78A39039FB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932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200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82FE18A-2F5F-438F-BD70-50DA3C6C17EA}"/>
              </a:ext>
            </a:extLst>
          </p:cNvPr>
          <p:cNvSpPr txBox="1"/>
          <p:nvPr/>
        </p:nvSpPr>
        <p:spPr>
          <a:xfrm>
            <a:off x="994610" y="438385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Sports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Badminton</a:t>
            </a:r>
          </a:p>
        </p:txBody>
      </p:sp>
    </p:spTree>
    <p:extLst>
      <p:ext uri="{BB962C8B-B14F-4D97-AF65-F5344CB8AC3E}">
        <p14:creationId xmlns:p14="http://schemas.microsoft.com/office/powerpoint/2010/main" val="12481466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400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BDB617C-C166-4643-BC0C-7B57814E9061}"/>
              </a:ext>
            </a:extLst>
          </p:cNvPr>
          <p:cNvSpPr txBox="1"/>
          <p:nvPr/>
        </p:nvSpPr>
        <p:spPr>
          <a:xfrm>
            <a:off x="994610" y="438385"/>
            <a:ext cx="1020277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Sports</a:t>
            </a:r>
          </a:p>
          <a:p>
            <a:pPr algn="ctr"/>
            <a:endParaRPr kumimoji="1" lang="en-US" altLang="ja-JP" sz="9600" dirty="0">
              <a:latin typeface="Impact" panose="020B080603090205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A73A0D3-CCBC-4DB2-A7C2-6DA2F712099D}"/>
              </a:ext>
            </a:extLst>
          </p:cNvPr>
          <p:cNvSpPr txBox="1"/>
          <p:nvPr/>
        </p:nvSpPr>
        <p:spPr>
          <a:xfrm>
            <a:off x="994610" y="438385"/>
            <a:ext cx="10202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Sports</a:t>
            </a:r>
          </a:p>
        </p:txBody>
      </p:sp>
      <p:pic>
        <p:nvPicPr>
          <p:cNvPr id="39940" name="Picture 4" descr="Indoor Dodgeball Player Vector 141139 Vector Art at Vecteezy">
            <a:extLst>
              <a:ext uri="{FF2B5EF4-FFF2-40B4-BE49-F238E27FC236}">
                <a16:creationId xmlns:a16="http://schemas.microsoft.com/office/drawing/2014/main" id="{7A980028-0BBF-439B-BD18-DB143FA7C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6788" y="2100015"/>
            <a:ext cx="3796838" cy="2657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楕円 12">
            <a:extLst>
              <a:ext uri="{FF2B5EF4-FFF2-40B4-BE49-F238E27FC236}">
                <a16:creationId xmlns:a16="http://schemas.microsoft.com/office/drawing/2014/main" id="{FD394E47-45C3-4BE5-B8A7-099394F62926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DA09A3EC-08FF-4034-81CA-FF2AB7F37987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DB94F8CA-A73A-454A-9277-8BABE8A85E82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9363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400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A65E503-7513-47C6-B3C3-63E83C4249D2}"/>
              </a:ext>
            </a:extLst>
          </p:cNvPr>
          <p:cNvSpPr txBox="1"/>
          <p:nvPr/>
        </p:nvSpPr>
        <p:spPr>
          <a:xfrm>
            <a:off x="994610" y="438385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Sports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Dodgeball</a:t>
            </a:r>
          </a:p>
        </p:txBody>
      </p:sp>
    </p:spTree>
    <p:extLst>
      <p:ext uri="{BB962C8B-B14F-4D97-AF65-F5344CB8AC3E}">
        <p14:creationId xmlns:p14="http://schemas.microsoft.com/office/powerpoint/2010/main" val="10597083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600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F3BF6EF-2C5F-4F91-8AF3-25206B40D773}"/>
              </a:ext>
            </a:extLst>
          </p:cNvPr>
          <p:cNvSpPr txBox="1"/>
          <p:nvPr/>
        </p:nvSpPr>
        <p:spPr>
          <a:xfrm>
            <a:off x="994610" y="438385"/>
            <a:ext cx="10202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Sports</a:t>
            </a:r>
          </a:p>
        </p:txBody>
      </p:sp>
      <p:pic>
        <p:nvPicPr>
          <p:cNvPr id="37908" name="Picture 20" descr="Premium Vector | People swimming in pool">
            <a:extLst>
              <a:ext uri="{FF2B5EF4-FFF2-40B4-BE49-F238E27FC236}">
                <a16:creationId xmlns:a16="http://schemas.microsoft.com/office/drawing/2014/main" id="{E5230F19-78FA-443F-A626-3CA03956F5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284" y="2007133"/>
            <a:ext cx="4355434" cy="290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楕円 11">
            <a:extLst>
              <a:ext uri="{FF2B5EF4-FFF2-40B4-BE49-F238E27FC236}">
                <a16:creationId xmlns:a16="http://schemas.microsoft.com/office/drawing/2014/main" id="{95DB4093-AC02-48AB-B190-4E2D66096B3A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9793AD66-00FC-4CE0-BBF7-837DC799F981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5D4DBFD-E9C5-4549-8969-69A0E7D554D8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5509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600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D7B9DA4-7870-47C0-8068-29A4A4AB8508}"/>
              </a:ext>
            </a:extLst>
          </p:cNvPr>
          <p:cNvSpPr txBox="1"/>
          <p:nvPr/>
        </p:nvSpPr>
        <p:spPr>
          <a:xfrm>
            <a:off x="994610" y="405068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Sports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Swimming</a:t>
            </a:r>
          </a:p>
        </p:txBody>
      </p:sp>
    </p:spTree>
    <p:extLst>
      <p:ext uri="{BB962C8B-B14F-4D97-AF65-F5344CB8AC3E}">
        <p14:creationId xmlns:p14="http://schemas.microsoft.com/office/powerpoint/2010/main" val="18044905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800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5A10B2A-7F41-4554-B6DC-BEE2E5E9C150}"/>
              </a:ext>
            </a:extLst>
          </p:cNvPr>
          <p:cNvSpPr txBox="1"/>
          <p:nvPr/>
        </p:nvSpPr>
        <p:spPr>
          <a:xfrm>
            <a:off x="994610" y="438385"/>
            <a:ext cx="10202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Sports</a:t>
            </a:r>
          </a:p>
        </p:txBody>
      </p:sp>
      <p:pic>
        <p:nvPicPr>
          <p:cNvPr id="35842" name="Picture 2" descr="How To Draw An Ice Hockey Player Step By Step">
            <a:extLst>
              <a:ext uri="{FF2B5EF4-FFF2-40B4-BE49-F238E27FC236}">
                <a16:creationId xmlns:a16="http://schemas.microsoft.com/office/drawing/2014/main" id="{A732541F-E828-4AF7-9BA6-56083A031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724" y="2047853"/>
            <a:ext cx="3256550" cy="2906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楕円 10">
            <a:extLst>
              <a:ext uri="{FF2B5EF4-FFF2-40B4-BE49-F238E27FC236}">
                <a16:creationId xmlns:a16="http://schemas.microsoft.com/office/drawing/2014/main" id="{12A4AD4F-AF5C-43FD-8E69-BAE6F69EAADD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C00376F6-2288-496D-883D-3F7B61A96B02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F287782B-62DA-4D1D-A103-BF8556CA662F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3965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800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420E158-F7AD-4CC1-8A4D-E709097A1A71}"/>
              </a:ext>
            </a:extLst>
          </p:cNvPr>
          <p:cNvSpPr txBox="1"/>
          <p:nvPr/>
        </p:nvSpPr>
        <p:spPr>
          <a:xfrm>
            <a:off x="994610" y="405068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Sports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Ice Hockey</a:t>
            </a:r>
          </a:p>
        </p:txBody>
      </p:sp>
    </p:spTree>
    <p:extLst>
      <p:ext uri="{BB962C8B-B14F-4D97-AF65-F5344CB8AC3E}">
        <p14:creationId xmlns:p14="http://schemas.microsoft.com/office/powerpoint/2010/main" val="15211270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1000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C275B10-8BE0-4581-8487-9812F925A664}"/>
              </a:ext>
            </a:extLst>
          </p:cNvPr>
          <p:cNvSpPr txBox="1"/>
          <p:nvPr/>
        </p:nvSpPr>
        <p:spPr>
          <a:xfrm>
            <a:off x="994610" y="438385"/>
            <a:ext cx="10202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Sports</a:t>
            </a:r>
          </a:p>
        </p:txBody>
      </p:sp>
      <p:pic>
        <p:nvPicPr>
          <p:cNvPr id="33794" name="Picture 2" descr="American Football Player Sketch Hand Drawn Vector Illustration Stock ...">
            <a:extLst>
              <a:ext uri="{FF2B5EF4-FFF2-40B4-BE49-F238E27FC236}">
                <a16:creationId xmlns:a16="http://schemas.microsoft.com/office/drawing/2014/main" id="{C17D9951-CB34-4259-8027-47ABB2F42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9916" y="2053812"/>
            <a:ext cx="3112168" cy="2750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楕円 11">
            <a:extLst>
              <a:ext uri="{FF2B5EF4-FFF2-40B4-BE49-F238E27FC236}">
                <a16:creationId xmlns:a16="http://schemas.microsoft.com/office/drawing/2014/main" id="{AF025D9F-C557-448C-AA94-41DEC5C0CEE1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5A2BB3D0-55E4-41BB-837D-F437151A1AF3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DB4383A6-8867-4AE1-955E-2B48950F20D3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6386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1000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55708B9-CBD0-4B92-AD49-92DD6E72120F}"/>
              </a:ext>
            </a:extLst>
          </p:cNvPr>
          <p:cNvSpPr txBox="1"/>
          <p:nvPr/>
        </p:nvSpPr>
        <p:spPr>
          <a:xfrm>
            <a:off x="994610" y="438385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Sports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American Football</a:t>
            </a:r>
          </a:p>
        </p:txBody>
      </p:sp>
    </p:spTree>
    <p:extLst>
      <p:ext uri="{BB962C8B-B14F-4D97-AF65-F5344CB8AC3E}">
        <p14:creationId xmlns:p14="http://schemas.microsoft.com/office/powerpoint/2010/main" val="36912522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37460D7-27AC-4255-80DC-44377AFA8511}"/>
              </a:ext>
            </a:extLst>
          </p:cNvPr>
          <p:cNvSpPr txBox="1"/>
          <p:nvPr/>
        </p:nvSpPr>
        <p:spPr>
          <a:xfrm>
            <a:off x="994610" y="438385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Time</a:t>
            </a: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What time is this?</a:t>
            </a:r>
            <a:br>
              <a:rPr kumimoji="1" lang="en-US" altLang="ja-JP" sz="9600" u="sng" dirty="0">
                <a:latin typeface="Impact" panose="020B0806030902050204" pitchFamily="34" charset="0"/>
              </a:rPr>
            </a:br>
            <a:r>
              <a:rPr kumimoji="1" lang="en-US" altLang="ja-JP" sz="9600" dirty="0">
                <a:latin typeface="Impact" panose="020B0806030902050204" pitchFamily="34" charset="0"/>
              </a:rPr>
              <a:t>6:00</a:t>
            </a:r>
          </a:p>
        </p:txBody>
      </p:sp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200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105F0B08-4D0D-4152-B0BB-6B7ED1E81E2D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C8D3CD82-8F28-4E65-AFF8-87F93CC56233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A671F0C3-432F-466A-822A-A7070C46157B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1619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200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82FE18A-2F5F-438F-BD70-50DA3C6C17EA}"/>
              </a:ext>
            </a:extLst>
          </p:cNvPr>
          <p:cNvSpPr txBox="1"/>
          <p:nvPr/>
        </p:nvSpPr>
        <p:spPr>
          <a:xfrm>
            <a:off x="994610" y="438385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Time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Six o’ Clock</a:t>
            </a:r>
          </a:p>
        </p:txBody>
      </p:sp>
    </p:spTree>
    <p:extLst>
      <p:ext uri="{BB962C8B-B14F-4D97-AF65-F5344CB8AC3E}">
        <p14:creationId xmlns:p14="http://schemas.microsoft.com/office/powerpoint/2010/main" val="24641963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400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BDB617C-C166-4643-BC0C-7B57814E9061}"/>
              </a:ext>
            </a:extLst>
          </p:cNvPr>
          <p:cNvSpPr txBox="1"/>
          <p:nvPr/>
        </p:nvSpPr>
        <p:spPr>
          <a:xfrm>
            <a:off x="994610" y="438385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Time</a:t>
            </a:r>
            <a:endParaRPr kumimoji="1" lang="en-US" altLang="ja-JP" sz="9600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What month is this?</a:t>
            </a:r>
          </a:p>
          <a:p>
            <a:pPr algn="ctr"/>
            <a:r>
              <a:rPr lang="en-US" altLang="ja-JP" sz="9600" b="1" strike="noStrike" dirty="0">
                <a:effectLst/>
                <a:latin typeface="Roboto" panose="02000000000000000000" pitchFamily="2" charset="0"/>
              </a:rPr>
              <a:t>7</a:t>
            </a:r>
            <a:r>
              <a:rPr lang="ja-JP" altLang="en-US" sz="9600" b="1" strike="noStrike" dirty="0">
                <a:effectLst/>
                <a:latin typeface="Roboto" panose="02000000000000000000" pitchFamily="2" charset="0"/>
              </a:rPr>
              <a:t>月</a:t>
            </a:r>
            <a:endParaRPr kumimoji="1" lang="en-US" altLang="ja-JP" sz="9600" b="1" dirty="0">
              <a:latin typeface="Impact" panose="020B080603090205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A73A0D3-CCBC-4DB2-A7C2-6DA2F712099D}"/>
              </a:ext>
            </a:extLst>
          </p:cNvPr>
          <p:cNvSpPr txBox="1"/>
          <p:nvPr/>
        </p:nvSpPr>
        <p:spPr>
          <a:xfrm>
            <a:off x="994610" y="438385"/>
            <a:ext cx="10202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Time</a:t>
            </a: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A0C60D77-FF7F-45F9-BF47-A80B983125D8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B4C2E3BA-BE74-480C-95CF-32170516E9D2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756A2C6B-18D9-4B78-88A5-9EAFDC80EB34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5550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400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A65E503-7513-47C6-B3C3-63E83C4249D2}"/>
              </a:ext>
            </a:extLst>
          </p:cNvPr>
          <p:cNvSpPr txBox="1"/>
          <p:nvPr/>
        </p:nvSpPr>
        <p:spPr>
          <a:xfrm>
            <a:off x="994610" y="438385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Time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July</a:t>
            </a:r>
          </a:p>
        </p:txBody>
      </p:sp>
    </p:spTree>
    <p:extLst>
      <p:ext uri="{BB962C8B-B14F-4D97-AF65-F5344CB8AC3E}">
        <p14:creationId xmlns:p14="http://schemas.microsoft.com/office/powerpoint/2010/main" val="2529072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600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F3BF6EF-2C5F-4F91-8AF3-25206B40D773}"/>
              </a:ext>
            </a:extLst>
          </p:cNvPr>
          <p:cNvSpPr txBox="1"/>
          <p:nvPr/>
        </p:nvSpPr>
        <p:spPr>
          <a:xfrm>
            <a:off x="994610" y="438385"/>
            <a:ext cx="10202779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Time</a:t>
            </a:r>
          </a:p>
          <a:p>
            <a:pPr algn="ctr"/>
            <a:r>
              <a:rPr kumimoji="1" lang="en-US" altLang="ja-JP" sz="8800" dirty="0">
                <a:latin typeface="Impact" panose="020B0806030902050204" pitchFamily="34" charset="0"/>
              </a:rPr>
              <a:t>What season is this?</a:t>
            </a:r>
          </a:p>
        </p:txBody>
      </p:sp>
      <p:pic>
        <p:nvPicPr>
          <p:cNvPr id="48130" name="Picture 2" descr="Albums 90+ Pictures Images Of Fall Leaves And Trees Superb">
            <a:extLst>
              <a:ext uri="{FF2B5EF4-FFF2-40B4-BE49-F238E27FC236}">
                <a16:creationId xmlns:a16="http://schemas.microsoft.com/office/drawing/2014/main" id="{2A63FCEB-E00A-45DE-A58A-AD2277F96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3443" y="3141210"/>
            <a:ext cx="1973158" cy="1973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楕円 11">
            <a:extLst>
              <a:ext uri="{FF2B5EF4-FFF2-40B4-BE49-F238E27FC236}">
                <a16:creationId xmlns:a16="http://schemas.microsoft.com/office/drawing/2014/main" id="{E36B77B7-D4AA-46C2-9F00-D0233A80BEDE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3400472C-9774-4014-BA7E-384BFBFD68E3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0EE2685D-D56D-4E69-BA47-C5F5F4CA16A9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6310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600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D7B9DA4-7870-47C0-8068-29A4A4AB8508}"/>
              </a:ext>
            </a:extLst>
          </p:cNvPr>
          <p:cNvSpPr txBox="1"/>
          <p:nvPr/>
        </p:nvSpPr>
        <p:spPr>
          <a:xfrm>
            <a:off x="994610" y="405068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Time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Autumn/Fall</a:t>
            </a:r>
          </a:p>
        </p:txBody>
      </p:sp>
    </p:spTree>
    <p:extLst>
      <p:ext uri="{BB962C8B-B14F-4D97-AF65-F5344CB8AC3E}">
        <p14:creationId xmlns:p14="http://schemas.microsoft.com/office/powerpoint/2010/main" val="15372945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800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5A10B2A-7F41-4554-B6DC-BEE2E5E9C150}"/>
              </a:ext>
            </a:extLst>
          </p:cNvPr>
          <p:cNvSpPr txBox="1"/>
          <p:nvPr/>
        </p:nvSpPr>
        <p:spPr>
          <a:xfrm>
            <a:off x="994610" y="438385"/>
            <a:ext cx="1020277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Time</a:t>
            </a:r>
          </a:p>
          <a:p>
            <a:pPr algn="ctr"/>
            <a:r>
              <a:rPr kumimoji="1" lang="en-US" altLang="ja-JP" sz="7200" dirty="0">
                <a:latin typeface="Impact" panose="020B0806030902050204" pitchFamily="34" charset="0"/>
              </a:rPr>
              <a:t>How do you say this date?</a:t>
            </a:r>
            <a:br>
              <a:rPr kumimoji="1" lang="en-US" altLang="ja-JP" sz="9600" dirty="0">
                <a:latin typeface="Impact" panose="020B0806030902050204" pitchFamily="34" charset="0"/>
              </a:rPr>
            </a:br>
            <a:r>
              <a:rPr lang="ja-JP" altLang="en-US" sz="9600" b="0" i="0" dirty="0">
                <a:effectLst/>
                <a:latin typeface="Roboto" panose="02000000000000000000" pitchFamily="2" charset="0"/>
              </a:rPr>
              <a:t>十月二十日</a:t>
            </a:r>
            <a:endParaRPr kumimoji="1" lang="en-US" altLang="ja-JP" sz="9600" dirty="0">
              <a:latin typeface="Impact" panose="020B0806030902050204" pitchFamily="34" charset="0"/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CA87AD80-AB24-44CB-9411-740062A61D27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512E574E-AAFD-4C05-AA2E-8F7248465A08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FEA1C1E0-4624-4782-8531-F8782D6A45A4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1936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800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420E158-F7AD-4CC1-8A4D-E709097A1A71}"/>
              </a:ext>
            </a:extLst>
          </p:cNvPr>
          <p:cNvSpPr txBox="1"/>
          <p:nvPr/>
        </p:nvSpPr>
        <p:spPr>
          <a:xfrm>
            <a:off x="994610" y="405068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Time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October Twentieth</a:t>
            </a:r>
          </a:p>
        </p:txBody>
      </p:sp>
    </p:spTree>
    <p:extLst>
      <p:ext uri="{BB962C8B-B14F-4D97-AF65-F5344CB8AC3E}">
        <p14:creationId xmlns:p14="http://schemas.microsoft.com/office/powerpoint/2010/main" val="17305340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1000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C275B10-8BE0-4581-8487-9812F925A664}"/>
              </a:ext>
            </a:extLst>
          </p:cNvPr>
          <p:cNvSpPr txBox="1"/>
          <p:nvPr/>
        </p:nvSpPr>
        <p:spPr>
          <a:xfrm>
            <a:off x="994610" y="438385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Time</a:t>
            </a: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What time is this?</a:t>
            </a: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19:48</a:t>
            </a: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303BE92C-D26F-4DFE-A321-12B0BFE08957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E4810A89-6A20-457C-B5C1-D18B369665D1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B956460F-A3B1-4104-99D0-CD2335FD2EFC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7306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1000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55708B9-CBD0-4B92-AD49-92DD6E72120F}"/>
              </a:ext>
            </a:extLst>
          </p:cNvPr>
          <p:cNvSpPr txBox="1"/>
          <p:nvPr/>
        </p:nvSpPr>
        <p:spPr>
          <a:xfrm>
            <a:off x="994610" y="438385"/>
            <a:ext cx="10202779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Time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It’s seven forty-eight P.M.</a:t>
            </a:r>
          </a:p>
        </p:txBody>
      </p:sp>
    </p:spTree>
    <p:extLst>
      <p:ext uri="{BB962C8B-B14F-4D97-AF65-F5344CB8AC3E}">
        <p14:creationId xmlns:p14="http://schemas.microsoft.com/office/powerpoint/2010/main" val="14277686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37460D7-27AC-4255-80DC-44377AFA8511}"/>
              </a:ext>
            </a:extLst>
          </p:cNvPr>
          <p:cNvSpPr txBox="1"/>
          <p:nvPr/>
        </p:nvSpPr>
        <p:spPr>
          <a:xfrm>
            <a:off x="994610" y="438385"/>
            <a:ext cx="10202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Places</a:t>
            </a:r>
          </a:p>
        </p:txBody>
      </p:sp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200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pic>
        <p:nvPicPr>
          <p:cNvPr id="62466" name="Picture 2" descr="学校のイラスト（授業中） - イラストくん">
            <a:extLst>
              <a:ext uri="{FF2B5EF4-FFF2-40B4-BE49-F238E27FC236}">
                <a16:creationId xmlns:a16="http://schemas.microsoft.com/office/drawing/2014/main" id="{7D54D76E-DECC-41E2-BF3A-8E57FF333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9965" y="1532965"/>
            <a:ext cx="3792070" cy="3792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楕円 10">
            <a:extLst>
              <a:ext uri="{FF2B5EF4-FFF2-40B4-BE49-F238E27FC236}">
                <a16:creationId xmlns:a16="http://schemas.microsoft.com/office/drawing/2014/main" id="{90ECF80A-395E-4ED0-A519-79CE82136C91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6B47C817-8833-4A93-9B14-D7CEC2BE9C00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91C9332B-7DE5-4939-9420-3814A9309313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466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200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82FE18A-2F5F-438F-BD70-50DA3C6C17EA}"/>
              </a:ext>
            </a:extLst>
          </p:cNvPr>
          <p:cNvSpPr txBox="1"/>
          <p:nvPr/>
        </p:nvSpPr>
        <p:spPr>
          <a:xfrm>
            <a:off x="994610" y="438385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Places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School</a:t>
            </a:r>
          </a:p>
        </p:txBody>
      </p:sp>
    </p:spTree>
    <p:extLst>
      <p:ext uri="{BB962C8B-B14F-4D97-AF65-F5344CB8AC3E}">
        <p14:creationId xmlns:p14="http://schemas.microsoft.com/office/powerpoint/2010/main" val="267512139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400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BDB617C-C166-4643-BC0C-7B57814E9061}"/>
              </a:ext>
            </a:extLst>
          </p:cNvPr>
          <p:cNvSpPr txBox="1"/>
          <p:nvPr/>
        </p:nvSpPr>
        <p:spPr>
          <a:xfrm>
            <a:off x="994610" y="438385"/>
            <a:ext cx="10202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Places</a:t>
            </a:r>
            <a:endParaRPr kumimoji="1" lang="en-US" altLang="ja-JP" sz="9600" dirty="0">
              <a:latin typeface="Impact" panose="020B080603090205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A73A0D3-CCBC-4DB2-A7C2-6DA2F712099D}"/>
              </a:ext>
            </a:extLst>
          </p:cNvPr>
          <p:cNvSpPr txBox="1"/>
          <p:nvPr/>
        </p:nvSpPr>
        <p:spPr>
          <a:xfrm>
            <a:off x="994610" y="438385"/>
            <a:ext cx="10202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Places</a:t>
            </a:r>
          </a:p>
        </p:txBody>
      </p:sp>
      <p:pic>
        <p:nvPicPr>
          <p:cNvPr id="60418" name="Picture 2" descr="Illustration of German flag - Download Free Vectors, Clipart Graphics ...">
            <a:extLst>
              <a:ext uri="{FF2B5EF4-FFF2-40B4-BE49-F238E27FC236}">
                <a16:creationId xmlns:a16="http://schemas.microsoft.com/office/drawing/2014/main" id="{857B3C63-392B-44DD-8F5F-4B3FF041C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0694" y="2196275"/>
            <a:ext cx="4670612" cy="2465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楕円 12">
            <a:extLst>
              <a:ext uri="{FF2B5EF4-FFF2-40B4-BE49-F238E27FC236}">
                <a16:creationId xmlns:a16="http://schemas.microsoft.com/office/drawing/2014/main" id="{9F975BAD-BDCB-4E6E-A183-2A0A026BCF3B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8BCF0A29-52B3-4FF8-8702-80C01EE542A7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A8D1368B-C6B6-46CA-9682-EBB9F26B5FB1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8748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400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A65E503-7513-47C6-B3C3-63E83C4249D2}"/>
              </a:ext>
            </a:extLst>
          </p:cNvPr>
          <p:cNvSpPr txBox="1"/>
          <p:nvPr/>
        </p:nvSpPr>
        <p:spPr>
          <a:xfrm>
            <a:off x="994610" y="438385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Places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Germany</a:t>
            </a:r>
          </a:p>
        </p:txBody>
      </p:sp>
    </p:spTree>
    <p:extLst>
      <p:ext uri="{BB962C8B-B14F-4D97-AF65-F5344CB8AC3E}">
        <p14:creationId xmlns:p14="http://schemas.microsoft.com/office/powerpoint/2010/main" val="192283659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600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F3BF6EF-2C5F-4F91-8AF3-25206B40D773}"/>
              </a:ext>
            </a:extLst>
          </p:cNvPr>
          <p:cNvSpPr txBox="1"/>
          <p:nvPr/>
        </p:nvSpPr>
        <p:spPr>
          <a:xfrm>
            <a:off x="994610" y="438385"/>
            <a:ext cx="10202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Places</a:t>
            </a:r>
          </a:p>
        </p:txBody>
      </p:sp>
      <p:pic>
        <p:nvPicPr>
          <p:cNvPr id="58370" name="Picture 2" descr="A simple beach scene 420083 Vector Art at Vecteezy">
            <a:extLst>
              <a:ext uri="{FF2B5EF4-FFF2-40B4-BE49-F238E27FC236}">
                <a16:creationId xmlns:a16="http://schemas.microsoft.com/office/drawing/2014/main" id="{9FC4FCB5-009C-414C-AD98-910BD2866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188" y="2048279"/>
            <a:ext cx="4159624" cy="294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楕円 11">
            <a:extLst>
              <a:ext uri="{FF2B5EF4-FFF2-40B4-BE49-F238E27FC236}">
                <a16:creationId xmlns:a16="http://schemas.microsoft.com/office/drawing/2014/main" id="{A3570A5D-7F13-428E-9B84-A6568DF6CB58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D8C5F7CB-873F-4531-A3E0-CAA2A592D00D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E4EA3EA-3C59-4547-A824-2AC41096FA06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6020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600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D7B9DA4-7870-47C0-8068-29A4A4AB8508}"/>
              </a:ext>
            </a:extLst>
          </p:cNvPr>
          <p:cNvSpPr txBox="1"/>
          <p:nvPr/>
        </p:nvSpPr>
        <p:spPr>
          <a:xfrm>
            <a:off x="994610" y="405068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Places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Beach</a:t>
            </a:r>
          </a:p>
        </p:txBody>
      </p:sp>
    </p:spTree>
    <p:extLst>
      <p:ext uri="{BB962C8B-B14F-4D97-AF65-F5344CB8AC3E}">
        <p14:creationId xmlns:p14="http://schemas.microsoft.com/office/powerpoint/2010/main" val="165910953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800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5A10B2A-7F41-4554-B6DC-BEE2E5E9C150}"/>
              </a:ext>
            </a:extLst>
          </p:cNvPr>
          <p:cNvSpPr txBox="1"/>
          <p:nvPr/>
        </p:nvSpPr>
        <p:spPr>
          <a:xfrm>
            <a:off x="994610" y="438385"/>
            <a:ext cx="10202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Places</a:t>
            </a:r>
          </a:p>
        </p:txBody>
      </p:sp>
      <p:pic>
        <p:nvPicPr>
          <p:cNvPr id="56322" name="Picture 2" descr="Colorful Shopping Mall Cartoon Vector Illustration | Premium AI ...">
            <a:extLst>
              <a:ext uri="{FF2B5EF4-FFF2-40B4-BE49-F238E27FC236}">
                <a16:creationId xmlns:a16="http://schemas.microsoft.com/office/drawing/2014/main" id="{3656640C-39EF-4F5B-9B00-8BB7BE9CB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7965" y="2047662"/>
            <a:ext cx="5316070" cy="2977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楕円 10">
            <a:extLst>
              <a:ext uri="{FF2B5EF4-FFF2-40B4-BE49-F238E27FC236}">
                <a16:creationId xmlns:a16="http://schemas.microsoft.com/office/drawing/2014/main" id="{8F4C2A3C-BC6F-4A6C-A6BA-01685079BFA9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66C058AD-4736-4CB1-A505-D08A8A10A620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852E2951-58A1-46BA-BBF7-EB435458FB08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7529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800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420E158-F7AD-4CC1-8A4D-E709097A1A71}"/>
              </a:ext>
            </a:extLst>
          </p:cNvPr>
          <p:cNvSpPr txBox="1"/>
          <p:nvPr/>
        </p:nvSpPr>
        <p:spPr>
          <a:xfrm>
            <a:off x="994610" y="405068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Places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Shopping Mall</a:t>
            </a:r>
          </a:p>
        </p:txBody>
      </p:sp>
    </p:spTree>
    <p:extLst>
      <p:ext uri="{BB962C8B-B14F-4D97-AF65-F5344CB8AC3E}">
        <p14:creationId xmlns:p14="http://schemas.microsoft.com/office/powerpoint/2010/main" val="301753152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1000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C275B10-8BE0-4581-8487-9812F925A664}"/>
              </a:ext>
            </a:extLst>
          </p:cNvPr>
          <p:cNvSpPr txBox="1"/>
          <p:nvPr/>
        </p:nvSpPr>
        <p:spPr>
          <a:xfrm>
            <a:off x="994610" y="438385"/>
            <a:ext cx="10202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Places</a:t>
            </a:r>
          </a:p>
        </p:txBody>
      </p:sp>
      <p:pic>
        <p:nvPicPr>
          <p:cNvPr id="54274" name="Picture 2" descr="Amusement Park with Carousels in Cartoon Style. Urban Cityscape. Vector ...">
            <a:extLst>
              <a:ext uri="{FF2B5EF4-FFF2-40B4-BE49-F238E27FC236}">
                <a16:creationId xmlns:a16="http://schemas.microsoft.com/office/drawing/2014/main" id="{7E3A8C23-2FF3-44AE-B99C-5335879B7A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373"/>
          <a:stretch/>
        </p:blipFill>
        <p:spPr bwMode="auto">
          <a:xfrm>
            <a:off x="3437964" y="1989215"/>
            <a:ext cx="5316070" cy="3047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楕円 10">
            <a:extLst>
              <a:ext uri="{FF2B5EF4-FFF2-40B4-BE49-F238E27FC236}">
                <a16:creationId xmlns:a16="http://schemas.microsoft.com/office/drawing/2014/main" id="{FF9290D2-C8A7-41E9-93F6-EF615AC872F0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A73F0351-59A8-4EA2-9080-78B70F416463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E7536B90-A42E-4237-ABBA-CA6F09364322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1785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¥  1000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55708B9-CBD0-4B92-AD49-92DD6E72120F}"/>
              </a:ext>
            </a:extLst>
          </p:cNvPr>
          <p:cNvSpPr txBox="1"/>
          <p:nvPr/>
        </p:nvSpPr>
        <p:spPr>
          <a:xfrm>
            <a:off x="994610" y="438385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Places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Amusement Park</a:t>
            </a:r>
          </a:p>
        </p:txBody>
      </p:sp>
    </p:spTree>
    <p:extLst>
      <p:ext uri="{BB962C8B-B14F-4D97-AF65-F5344CB8AC3E}">
        <p14:creationId xmlns:p14="http://schemas.microsoft.com/office/powerpoint/2010/main" val="42470243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ユーザー定義 2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FFF00"/>
      </a:hlink>
      <a:folHlink>
        <a:srgbClr val="7030A0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TM04033921[[fn=ダマスク]]</Template>
  <TotalTime>10060</TotalTime>
  <Words>531</Words>
  <Application>Microsoft Office PowerPoint</Application>
  <PresentationFormat>Widescreen</PresentationFormat>
  <Paragraphs>323</Paragraphs>
  <Slides>62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9" baseType="lpstr">
      <vt:lpstr>Arial</vt:lpstr>
      <vt:lpstr>Bookman Old Style</vt:lpstr>
      <vt:lpstr>Impact</vt:lpstr>
      <vt:lpstr>Lucida Console</vt:lpstr>
      <vt:lpstr>Roboto</vt:lpstr>
      <vt:lpstr>Rockwell</vt:lpstr>
      <vt:lpstr>Damask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Jeopardy</dc:title>
  <dc:creator>t17g6</dc:creator>
  <cp:lastModifiedBy>Brandon Galich</cp:lastModifiedBy>
  <cp:revision>47</cp:revision>
  <dcterms:created xsi:type="dcterms:W3CDTF">2026-04-21T07:07:18Z</dcterms:created>
  <dcterms:modified xsi:type="dcterms:W3CDTF">2026-05-12T04:00:37Z</dcterms:modified>
</cp:coreProperties>
</file>