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7" r:id="rId2"/>
    <p:sldId id="256" r:id="rId3"/>
    <p:sldId id="257" r:id="rId4"/>
    <p:sldId id="258" r:id="rId5"/>
    <p:sldId id="259" r:id="rId6"/>
    <p:sldId id="272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3" r:id="rId20"/>
    <p:sldId id="274" r:id="rId21"/>
    <p:sldId id="275" r:id="rId22"/>
    <p:sldId id="276" r:id="rId2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309" autoAdjust="0"/>
    <p:restoredTop sz="94660"/>
  </p:normalViewPr>
  <p:slideViewPr>
    <p:cSldViewPr snapToGrid="0">
      <p:cViewPr>
        <p:scale>
          <a:sx n="66" d="100"/>
          <a:sy n="66" d="100"/>
        </p:scale>
        <p:origin x="88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933206E-5DF0-2A2D-61F7-E8F3BC7042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80398036-7056-FDD1-8ADF-44DC0E08F1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D6B7EA6-D9BA-E330-FB15-4E73C20E5D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57AA03-7765-4229-8395-982AB48DC61C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BCF11AA-9A02-A883-2190-B009876C36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F500262-3863-CC6B-03F7-BD3615DDD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2921D-D69F-4533-87E7-63F1A8CC475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26313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DC016B6-EEA5-346C-A1B8-D8802720D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F3963CB-80C0-3B05-ADC5-CF31A9C32D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7C49371-EDE4-DD1D-E97B-5ADB8D20F9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57AA03-7765-4229-8395-982AB48DC61C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4200943-687C-6A87-E200-3430A9510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D0D4A78-2B51-43BB-C357-5F6B86BF1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2921D-D69F-4533-87E7-63F1A8CC475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118928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33B6B20-4649-A337-8C8E-CF22C497D7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8A9A551-E74D-6258-2418-DFAC7125E1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DF9473B-2409-2D4F-28F0-C8E044B010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57AA03-7765-4229-8395-982AB48DC61C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C95EBE9-82EA-3FBD-8851-255CDC4A43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23AD33F-9052-7C98-4E86-254509102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2921D-D69F-4533-87E7-63F1A8CC475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60400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1B32382-D173-42E9-34A2-CC26C14FF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50BA797-DBAC-850C-FF19-9773644EED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AF3977E-8DD5-C6F0-6A0F-65CA6825CA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16F1F06-563F-C37E-BC06-1EEE2F5EFC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57AA03-7765-4229-8395-982AB48DC61C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7576115-83F9-3882-F67E-D94157B3C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AAF7469-5812-2194-8D0A-34E8DED29B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2921D-D69F-4533-87E7-63F1A8CC475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08468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B378951-AFAB-BDBD-CAEB-C48A15261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73D5DB8-CD55-1F3D-DC7A-983D6C5B19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DDFB0EE-673E-5F19-E3D5-FB6EEA38F6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933716F-9F8A-8BF4-B2DC-29EFED41617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5EC662E-418E-E6EA-F962-CCA59C74EC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CA00DB0-DCF0-FACE-0B7C-34C5E43234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57AA03-7765-4229-8395-982AB48DC61C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95A5319-B233-5D32-5742-80AB70C56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33F5917A-67BD-6B04-BD0C-D9047F1B3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2921D-D69F-4533-87E7-63F1A8CC475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487594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67D020D-4C78-5A1F-015A-BDC43DA0CD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E9753268-DB76-99E5-9E48-4612AE490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57AA03-7765-4229-8395-982AB48DC61C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6F10B30-B4A7-578B-8A76-E032A5FD98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30C3125-F0FD-C292-2937-D247E9577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2921D-D69F-4533-87E7-63F1A8CC475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559581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CF683A8-43CD-1210-9472-F2ED37373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57AA03-7765-4229-8395-982AB48DC61C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FE05F76-209E-2ECE-B3C4-7330217A42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9A56DEE-6EEB-4700-234D-F5FE9584B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2921D-D69F-4533-87E7-63F1A8CC475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498589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C147CBB-880C-67C6-96B3-DAB7C6F82B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8770F15-BCB7-046F-72E5-2F76BD4829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57A58CE-F922-50F0-F923-3FBB89FC83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C5E88C7-C20E-1724-1783-944FA8043D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57AA03-7765-4229-8395-982AB48DC61C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61D04D6-5B0C-F3AA-9AD7-0AB34CCDC9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6748A93-1A74-1DEB-4EB5-E97B13179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2921D-D69F-4533-87E7-63F1A8CC475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7580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1260918-99D9-D735-E928-2141242E25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51644773-A0FB-0461-F85C-6417FCBE21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2EAFFDC-5A2F-DF58-825E-05A44B4011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78D42D3-AE1A-BDE6-0872-CE2316EEC2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57AA03-7765-4229-8395-982AB48DC61C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26B8C89-FDB5-9612-A608-26B86EB76B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749D6E9-F30C-2B95-B9D9-D95D9CBEA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2921D-D69F-4533-87E7-63F1A8CC475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393439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7457FDA-2AE1-EA9A-B155-02F92A222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A735CEC-D874-D9F4-CE0E-32E5B37AAB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76A2374-40AB-BB50-0DEB-B75CDAF1CE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57AA03-7765-4229-8395-982AB48DC61C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A31487C-F988-8256-2CE5-740AE56524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860499D-A70D-99E3-E71F-FF3C6922F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2921D-D69F-4533-87E7-63F1A8CC475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646985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7E7C4AAD-804B-C897-3203-E8F3AA9E38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B58AB46-FAC1-3A8F-A380-B8C4996631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69FF750-DD92-A311-BB24-745C8A427F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57AA03-7765-4229-8395-982AB48DC61C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AEA7CEC-36D8-699B-DBAC-7A547E425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AA188C2-72AB-3455-C076-BB330D09E0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2921D-D69F-4533-87E7-63F1A8CC475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2007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BA321FE-90D5-25D6-35B4-3BB73A8C59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945B8D4-5711-C351-C0AF-35D5A957C7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7049C75-246D-0A34-4960-93649471737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57AA03-7765-4229-8395-982AB48DC61C}" type="datetimeFigureOut">
              <a:rPr kumimoji="1" lang="ja-JP" altLang="en-US" smtClean="0"/>
              <a:t>2026/6/11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DEA5F53-2C85-59A0-FCAE-392A929DA2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6C408AF-8C0F-0C84-3F99-DC6CFE596F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B2921D-D69F-4533-87E7-63F1A8CC475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10546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slide" Target="slide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slide" Target="slide10.xml"/><Relationship Id="rId13" Type="http://schemas.openxmlformats.org/officeDocument/2006/relationships/slide" Target="slide15.xml"/><Relationship Id="rId18" Type="http://schemas.openxmlformats.org/officeDocument/2006/relationships/slide" Target="slide22.xml"/><Relationship Id="rId3" Type="http://schemas.openxmlformats.org/officeDocument/2006/relationships/slide" Target="slide4.xml"/><Relationship Id="rId21" Type="http://schemas.openxmlformats.org/officeDocument/2006/relationships/slide" Target="slide7.xml"/><Relationship Id="rId7" Type="http://schemas.openxmlformats.org/officeDocument/2006/relationships/slide" Target="slide9.xml"/><Relationship Id="rId12" Type="http://schemas.openxmlformats.org/officeDocument/2006/relationships/slide" Target="slide14.xml"/><Relationship Id="rId17" Type="http://schemas.openxmlformats.org/officeDocument/2006/relationships/slide" Target="slide19.xml"/><Relationship Id="rId2" Type="http://schemas.openxmlformats.org/officeDocument/2006/relationships/image" Target="../media/image5.jpeg"/><Relationship Id="rId16" Type="http://schemas.openxmlformats.org/officeDocument/2006/relationships/slide" Target="slide18.xml"/><Relationship Id="rId20" Type="http://schemas.openxmlformats.org/officeDocument/2006/relationships/slide" Target="slide2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11" Type="http://schemas.openxmlformats.org/officeDocument/2006/relationships/slide" Target="slide13.xml"/><Relationship Id="rId5" Type="http://schemas.openxmlformats.org/officeDocument/2006/relationships/slide" Target="slide6.xml"/><Relationship Id="rId15" Type="http://schemas.openxmlformats.org/officeDocument/2006/relationships/slide" Target="slide17.xml"/><Relationship Id="rId10" Type="http://schemas.openxmlformats.org/officeDocument/2006/relationships/slide" Target="slide12.xml"/><Relationship Id="rId19" Type="http://schemas.openxmlformats.org/officeDocument/2006/relationships/slide" Target="slide21.xml"/><Relationship Id="rId4" Type="http://schemas.openxmlformats.org/officeDocument/2006/relationships/slide" Target="slide5.xml"/><Relationship Id="rId9" Type="http://schemas.openxmlformats.org/officeDocument/2006/relationships/slide" Target="slide11.xml"/><Relationship Id="rId14" Type="http://schemas.openxmlformats.org/officeDocument/2006/relationships/slide" Target="slide16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7.jpg"/><Relationship Id="rId7" Type="http://schemas.openxmlformats.org/officeDocument/2006/relationships/slide" Target="slide3.xml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slide" Target="slide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slide" Target="slide2.xml"/><Relationship Id="rId7" Type="http://schemas.openxmlformats.org/officeDocument/2006/relationships/image" Target="../media/image10.gif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slide" Target="slide3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jpg"/><Relationship Id="rId3" Type="http://schemas.openxmlformats.org/officeDocument/2006/relationships/slide" Target="slide2.xml"/><Relationship Id="rId7" Type="http://schemas.openxmlformats.org/officeDocument/2006/relationships/image" Target="../media/image12.gif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slide" Target="slide3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slide" Target="slide2.xml"/><Relationship Id="rId7" Type="http://schemas.openxmlformats.org/officeDocument/2006/relationships/image" Target="../media/image14.jp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slide" Target="slide3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jpg"/><Relationship Id="rId3" Type="http://schemas.openxmlformats.org/officeDocument/2006/relationships/slide" Target="slide2.xml"/><Relationship Id="rId7" Type="http://schemas.openxmlformats.org/officeDocument/2006/relationships/image" Target="../media/image16.jp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slide" Target="slide3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g"/><Relationship Id="rId3" Type="http://schemas.openxmlformats.org/officeDocument/2006/relationships/slide" Target="slide2.xml"/><Relationship Id="rId7" Type="http://schemas.openxmlformats.org/officeDocument/2006/relationships/image" Target="../media/image18.jp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slide" Target="slide3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jpg"/><Relationship Id="rId3" Type="http://schemas.openxmlformats.org/officeDocument/2006/relationships/slide" Target="slide2.xml"/><Relationship Id="rId7" Type="http://schemas.openxmlformats.org/officeDocument/2006/relationships/image" Target="../media/image20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slide" Target="slide3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jpg"/><Relationship Id="rId3" Type="http://schemas.openxmlformats.org/officeDocument/2006/relationships/slide" Target="slide2.xml"/><Relationship Id="rId7" Type="http://schemas.openxmlformats.org/officeDocument/2006/relationships/image" Target="../media/image22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slide" Target="slide3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jpg"/><Relationship Id="rId3" Type="http://schemas.openxmlformats.org/officeDocument/2006/relationships/slide" Target="slide2.xml"/><Relationship Id="rId7" Type="http://schemas.openxmlformats.org/officeDocument/2006/relationships/image" Target="../media/image24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slide" Target="slide3.xml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slide" Target="slide2.xml"/><Relationship Id="rId7" Type="http://schemas.openxmlformats.org/officeDocument/2006/relationships/image" Target="../media/image26.jp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slide" Target="slide3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jpg"/><Relationship Id="rId3" Type="http://schemas.openxmlformats.org/officeDocument/2006/relationships/slide" Target="slide2.xml"/><Relationship Id="rId7" Type="http://schemas.openxmlformats.org/officeDocument/2006/relationships/image" Target="../media/image28.gif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slide" Target="slide3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jpg"/><Relationship Id="rId3" Type="http://schemas.openxmlformats.org/officeDocument/2006/relationships/slide" Target="slide2.xml"/><Relationship Id="rId7" Type="http://schemas.openxmlformats.org/officeDocument/2006/relationships/image" Target="../media/image30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slide" Target="slide3.xml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jpg"/><Relationship Id="rId3" Type="http://schemas.openxmlformats.org/officeDocument/2006/relationships/slide" Target="slide2.xml"/><Relationship Id="rId7" Type="http://schemas.openxmlformats.org/officeDocument/2006/relationships/image" Target="../media/image32.gif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slide" Target="slide3.xml"/><Relationship Id="rId4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slide" Target="slide2.xml"/><Relationship Id="rId7" Type="http://schemas.openxmlformats.org/officeDocument/2006/relationships/image" Target="../media/image34.jp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slide" Target="slide3.xml"/><Relationship Id="rId4" Type="http://schemas.openxmlformats.org/officeDocument/2006/relationships/image" Target="../media/image9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slide" Target="slide2.xml"/><Relationship Id="rId7" Type="http://schemas.openxmlformats.org/officeDocument/2006/relationships/image" Target="../media/image36.gif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slide" Target="slide3.xml"/><Relationship Id="rId4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jpg"/><Relationship Id="rId3" Type="http://schemas.openxmlformats.org/officeDocument/2006/relationships/slide" Target="slide2.xml"/><Relationship Id="rId7" Type="http://schemas.openxmlformats.org/officeDocument/2006/relationships/image" Target="../media/image38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slide" Target="slide3.xml"/><Relationship Id="rId4" Type="http://schemas.openxmlformats.org/officeDocument/2006/relationships/image" Target="../media/image9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jpg"/><Relationship Id="rId3" Type="http://schemas.openxmlformats.org/officeDocument/2006/relationships/slide" Target="slide2.xml"/><Relationship Id="rId7" Type="http://schemas.openxmlformats.org/officeDocument/2006/relationships/image" Target="../media/image40.gif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slide" Target="slide3.xml"/><Relationship Id="rId4" Type="http://schemas.openxmlformats.org/officeDocument/2006/relationships/image" Target="../media/image9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jpg"/><Relationship Id="rId3" Type="http://schemas.openxmlformats.org/officeDocument/2006/relationships/slide" Target="slide2.xml"/><Relationship Id="rId7" Type="http://schemas.openxmlformats.org/officeDocument/2006/relationships/image" Target="../media/image42.gif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slide" Target="slide3.xml"/><Relationship Id="rId4" Type="http://schemas.openxmlformats.org/officeDocument/2006/relationships/image" Target="../media/image9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slide" Target="slide2.xml"/><Relationship Id="rId7" Type="http://schemas.openxmlformats.org/officeDocument/2006/relationships/image" Target="../media/image44.gif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slide" Target="slide3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Japan Wallpapers - Top Free Japan Backgrounds - WallpaperAccess">
            <a:extLst>
              <a:ext uri="{FF2B5EF4-FFF2-40B4-BE49-F238E27FC236}">
                <a16:creationId xmlns:a16="http://schemas.microsoft.com/office/drawing/2014/main" id="{1AF984AF-9341-4FF7-AF02-4F16CF347C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18533" y="0"/>
            <a:ext cx="12462933" cy="7010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タイトル 1">
            <a:extLst>
              <a:ext uri="{FF2B5EF4-FFF2-40B4-BE49-F238E27FC236}">
                <a16:creationId xmlns:a16="http://schemas.microsoft.com/office/drawing/2014/main" id="{91E3D212-B959-A218-4EA7-56C86EF31503}"/>
              </a:ext>
            </a:extLst>
          </p:cNvPr>
          <p:cNvSpPr txBox="1">
            <a:spLocks/>
          </p:cNvSpPr>
          <p:nvPr/>
        </p:nvSpPr>
        <p:spPr>
          <a:xfrm>
            <a:off x="1981200" y="4866481"/>
            <a:ext cx="8229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prstTxWarp prst="textArchUp">
              <a:avLst/>
            </a:prstTxWarp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ja-JP" sz="9600" b="1" dirty="0">
                <a:ln w="28575">
                  <a:solidFill>
                    <a:srgbClr val="FF0000"/>
                  </a:solidFill>
                </a:ln>
                <a:solidFill>
                  <a:schemeClr val="bg1"/>
                </a:solidFill>
                <a:effectLst>
                  <a:glow rad="228600">
                    <a:schemeClr val="accent2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WELCOME </a:t>
            </a:r>
          </a:p>
          <a:p>
            <a:pPr algn="ctr"/>
            <a:r>
              <a:rPr lang="en-US" altLang="ja-JP" sz="9600" b="1" dirty="0">
                <a:ln w="28575">
                  <a:solidFill>
                    <a:srgbClr val="FF0000"/>
                  </a:solidFill>
                </a:ln>
                <a:solidFill>
                  <a:schemeClr val="bg1"/>
                </a:solidFill>
                <a:effectLst>
                  <a:glow rad="228600">
                    <a:schemeClr val="accent2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TO </a:t>
            </a:r>
          </a:p>
          <a:p>
            <a:pPr algn="ctr"/>
            <a:r>
              <a:rPr lang="en-US" altLang="ja-JP" sz="9600" b="1" dirty="0">
                <a:ln w="28575">
                  <a:solidFill>
                    <a:srgbClr val="FF0000"/>
                  </a:solidFill>
                </a:ln>
                <a:solidFill>
                  <a:schemeClr val="bg1"/>
                </a:solidFill>
                <a:effectLst>
                  <a:glow rad="228600">
                    <a:schemeClr val="accent2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JAPAN</a:t>
            </a:r>
            <a:endParaRPr lang="ja-JP" altLang="en-US" sz="9600" b="1" dirty="0">
              <a:ln w="28575">
                <a:solidFill>
                  <a:srgbClr val="FF0000"/>
                </a:solidFill>
              </a:ln>
              <a:solidFill>
                <a:schemeClr val="bg1"/>
              </a:solidFill>
              <a:effectLst>
                <a:glow rad="228600">
                  <a:schemeClr val="accent2">
                    <a:satMod val="175000"/>
                    <a:alpha val="40000"/>
                  </a:schemeClr>
                </a:glow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0805532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Ocean GIFs - Get the best GIF on GIPHY">
            <a:extLst>
              <a:ext uri="{FF2B5EF4-FFF2-40B4-BE49-F238E27FC236}">
                <a16:creationId xmlns:a16="http://schemas.microsoft.com/office/drawing/2014/main" id="{E4449E0B-F0F8-4D02-A2E8-E8984DE21E18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767793" y="-4777818"/>
            <a:ext cx="13264593" cy="132645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3" name="図 52" descr="黒い背景と白い文字&#10;&#10;自動的に生成された説明">
            <a:extLst>
              <a:ext uri="{FF2B5EF4-FFF2-40B4-BE49-F238E27FC236}">
                <a16:creationId xmlns:a16="http://schemas.microsoft.com/office/drawing/2014/main" id="{7C84432A-80FC-58D3-225E-C09F9B2187E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166" t="80821"/>
          <a:stretch/>
        </p:blipFill>
        <p:spPr>
          <a:xfrm>
            <a:off x="7441866" y="5542696"/>
            <a:ext cx="1225884" cy="1315304"/>
          </a:xfrm>
          <a:prstGeom prst="rect">
            <a:avLst/>
          </a:prstGeom>
        </p:spPr>
      </p:pic>
      <p:sp>
        <p:nvSpPr>
          <p:cNvPr id="101" name="46 Kagoshima">
            <a:extLst>
              <a:ext uri="{FF2B5EF4-FFF2-40B4-BE49-F238E27FC236}">
                <a16:creationId xmlns:a16="http://schemas.microsoft.com/office/drawing/2014/main" id="{A89E0CE6-54E7-05E7-5FD6-65115A9C78EB}"/>
              </a:ext>
            </a:extLst>
          </p:cNvPr>
          <p:cNvSpPr/>
          <p:nvPr/>
        </p:nvSpPr>
        <p:spPr>
          <a:xfrm>
            <a:off x="3878952" y="6258876"/>
            <a:ext cx="392140" cy="465795"/>
          </a:xfrm>
          <a:custGeom>
            <a:avLst/>
            <a:gdLst>
              <a:gd name="connsiteX0" fmla="*/ 171554 w 392140"/>
              <a:gd name="connsiteY0" fmla="*/ 415768 h 465795"/>
              <a:gd name="connsiteX1" fmla="*/ 200129 w 392140"/>
              <a:gd name="connsiteY1" fmla="*/ 372905 h 465795"/>
              <a:gd name="connsiteX2" fmla="*/ 188223 w 392140"/>
              <a:gd name="connsiteY2" fmla="*/ 349093 h 465795"/>
              <a:gd name="connsiteX3" fmla="*/ 169173 w 392140"/>
              <a:gd name="connsiteY3" fmla="*/ 325280 h 465795"/>
              <a:gd name="connsiteX4" fmla="*/ 145361 w 392140"/>
              <a:gd name="connsiteY4" fmla="*/ 291943 h 465795"/>
              <a:gd name="connsiteX5" fmla="*/ 145361 w 392140"/>
              <a:gd name="connsiteY5" fmla="*/ 258605 h 465795"/>
              <a:gd name="connsiteX6" fmla="*/ 157267 w 392140"/>
              <a:gd name="connsiteY6" fmla="*/ 232412 h 465795"/>
              <a:gd name="connsiteX7" fmla="*/ 190604 w 392140"/>
              <a:gd name="connsiteY7" fmla="*/ 222887 h 465795"/>
              <a:gd name="connsiteX8" fmla="*/ 235848 w 392140"/>
              <a:gd name="connsiteY8" fmla="*/ 206218 h 465795"/>
              <a:gd name="connsiteX9" fmla="*/ 202511 w 392140"/>
              <a:gd name="connsiteY9" fmla="*/ 227649 h 465795"/>
              <a:gd name="connsiteX10" fmla="*/ 197748 w 392140"/>
              <a:gd name="connsiteY10" fmla="*/ 246699 h 465795"/>
              <a:gd name="connsiteX11" fmla="*/ 221561 w 392140"/>
              <a:gd name="connsiteY11" fmla="*/ 287180 h 465795"/>
              <a:gd name="connsiteX12" fmla="*/ 242992 w 392140"/>
              <a:gd name="connsiteY12" fmla="*/ 320518 h 465795"/>
              <a:gd name="connsiteX13" fmla="*/ 254898 w 392140"/>
              <a:gd name="connsiteY13" fmla="*/ 356237 h 465795"/>
              <a:gd name="connsiteX14" fmla="*/ 254898 w 392140"/>
              <a:gd name="connsiteY14" fmla="*/ 391955 h 465795"/>
              <a:gd name="connsiteX15" fmla="*/ 228704 w 392140"/>
              <a:gd name="connsiteY15" fmla="*/ 415768 h 465795"/>
              <a:gd name="connsiteX16" fmla="*/ 216798 w 392140"/>
              <a:gd name="connsiteY16" fmla="*/ 437199 h 465795"/>
              <a:gd name="connsiteX17" fmla="*/ 209654 w 392140"/>
              <a:gd name="connsiteY17" fmla="*/ 456249 h 465795"/>
              <a:gd name="connsiteX18" fmla="*/ 231086 w 392140"/>
              <a:gd name="connsiteY18" fmla="*/ 465774 h 465795"/>
              <a:gd name="connsiteX19" fmla="*/ 264423 w 392140"/>
              <a:gd name="connsiteY19" fmla="*/ 453868 h 465795"/>
              <a:gd name="connsiteX20" fmla="*/ 300142 w 392140"/>
              <a:gd name="connsiteY20" fmla="*/ 437199 h 465795"/>
              <a:gd name="connsiteX21" fmla="*/ 345386 w 392140"/>
              <a:gd name="connsiteY21" fmla="*/ 403862 h 465795"/>
              <a:gd name="connsiteX22" fmla="*/ 366817 w 392140"/>
              <a:gd name="connsiteY22" fmla="*/ 375287 h 465795"/>
              <a:gd name="connsiteX23" fmla="*/ 366817 w 392140"/>
              <a:gd name="connsiteY23" fmla="*/ 320518 h 465795"/>
              <a:gd name="connsiteX24" fmla="*/ 376342 w 392140"/>
              <a:gd name="connsiteY24" fmla="*/ 294324 h 465795"/>
              <a:gd name="connsiteX25" fmla="*/ 388248 w 392140"/>
              <a:gd name="connsiteY25" fmla="*/ 280037 h 465795"/>
              <a:gd name="connsiteX26" fmla="*/ 390629 w 392140"/>
              <a:gd name="connsiteY26" fmla="*/ 232412 h 465795"/>
              <a:gd name="connsiteX27" fmla="*/ 366817 w 392140"/>
              <a:gd name="connsiteY27" fmla="*/ 201455 h 465795"/>
              <a:gd name="connsiteX28" fmla="*/ 319192 w 392140"/>
              <a:gd name="connsiteY28" fmla="*/ 168118 h 465795"/>
              <a:gd name="connsiteX29" fmla="*/ 276329 w 392140"/>
              <a:gd name="connsiteY29" fmla="*/ 139543 h 465795"/>
              <a:gd name="connsiteX30" fmla="*/ 245373 w 392140"/>
              <a:gd name="connsiteY30" fmla="*/ 94299 h 465795"/>
              <a:gd name="connsiteX31" fmla="*/ 228704 w 392140"/>
              <a:gd name="connsiteY31" fmla="*/ 51437 h 465795"/>
              <a:gd name="connsiteX32" fmla="*/ 192986 w 392140"/>
              <a:gd name="connsiteY32" fmla="*/ 18099 h 465795"/>
              <a:gd name="connsiteX33" fmla="*/ 159648 w 392140"/>
              <a:gd name="connsiteY33" fmla="*/ 1430 h 465795"/>
              <a:gd name="connsiteX34" fmla="*/ 104879 w 392140"/>
              <a:gd name="connsiteY34" fmla="*/ 1430 h 465795"/>
              <a:gd name="connsiteX35" fmla="*/ 57254 w 392140"/>
              <a:gd name="connsiteY35" fmla="*/ 6193 h 465795"/>
              <a:gd name="connsiteX36" fmla="*/ 38204 w 392140"/>
              <a:gd name="connsiteY36" fmla="*/ 20480 h 465795"/>
              <a:gd name="connsiteX37" fmla="*/ 14392 w 392140"/>
              <a:gd name="connsiteY37" fmla="*/ 68105 h 465795"/>
              <a:gd name="connsiteX38" fmla="*/ 4867 w 392140"/>
              <a:gd name="connsiteY38" fmla="*/ 122874 h 465795"/>
              <a:gd name="connsiteX39" fmla="*/ 2486 w 392140"/>
              <a:gd name="connsiteY39" fmla="*/ 175262 h 465795"/>
              <a:gd name="connsiteX40" fmla="*/ 40586 w 392140"/>
              <a:gd name="connsiteY40" fmla="*/ 213362 h 465795"/>
              <a:gd name="connsiteX41" fmla="*/ 69161 w 392140"/>
              <a:gd name="connsiteY41" fmla="*/ 246699 h 465795"/>
              <a:gd name="connsiteX42" fmla="*/ 73923 w 392140"/>
              <a:gd name="connsiteY42" fmla="*/ 280037 h 465795"/>
              <a:gd name="connsiteX43" fmla="*/ 57254 w 392140"/>
              <a:gd name="connsiteY43" fmla="*/ 301468 h 465795"/>
              <a:gd name="connsiteX44" fmla="*/ 38204 w 392140"/>
              <a:gd name="connsiteY44" fmla="*/ 332424 h 465795"/>
              <a:gd name="connsiteX45" fmla="*/ 16773 w 392140"/>
              <a:gd name="connsiteY45" fmla="*/ 358618 h 465795"/>
              <a:gd name="connsiteX46" fmla="*/ 40586 w 392140"/>
              <a:gd name="connsiteY46" fmla="*/ 401480 h 465795"/>
              <a:gd name="connsiteX47" fmla="*/ 71542 w 392140"/>
              <a:gd name="connsiteY47" fmla="*/ 408624 h 465795"/>
              <a:gd name="connsiteX48" fmla="*/ 109642 w 392140"/>
              <a:gd name="connsiteY48" fmla="*/ 399099 h 465795"/>
              <a:gd name="connsiteX49" fmla="*/ 171554 w 392140"/>
              <a:gd name="connsiteY49" fmla="*/ 415768 h 4657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</a:cxnLst>
            <a:rect l="l" t="t" r="r" b="b"/>
            <a:pathLst>
              <a:path w="392140" h="465795">
                <a:moveTo>
                  <a:pt x="171554" y="415768"/>
                </a:moveTo>
                <a:cubicBezTo>
                  <a:pt x="186635" y="411402"/>
                  <a:pt x="197351" y="384017"/>
                  <a:pt x="200129" y="372905"/>
                </a:cubicBezTo>
                <a:cubicBezTo>
                  <a:pt x="202907" y="361793"/>
                  <a:pt x="193382" y="357030"/>
                  <a:pt x="188223" y="349093"/>
                </a:cubicBezTo>
                <a:cubicBezTo>
                  <a:pt x="183064" y="341155"/>
                  <a:pt x="176317" y="334805"/>
                  <a:pt x="169173" y="325280"/>
                </a:cubicBezTo>
                <a:cubicBezTo>
                  <a:pt x="162029" y="315755"/>
                  <a:pt x="149330" y="303055"/>
                  <a:pt x="145361" y="291943"/>
                </a:cubicBezTo>
                <a:cubicBezTo>
                  <a:pt x="141392" y="280831"/>
                  <a:pt x="143377" y="268527"/>
                  <a:pt x="145361" y="258605"/>
                </a:cubicBezTo>
                <a:cubicBezTo>
                  <a:pt x="147345" y="248683"/>
                  <a:pt x="149727" y="238365"/>
                  <a:pt x="157267" y="232412"/>
                </a:cubicBezTo>
                <a:cubicBezTo>
                  <a:pt x="164807" y="226459"/>
                  <a:pt x="177507" y="227253"/>
                  <a:pt x="190604" y="222887"/>
                </a:cubicBezTo>
                <a:cubicBezTo>
                  <a:pt x="203701" y="218521"/>
                  <a:pt x="233863" y="205424"/>
                  <a:pt x="235848" y="206218"/>
                </a:cubicBezTo>
                <a:cubicBezTo>
                  <a:pt x="237833" y="207012"/>
                  <a:pt x="208861" y="220902"/>
                  <a:pt x="202511" y="227649"/>
                </a:cubicBezTo>
                <a:cubicBezTo>
                  <a:pt x="196161" y="234396"/>
                  <a:pt x="194573" y="236777"/>
                  <a:pt x="197748" y="246699"/>
                </a:cubicBezTo>
                <a:cubicBezTo>
                  <a:pt x="200923" y="256621"/>
                  <a:pt x="214020" y="274877"/>
                  <a:pt x="221561" y="287180"/>
                </a:cubicBezTo>
                <a:cubicBezTo>
                  <a:pt x="229102" y="299483"/>
                  <a:pt x="237436" y="309009"/>
                  <a:pt x="242992" y="320518"/>
                </a:cubicBezTo>
                <a:cubicBezTo>
                  <a:pt x="248548" y="332027"/>
                  <a:pt x="252914" y="344331"/>
                  <a:pt x="254898" y="356237"/>
                </a:cubicBezTo>
                <a:cubicBezTo>
                  <a:pt x="256882" y="368143"/>
                  <a:pt x="259264" y="382033"/>
                  <a:pt x="254898" y="391955"/>
                </a:cubicBezTo>
                <a:cubicBezTo>
                  <a:pt x="250532" y="401877"/>
                  <a:pt x="235054" y="408227"/>
                  <a:pt x="228704" y="415768"/>
                </a:cubicBezTo>
                <a:cubicBezTo>
                  <a:pt x="222354" y="423309"/>
                  <a:pt x="219973" y="430452"/>
                  <a:pt x="216798" y="437199"/>
                </a:cubicBezTo>
                <a:cubicBezTo>
                  <a:pt x="213623" y="443946"/>
                  <a:pt x="207273" y="451487"/>
                  <a:pt x="209654" y="456249"/>
                </a:cubicBezTo>
                <a:cubicBezTo>
                  <a:pt x="212035" y="461011"/>
                  <a:pt x="221958" y="466171"/>
                  <a:pt x="231086" y="465774"/>
                </a:cubicBezTo>
                <a:cubicBezTo>
                  <a:pt x="240214" y="465377"/>
                  <a:pt x="252914" y="458631"/>
                  <a:pt x="264423" y="453868"/>
                </a:cubicBezTo>
                <a:cubicBezTo>
                  <a:pt x="275932" y="449105"/>
                  <a:pt x="286648" y="445533"/>
                  <a:pt x="300142" y="437199"/>
                </a:cubicBezTo>
                <a:cubicBezTo>
                  <a:pt x="313636" y="428865"/>
                  <a:pt x="334273" y="414181"/>
                  <a:pt x="345386" y="403862"/>
                </a:cubicBezTo>
                <a:cubicBezTo>
                  <a:pt x="356499" y="393543"/>
                  <a:pt x="363245" y="389178"/>
                  <a:pt x="366817" y="375287"/>
                </a:cubicBezTo>
                <a:cubicBezTo>
                  <a:pt x="370389" y="361396"/>
                  <a:pt x="365230" y="334012"/>
                  <a:pt x="366817" y="320518"/>
                </a:cubicBezTo>
                <a:cubicBezTo>
                  <a:pt x="368404" y="307024"/>
                  <a:pt x="372770" y="301071"/>
                  <a:pt x="376342" y="294324"/>
                </a:cubicBezTo>
                <a:cubicBezTo>
                  <a:pt x="379914" y="287577"/>
                  <a:pt x="385867" y="290356"/>
                  <a:pt x="388248" y="280037"/>
                </a:cubicBezTo>
                <a:cubicBezTo>
                  <a:pt x="390629" y="269718"/>
                  <a:pt x="394201" y="245509"/>
                  <a:pt x="390629" y="232412"/>
                </a:cubicBezTo>
                <a:cubicBezTo>
                  <a:pt x="387057" y="219315"/>
                  <a:pt x="378723" y="212171"/>
                  <a:pt x="366817" y="201455"/>
                </a:cubicBezTo>
                <a:cubicBezTo>
                  <a:pt x="354911" y="190739"/>
                  <a:pt x="334273" y="178437"/>
                  <a:pt x="319192" y="168118"/>
                </a:cubicBezTo>
                <a:cubicBezTo>
                  <a:pt x="304111" y="157799"/>
                  <a:pt x="288632" y="151846"/>
                  <a:pt x="276329" y="139543"/>
                </a:cubicBezTo>
                <a:cubicBezTo>
                  <a:pt x="264026" y="127240"/>
                  <a:pt x="253311" y="108983"/>
                  <a:pt x="245373" y="94299"/>
                </a:cubicBezTo>
                <a:cubicBezTo>
                  <a:pt x="237436" y="79615"/>
                  <a:pt x="237435" y="64137"/>
                  <a:pt x="228704" y="51437"/>
                </a:cubicBezTo>
                <a:cubicBezTo>
                  <a:pt x="219973" y="38737"/>
                  <a:pt x="204495" y="26433"/>
                  <a:pt x="192986" y="18099"/>
                </a:cubicBezTo>
                <a:cubicBezTo>
                  <a:pt x="181477" y="9765"/>
                  <a:pt x="174332" y="4208"/>
                  <a:pt x="159648" y="1430"/>
                </a:cubicBezTo>
                <a:cubicBezTo>
                  <a:pt x="144964" y="-1348"/>
                  <a:pt x="121945" y="636"/>
                  <a:pt x="104879" y="1430"/>
                </a:cubicBezTo>
                <a:cubicBezTo>
                  <a:pt x="87813" y="2224"/>
                  <a:pt x="68367" y="3018"/>
                  <a:pt x="57254" y="6193"/>
                </a:cubicBezTo>
                <a:cubicBezTo>
                  <a:pt x="46141" y="9368"/>
                  <a:pt x="45348" y="10161"/>
                  <a:pt x="38204" y="20480"/>
                </a:cubicBezTo>
                <a:cubicBezTo>
                  <a:pt x="31060" y="30799"/>
                  <a:pt x="19948" y="51039"/>
                  <a:pt x="14392" y="68105"/>
                </a:cubicBezTo>
                <a:cubicBezTo>
                  <a:pt x="8836" y="85171"/>
                  <a:pt x="6851" y="105015"/>
                  <a:pt x="4867" y="122874"/>
                </a:cubicBezTo>
                <a:cubicBezTo>
                  <a:pt x="2883" y="140733"/>
                  <a:pt x="-3467" y="160181"/>
                  <a:pt x="2486" y="175262"/>
                </a:cubicBezTo>
                <a:cubicBezTo>
                  <a:pt x="8439" y="190343"/>
                  <a:pt x="29474" y="201456"/>
                  <a:pt x="40586" y="213362"/>
                </a:cubicBezTo>
                <a:cubicBezTo>
                  <a:pt x="51698" y="225268"/>
                  <a:pt x="63605" y="235586"/>
                  <a:pt x="69161" y="246699"/>
                </a:cubicBezTo>
                <a:cubicBezTo>
                  <a:pt x="74717" y="257811"/>
                  <a:pt x="75907" y="270909"/>
                  <a:pt x="73923" y="280037"/>
                </a:cubicBezTo>
                <a:cubicBezTo>
                  <a:pt x="71939" y="289165"/>
                  <a:pt x="63207" y="292737"/>
                  <a:pt x="57254" y="301468"/>
                </a:cubicBezTo>
                <a:cubicBezTo>
                  <a:pt x="51301" y="310199"/>
                  <a:pt x="44951" y="322899"/>
                  <a:pt x="38204" y="332424"/>
                </a:cubicBezTo>
                <a:cubicBezTo>
                  <a:pt x="31457" y="341949"/>
                  <a:pt x="16376" y="347109"/>
                  <a:pt x="16773" y="358618"/>
                </a:cubicBezTo>
                <a:cubicBezTo>
                  <a:pt x="17170" y="370127"/>
                  <a:pt x="31458" y="393146"/>
                  <a:pt x="40586" y="401480"/>
                </a:cubicBezTo>
                <a:cubicBezTo>
                  <a:pt x="49714" y="409814"/>
                  <a:pt x="60033" y="409021"/>
                  <a:pt x="71542" y="408624"/>
                </a:cubicBezTo>
                <a:cubicBezTo>
                  <a:pt x="83051" y="408227"/>
                  <a:pt x="96942" y="396718"/>
                  <a:pt x="109642" y="399099"/>
                </a:cubicBezTo>
                <a:cubicBezTo>
                  <a:pt x="122342" y="401480"/>
                  <a:pt x="156473" y="420134"/>
                  <a:pt x="171554" y="415768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p:sp>
        <p:nvSpPr>
          <p:cNvPr id="157" name="47 okinawa">
            <a:extLst>
              <a:ext uri="{FF2B5EF4-FFF2-40B4-BE49-F238E27FC236}">
                <a16:creationId xmlns:a16="http://schemas.microsoft.com/office/drawing/2014/main" id="{D51D5902-A0CA-90C2-5BA8-80E2E083116D}"/>
              </a:ext>
            </a:extLst>
          </p:cNvPr>
          <p:cNvSpPr/>
          <p:nvPr/>
        </p:nvSpPr>
        <p:spPr>
          <a:xfrm>
            <a:off x="8167835" y="5899397"/>
            <a:ext cx="204213" cy="379965"/>
          </a:xfrm>
          <a:custGeom>
            <a:avLst/>
            <a:gdLst>
              <a:gd name="connsiteX0" fmla="*/ 76053 w 204213"/>
              <a:gd name="connsiteY0" fmla="*/ 353766 h 379965"/>
              <a:gd name="connsiteX1" fmla="*/ 33190 w 204213"/>
              <a:gd name="connsiteY1" fmla="*/ 379959 h 379965"/>
              <a:gd name="connsiteX2" fmla="*/ 16521 w 204213"/>
              <a:gd name="connsiteY2" fmla="*/ 356147 h 379965"/>
              <a:gd name="connsiteX3" fmla="*/ 9378 w 204213"/>
              <a:gd name="connsiteY3" fmla="*/ 339478 h 379965"/>
              <a:gd name="connsiteX4" fmla="*/ 2234 w 204213"/>
              <a:gd name="connsiteY4" fmla="*/ 310903 h 379965"/>
              <a:gd name="connsiteX5" fmla="*/ 9378 w 204213"/>
              <a:gd name="connsiteY5" fmla="*/ 287091 h 379965"/>
              <a:gd name="connsiteX6" fmla="*/ 18903 w 204213"/>
              <a:gd name="connsiteY6" fmla="*/ 275184 h 379965"/>
              <a:gd name="connsiteX7" fmla="*/ 2234 w 204213"/>
              <a:gd name="connsiteY7" fmla="*/ 232322 h 379965"/>
              <a:gd name="connsiteX8" fmla="*/ 4615 w 204213"/>
              <a:gd name="connsiteY8" fmla="*/ 213272 h 379965"/>
              <a:gd name="connsiteX9" fmla="*/ 42715 w 204213"/>
              <a:gd name="connsiteY9" fmla="*/ 179934 h 379965"/>
              <a:gd name="connsiteX10" fmla="*/ 54621 w 204213"/>
              <a:gd name="connsiteY10" fmla="*/ 148978 h 379965"/>
              <a:gd name="connsiteX11" fmla="*/ 37953 w 204213"/>
              <a:gd name="connsiteY11" fmla="*/ 110878 h 379965"/>
              <a:gd name="connsiteX12" fmla="*/ 40334 w 204213"/>
              <a:gd name="connsiteY12" fmla="*/ 101353 h 379965"/>
              <a:gd name="connsiteX13" fmla="*/ 68909 w 204213"/>
              <a:gd name="connsiteY13" fmla="*/ 96591 h 379965"/>
              <a:gd name="connsiteX14" fmla="*/ 90340 w 204213"/>
              <a:gd name="connsiteY14" fmla="*/ 96591 h 379965"/>
              <a:gd name="connsiteX15" fmla="*/ 116534 w 204213"/>
              <a:gd name="connsiteY15" fmla="*/ 84684 h 379965"/>
              <a:gd name="connsiteX16" fmla="*/ 133203 w 204213"/>
              <a:gd name="connsiteY16" fmla="*/ 68016 h 379965"/>
              <a:gd name="connsiteX17" fmla="*/ 137965 w 204213"/>
              <a:gd name="connsiteY17" fmla="*/ 37059 h 379965"/>
              <a:gd name="connsiteX18" fmla="*/ 149871 w 204213"/>
              <a:gd name="connsiteY18" fmla="*/ 10866 h 379965"/>
              <a:gd name="connsiteX19" fmla="*/ 176065 w 204213"/>
              <a:gd name="connsiteY19" fmla="*/ 1341 h 379965"/>
              <a:gd name="connsiteX20" fmla="*/ 197496 w 204213"/>
              <a:gd name="connsiteY20" fmla="*/ 3722 h 379965"/>
              <a:gd name="connsiteX21" fmla="*/ 202259 w 204213"/>
              <a:gd name="connsiteY21" fmla="*/ 34678 h 379965"/>
              <a:gd name="connsiteX22" fmla="*/ 202259 w 204213"/>
              <a:gd name="connsiteY22" fmla="*/ 68016 h 379965"/>
              <a:gd name="connsiteX23" fmla="*/ 178446 w 204213"/>
              <a:gd name="connsiteY23" fmla="*/ 94209 h 379965"/>
              <a:gd name="connsiteX24" fmla="*/ 154634 w 204213"/>
              <a:gd name="connsiteY24" fmla="*/ 118022 h 379965"/>
              <a:gd name="connsiteX25" fmla="*/ 121296 w 204213"/>
              <a:gd name="connsiteY25" fmla="*/ 151359 h 379965"/>
              <a:gd name="connsiteX26" fmla="*/ 99865 w 204213"/>
              <a:gd name="connsiteY26" fmla="*/ 179934 h 379965"/>
              <a:gd name="connsiteX27" fmla="*/ 85578 w 204213"/>
              <a:gd name="connsiteY27" fmla="*/ 208509 h 379965"/>
              <a:gd name="connsiteX28" fmla="*/ 109390 w 204213"/>
              <a:gd name="connsiteY28" fmla="*/ 244228 h 379965"/>
              <a:gd name="connsiteX29" fmla="*/ 99865 w 204213"/>
              <a:gd name="connsiteY29" fmla="*/ 260897 h 379965"/>
              <a:gd name="connsiteX30" fmla="*/ 73671 w 204213"/>
              <a:gd name="connsiteY30" fmla="*/ 272803 h 379965"/>
              <a:gd name="connsiteX31" fmla="*/ 64146 w 204213"/>
              <a:gd name="connsiteY31" fmla="*/ 282328 h 379965"/>
              <a:gd name="connsiteX32" fmla="*/ 76053 w 204213"/>
              <a:gd name="connsiteY32" fmla="*/ 353766 h 3799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204213" h="379965">
                <a:moveTo>
                  <a:pt x="76053" y="353766"/>
                </a:moveTo>
                <a:cubicBezTo>
                  <a:pt x="70894" y="370038"/>
                  <a:pt x="43112" y="379562"/>
                  <a:pt x="33190" y="379959"/>
                </a:cubicBezTo>
                <a:cubicBezTo>
                  <a:pt x="23268" y="380356"/>
                  <a:pt x="20490" y="362894"/>
                  <a:pt x="16521" y="356147"/>
                </a:cubicBezTo>
                <a:cubicBezTo>
                  <a:pt x="12552" y="349400"/>
                  <a:pt x="11759" y="347019"/>
                  <a:pt x="9378" y="339478"/>
                </a:cubicBezTo>
                <a:cubicBezTo>
                  <a:pt x="6997" y="331937"/>
                  <a:pt x="2234" y="319634"/>
                  <a:pt x="2234" y="310903"/>
                </a:cubicBezTo>
                <a:cubicBezTo>
                  <a:pt x="2234" y="302172"/>
                  <a:pt x="6600" y="293044"/>
                  <a:pt x="9378" y="287091"/>
                </a:cubicBezTo>
                <a:cubicBezTo>
                  <a:pt x="12156" y="281138"/>
                  <a:pt x="20094" y="284312"/>
                  <a:pt x="18903" y="275184"/>
                </a:cubicBezTo>
                <a:cubicBezTo>
                  <a:pt x="17712" y="266056"/>
                  <a:pt x="4615" y="242641"/>
                  <a:pt x="2234" y="232322"/>
                </a:cubicBezTo>
                <a:cubicBezTo>
                  <a:pt x="-147" y="222003"/>
                  <a:pt x="-2132" y="222003"/>
                  <a:pt x="4615" y="213272"/>
                </a:cubicBezTo>
                <a:cubicBezTo>
                  <a:pt x="11362" y="204541"/>
                  <a:pt x="34381" y="190650"/>
                  <a:pt x="42715" y="179934"/>
                </a:cubicBezTo>
                <a:cubicBezTo>
                  <a:pt x="51049" y="169218"/>
                  <a:pt x="55415" y="160487"/>
                  <a:pt x="54621" y="148978"/>
                </a:cubicBezTo>
                <a:cubicBezTo>
                  <a:pt x="53827" y="137469"/>
                  <a:pt x="37953" y="110878"/>
                  <a:pt x="37953" y="110878"/>
                </a:cubicBezTo>
                <a:cubicBezTo>
                  <a:pt x="35572" y="102941"/>
                  <a:pt x="35175" y="103734"/>
                  <a:pt x="40334" y="101353"/>
                </a:cubicBezTo>
                <a:cubicBezTo>
                  <a:pt x="45493" y="98972"/>
                  <a:pt x="60575" y="97385"/>
                  <a:pt x="68909" y="96591"/>
                </a:cubicBezTo>
                <a:cubicBezTo>
                  <a:pt x="77243" y="95797"/>
                  <a:pt x="82403" y="98575"/>
                  <a:pt x="90340" y="96591"/>
                </a:cubicBezTo>
                <a:cubicBezTo>
                  <a:pt x="98278" y="94606"/>
                  <a:pt x="109390" y="89446"/>
                  <a:pt x="116534" y="84684"/>
                </a:cubicBezTo>
                <a:cubicBezTo>
                  <a:pt x="123678" y="79922"/>
                  <a:pt x="129631" y="75953"/>
                  <a:pt x="133203" y="68016"/>
                </a:cubicBezTo>
                <a:cubicBezTo>
                  <a:pt x="136775" y="60079"/>
                  <a:pt x="135187" y="46584"/>
                  <a:pt x="137965" y="37059"/>
                </a:cubicBezTo>
                <a:cubicBezTo>
                  <a:pt x="140743" y="27534"/>
                  <a:pt x="143521" y="16819"/>
                  <a:pt x="149871" y="10866"/>
                </a:cubicBezTo>
                <a:cubicBezTo>
                  <a:pt x="156221" y="4913"/>
                  <a:pt x="168127" y="2532"/>
                  <a:pt x="176065" y="1341"/>
                </a:cubicBezTo>
                <a:cubicBezTo>
                  <a:pt x="184003" y="150"/>
                  <a:pt x="193130" y="-1834"/>
                  <a:pt x="197496" y="3722"/>
                </a:cubicBezTo>
                <a:cubicBezTo>
                  <a:pt x="201862" y="9278"/>
                  <a:pt x="201465" y="23962"/>
                  <a:pt x="202259" y="34678"/>
                </a:cubicBezTo>
                <a:cubicBezTo>
                  <a:pt x="203053" y="45394"/>
                  <a:pt x="206228" y="58094"/>
                  <a:pt x="202259" y="68016"/>
                </a:cubicBezTo>
                <a:cubicBezTo>
                  <a:pt x="198290" y="77938"/>
                  <a:pt x="186384" y="85875"/>
                  <a:pt x="178446" y="94209"/>
                </a:cubicBezTo>
                <a:cubicBezTo>
                  <a:pt x="170508" y="102543"/>
                  <a:pt x="154634" y="118022"/>
                  <a:pt x="154634" y="118022"/>
                </a:cubicBezTo>
                <a:cubicBezTo>
                  <a:pt x="145109" y="127547"/>
                  <a:pt x="130424" y="141040"/>
                  <a:pt x="121296" y="151359"/>
                </a:cubicBezTo>
                <a:cubicBezTo>
                  <a:pt x="112168" y="161678"/>
                  <a:pt x="105818" y="170409"/>
                  <a:pt x="99865" y="179934"/>
                </a:cubicBezTo>
                <a:cubicBezTo>
                  <a:pt x="93912" y="189459"/>
                  <a:pt x="83991" y="197793"/>
                  <a:pt x="85578" y="208509"/>
                </a:cubicBezTo>
                <a:cubicBezTo>
                  <a:pt x="87165" y="219225"/>
                  <a:pt x="107009" y="235497"/>
                  <a:pt x="109390" y="244228"/>
                </a:cubicBezTo>
                <a:cubicBezTo>
                  <a:pt x="111771" y="252959"/>
                  <a:pt x="105818" y="256135"/>
                  <a:pt x="99865" y="260897"/>
                </a:cubicBezTo>
                <a:cubicBezTo>
                  <a:pt x="93912" y="265659"/>
                  <a:pt x="73671" y="272803"/>
                  <a:pt x="73671" y="272803"/>
                </a:cubicBezTo>
                <a:cubicBezTo>
                  <a:pt x="67718" y="276375"/>
                  <a:pt x="63352" y="270025"/>
                  <a:pt x="64146" y="282328"/>
                </a:cubicBezTo>
                <a:cubicBezTo>
                  <a:pt x="64940" y="294631"/>
                  <a:pt x="81212" y="337494"/>
                  <a:pt x="76053" y="353766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p:sp>
        <p:nvSpPr>
          <p:cNvPr id="45" name="45 miyazaki">
            <a:extLst>
              <a:ext uri="{FF2B5EF4-FFF2-40B4-BE49-F238E27FC236}">
                <a16:creationId xmlns:a16="http://schemas.microsoft.com/office/drawing/2014/main" id="{107CF48A-5AC9-61EF-628E-35DFADFBC129}"/>
              </a:ext>
            </a:extLst>
          </p:cNvPr>
          <p:cNvSpPr/>
          <p:nvPr/>
        </p:nvSpPr>
        <p:spPr>
          <a:xfrm>
            <a:off x="4105054" y="5945964"/>
            <a:ext cx="395509" cy="640303"/>
          </a:xfrm>
          <a:custGeom>
            <a:avLst/>
            <a:gdLst>
              <a:gd name="connsiteX0" fmla="*/ 221 w 395509"/>
              <a:gd name="connsiteY0" fmla="*/ 347680 h 640303"/>
              <a:gd name="connsiteX1" fmla="*/ 47846 w 395509"/>
              <a:gd name="connsiteY1" fmla="*/ 431024 h 640303"/>
              <a:gd name="connsiteX2" fmla="*/ 114521 w 395509"/>
              <a:gd name="connsiteY2" fmla="*/ 492936 h 640303"/>
              <a:gd name="connsiteX3" fmla="*/ 152621 w 395509"/>
              <a:gd name="connsiteY3" fmla="*/ 514367 h 640303"/>
              <a:gd name="connsiteX4" fmla="*/ 169290 w 395509"/>
              <a:gd name="connsiteY4" fmla="*/ 540561 h 640303"/>
              <a:gd name="connsiteX5" fmla="*/ 171671 w 395509"/>
              <a:gd name="connsiteY5" fmla="*/ 569136 h 640303"/>
              <a:gd name="connsiteX6" fmla="*/ 190721 w 395509"/>
              <a:gd name="connsiteY6" fmla="*/ 619142 h 640303"/>
              <a:gd name="connsiteX7" fmla="*/ 216915 w 395509"/>
              <a:gd name="connsiteY7" fmla="*/ 638192 h 640303"/>
              <a:gd name="connsiteX8" fmla="*/ 238346 w 395509"/>
              <a:gd name="connsiteY8" fmla="*/ 635811 h 640303"/>
              <a:gd name="connsiteX9" fmla="*/ 255015 w 395509"/>
              <a:gd name="connsiteY9" fmla="*/ 602474 h 640303"/>
              <a:gd name="connsiteX10" fmla="*/ 262159 w 395509"/>
              <a:gd name="connsiteY10" fmla="*/ 561992 h 640303"/>
              <a:gd name="connsiteX11" fmla="*/ 266921 w 395509"/>
              <a:gd name="connsiteY11" fmla="*/ 485792 h 640303"/>
              <a:gd name="connsiteX12" fmla="*/ 266921 w 395509"/>
              <a:gd name="connsiteY12" fmla="*/ 440549 h 640303"/>
              <a:gd name="connsiteX13" fmla="*/ 269302 w 395509"/>
              <a:gd name="connsiteY13" fmla="*/ 350061 h 640303"/>
              <a:gd name="connsiteX14" fmla="*/ 274065 w 395509"/>
              <a:gd name="connsiteY14" fmla="*/ 302436 h 640303"/>
              <a:gd name="connsiteX15" fmla="*/ 290734 w 395509"/>
              <a:gd name="connsiteY15" fmla="*/ 261955 h 640303"/>
              <a:gd name="connsiteX16" fmla="*/ 302640 w 395509"/>
              <a:gd name="connsiteY16" fmla="*/ 223855 h 640303"/>
              <a:gd name="connsiteX17" fmla="*/ 314546 w 395509"/>
              <a:gd name="connsiteY17" fmla="*/ 171467 h 640303"/>
              <a:gd name="connsiteX18" fmla="*/ 324071 w 395509"/>
              <a:gd name="connsiteY18" fmla="*/ 128605 h 640303"/>
              <a:gd name="connsiteX19" fmla="*/ 350265 w 395509"/>
              <a:gd name="connsiteY19" fmla="*/ 97649 h 640303"/>
              <a:gd name="connsiteX20" fmla="*/ 381221 w 395509"/>
              <a:gd name="connsiteY20" fmla="*/ 76217 h 640303"/>
              <a:gd name="connsiteX21" fmla="*/ 388365 w 395509"/>
              <a:gd name="connsiteY21" fmla="*/ 42880 h 640303"/>
              <a:gd name="connsiteX22" fmla="*/ 395509 w 395509"/>
              <a:gd name="connsiteY22" fmla="*/ 11924 h 640303"/>
              <a:gd name="connsiteX23" fmla="*/ 388365 w 395509"/>
              <a:gd name="connsiteY23" fmla="*/ 17 h 640303"/>
              <a:gd name="connsiteX24" fmla="*/ 357409 w 395509"/>
              <a:gd name="connsiteY24" fmla="*/ 9542 h 640303"/>
              <a:gd name="connsiteX25" fmla="*/ 333596 w 395509"/>
              <a:gd name="connsiteY25" fmla="*/ 21449 h 640303"/>
              <a:gd name="connsiteX26" fmla="*/ 312165 w 395509"/>
              <a:gd name="connsiteY26" fmla="*/ 38117 h 640303"/>
              <a:gd name="connsiteX27" fmla="*/ 293115 w 395509"/>
              <a:gd name="connsiteY27" fmla="*/ 30974 h 640303"/>
              <a:gd name="connsiteX28" fmla="*/ 290734 w 395509"/>
              <a:gd name="connsiteY28" fmla="*/ 26211 h 640303"/>
              <a:gd name="connsiteX29" fmla="*/ 266921 w 395509"/>
              <a:gd name="connsiteY29" fmla="*/ 23830 h 640303"/>
              <a:gd name="connsiteX30" fmla="*/ 250252 w 395509"/>
              <a:gd name="connsiteY30" fmla="*/ 26211 h 640303"/>
              <a:gd name="connsiteX31" fmla="*/ 214534 w 395509"/>
              <a:gd name="connsiteY31" fmla="*/ 14305 h 640303"/>
              <a:gd name="connsiteX32" fmla="*/ 193102 w 395509"/>
              <a:gd name="connsiteY32" fmla="*/ 9542 h 640303"/>
              <a:gd name="connsiteX33" fmla="*/ 171671 w 395509"/>
              <a:gd name="connsiteY33" fmla="*/ 19067 h 640303"/>
              <a:gd name="connsiteX34" fmla="*/ 133571 w 395509"/>
              <a:gd name="connsiteY34" fmla="*/ 73836 h 640303"/>
              <a:gd name="connsiteX35" fmla="*/ 109759 w 395509"/>
              <a:gd name="connsiteY35" fmla="*/ 102411 h 640303"/>
              <a:gd name="connsiteX36" fmla="*/ 93090 w 395509"/>
              <a:gd name="connsiteY36" fmla="*/ 121461 h 640303"/>
              <a:gd name="connsiteX37" fmla="*/ 88327 w 395509"/>
              <a:gd name="connsiteY37" fmla="*/ 159561 h 640303"/>
              <a:gd name="connsiteX38" fmla="*/ 85946 w 395509"/>
              <a:gd name="connsiteY38" fmla="*/ 183374 h 640303"/>
              <a:gd name="connsiteX39" fmla="*/ 112140 w 395509"/>
              <a:gd name="connsiteY39" fmla="*/ 214330 h 640303"/>
              <a:gd name="connsiteX40" fmla="*/ 124046 w 395509"/>
              <a:gd name="connsiteY40" fmla="*/ 240524 h 640303"/>
              <a:gd name="connsiteX41" fmla="*/ 116902 w 395509"/>
              <a:gd name="connsiteY41" fmla="*/ 283386 h 640303"/>
              <a:gd name="connsiteX42" fmla="*/ 109759 w 395509"/>
              <a:gd name="connsiteY42" fmla="*/ 309580 h 640303"/>
              <a:gd name="connsiteX43" fmla="*/ 95471 w 395509"/>
              <a:gd name="connsiteY43" fmla="*/ 316724 h 640303"/>
              <a:gd name="connsiteX44" fmla="*/ 66896 w 395509"/>
              <a:gd name="connsiteY44" fmla="*/ 333392 h 640303"/>
              <a:gd name="connsiteX45" fmla="*/ 221 w 395509"/>
              <a:gd name="connsiteY45" fmla="*/ 347680 h 6403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395509" h="640303">
                <a:moveTo>
                  <a:pt x="221" y="347680"/>
                </a:moveTo>
                <a:cubicBezTo>
                  <a:pt x="-2954" y="363952"/>
                  <a:pt x="28796" y="406815"/>
                  <a:pt x="47846" y="431024"/>
                </a:cubicBezTo>
                <a:cubicBezTo>
                  <a:pt x="66896" y="455233"/>
                  <a:pt x="97059" y="479046"/>
                  <a:pt x="114521" y="492936"/>
                </a:cubicBezTo>
                <a:cubicBezTo>
                  <a:pt x="131983" y="506826"/>
                  <a:pt x="143493" y="506429"/>
                  <a:pt x="152621" y="514367"/>
                </a:cubicBezTo>
                <a:cubicBezTo>
                  <a:pt x="161749" y="522305"/>
                  <a:pt x="166115" y="531433"/>
                  <a:pt x="169290" y="540561"/>
                </a:cubicBezTo>
                <a:cubicBezTo>
                  <a:pt x="172465" y="549689"/>
                  <a:pt x="168099" y="556039"/>
                  <a:pt x="171671" y="569136"/>
                </a:cubicBezTo>
                <a:cubicBezTo>
                  <a:pt x="175243" y="582233"/>
                  <a:pt x="183180" y="607633"/>
                  <a:pt x="190721" y="619142"/>
                </a:cubicBezTo>
                <a:cubicBezTo>
                  <a:pt x="198262" y="630651"/>
                  <a:pt x="208978" y="635414"/>
                  <a:pt x="216915" y="638192"/>
                </a:cubicBezTo>
                <a:cubicBezTo>
                  <a:pt x="224852" y="640970"/>
                  <a:pt x="231996" y="641764"/>
                  <a:pt x="238346" y="635811"/>
                </a:cubicBezTo>
                <a:cubicBezTo>
                  <a:pt x="244696" y="629858"/>
                  <a:pt x="251046" y="614777"/>
                  <a:pt x="255015" y="602474"/>
                </a:cubicBezTo>
                <a:cubicBezTo>
                  <a:pt x="258984" y="590171"/>
                  <a:pt x="260175" y="581439"/>
                  <a:pt x="262159" y="561992"/>
                </a:cubicBezTo>
                <a:cubicBezTo>
                  <a:pt x="264143" y="542545"/>
                  <a:pt x="266127" y="506032"/>
                  <a:pt x="266921" y="485792"/>
                </a:cubicBezTo>
                <a:cubicBezTo>
                  <a:pt x="267715" y="465552"/>
                  <a:pt x="266524" y="463171"/>
                  <a:pt x="266921" y="440549"/>
                </a:cubicBezTo>
                <a:cubicBezTo>
                  <a:pt x="267318" y="417927"/>
                  <a:pt x="268111" y="373080"/>
                  <a:pt x="269302" y="350061"/>
                </a:cubicBezTo>
                <a:cubicBezTo>
                  <a:pt x="270493" y="327042"/>
                  <a:pt x="270493" y="317120"/>
                  <a:pt x="274065" y="302436"/>
                </a:cubicBezTo>
                <a:cubicBezTo>
                  <a:pt x="277637" y="287752"/>
                  <a:pt x="285972" y="275052"/>
                  <a:pt x="290734" y="261955"/>
                </a:cubicBezTo>
                <a:cubicBezTo>
                  <a:pt x="295496" y="248858"/>
                  <a:pt x="298671" y="238936"/>
                  <a:pt x="302640" y="223855"/>
                </a:cubicBezTo>
                <a:cubicBezTo>
                  <a:pt x="306609" y="208774"/>
                  <a:pt x="310974" y="187342"/>
                  <a:pt x="314546" y="171467"/>
                </a:cubicBezTo>
                <a:cubicBezTo>
                  <a:pt x="318118" y="155592"/>
                  <a:pt x="318118" y="140908"/>
                  <a:pt x="324071" y="128605"/>
                </a:cubicBezTo>
                <a:cubicBezTo>
                  <a:pt x="330024" y="116302"/>
                  <a:pt x="340740" y="106380"/>
                  <a:pt x="350265" y="97649"/>
                </a:cubicBezTo>
                <a:cubicBezTo>
                  <a:pt x="359790" y="88918"/>
                  <a:pt x="374871" y="85345"/>
                  <a:pt x="381221" y="76217"/>
                </a:cubicBezTo>
                <a:cubicBezTo>
                  <a:pt x="387571" y="67089"/>
                  <a:pt x="385984" y="53595"/>
                  <a:pt x="388365" y="42880"/>
                </a:cubicBezTo>
                <a:cubicBezTo>
                  <a:pt x="390746" y="32165"/>
                  <a:pt x="395509" y="19068"/>
                  <a:pt x="395509" y="11924"/>
                </a:cubicBezTo>
                <a:cubicBezTo>
                  <a:pt x="395509" y="4780"/>
                  <a:pt x="394715" y="414"/>
                  <a:pt x="388365" y="17"/>
                </a:cubicBezTo>
                <a:cubicBezTo>
                  <a:pt x="382015" y="-380"/>
                  <a:pt x="366537" y="5970"/>
                  <a:pt x="357409" y="9542"/>
                </a:cubicBezTo>
                <a:cubicBezTo>
                  <a:pt x="348281" y="13114"/>
                  <a:pt x="341137" y="16687"/>
                  <a:pt x="333596" y="21449"/>
                </a:cubicBezTo>
                <a:cubicBezTo>
                  <a:pt x="326055" y="26211"/>
                  <a:pt x="318912" y="36529"/>
                  <a:pt x="312165" y="38117"/>
                </a:cubicBezTo>
                <a:cubicBezTo>
                  <a:pt x="305418" y="39704"/>
                  <a:pt x="293115" y="30974"/>
                  <a:pt x="293115" y="30974"/>
                </a:cubicBezTo>
                <a:cubicBezTo>
                  <a:pt x="289543" y="28990"/>
                  <a:pt x="295100" y="27402"/>
                  <a:pt x="290734" y="26211"/>
                </a:cubicBezTo>
                <a:cubicBezTo>
                  <a:pt x="286368" y="25020"/>
                  <a:pt x="273668" y="23830"/>
                  <a:pt x="266921" y="23830"/>
                </a:cubicBezTo>
                <a:cubicBezTo>
                  <a:pt x="260174" y="23830"/>
                  <a:pt x="258983" y="27799"/>
                  <a:pt x="250252" y="26211"/>
                </a:cubicBezTo>
                <a:cubicBezTo>
                  <a:pt x="241521" y="24623"/>
                  <a:pt x="224059" y="17083"/>
                  <a:pt x="214534" y="14305"/>
                </a:cubicBezTo>
                <a:cubicBezTo>
                  <a:pt x="205009" y="11527"/>
                  <a:pt x="200246" y="8748"/>
                  <a:pt x="193102" y="9542"/>
                </a:cubicBezTo>
                <a:cubicBezTo>
                  <a:pt x="185958" y="10336"/>
                  <a:pt x="181593" y="8351"/>
                  <a:pt x="171671" y="19067"/>
                </a:cubicBezTo>
                <a:cubicBezTo>
                  <a:pt x="161749" y="29783"/>
                  <a:pt x="143890" y="59945"/>
                  <a:pt x="133571" y="73836"/>
                </a:cubicBezTo>
                <a:cubicBezTo>
                  <a:pt x="123252" y="87727"/>
                  <a:pt x="116506" y="94473"/>
                  <a:pt x="109759" y="102411"/>
                </a:cubicBezTo>
                <a:cubicBezTo>
                  <a:pt x="103012" y="110348"/>
                  <a:pt x="96662" y="111936"/>
                  <a:pt x="93090" y="121461"/>
                </a:cubicBezTo>
                <a:cubicBezTo>
                  <a:pt x="89518" y="130986"/>
                  <a:pt x="89518" y="149242"/>
                  <a:pt x="88327" y="159561"/>
                </a:cubicBezTo>
                <a:cubicBezTo>
                  <a:pt x="87136" y="169880"/>
                  <a:pt x="81977" y="174246"/>
                  <a:pt x="85946" y="183374"/>
                </a:cubicBezTo>
                <a:cubicBezTo>
                  <a:pt x="89915" y="192502"/>
                  <a:pt x="105790" y="204805"/>
                  <a:pt x="112140" y="214330"/>
                </a:cubicBezTo>
                <a:cubicBezTo>
                  <a:pt x="118490" y="223855"/>
                  <a:pt x="123252" y="229015"/>
                  <a:pt x="124046" y="240524"/>
                </a:cubicBezTo>
                <a:cubicBezTo>
                  <a:pt x="124840" y="252033"/>
                  <a:pt x="119283" y="271877"/>
                  <a:pt x="116902" y="283386"/>
                </a:cubicBezTo>
                <a:cubicBezTo>
                  <a:pt x="114521" y="294895"/>
                  <a:pt x="113331" y="304024"/>
                  <a:pt x="109759" y="309580"/>
                </a:cubicBezTo>
                <a:cubicBezTo>
                  <a:pt x="106187" y="315136"/>
                  <a:pt x="102615" y="312755"/>
                  <a:pt x="95471" y="316724"/>
                </a:cubicBezTo>
                <a:cubicBezTo>
                  <a:pt x="88327" y="320693"/>
                  <a:pt x="77612" y="329423"/>
                  <a:pt x="66896" y="333392"/>
                </a:cubicBezTo>
                <a:cubicBezTo>
                  <a:pt x="56180" y="337361"/>
                  <a:pt x="3396" y="331408"/>
                  <a:pt x="221" y="347680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p:sp>
        <p:nvSpPr>
          <p:cNvPr id="145" name="44 ooita">
            <a:extLst>
              <a:ext uri="{FF2B5EF4-FFF2-40B4-BE49-F238E27FC236}">
                <a16:creationId xmlns:a16="http://schemas.microsoft.com/office/drawing/2014/main" id="{719694B7-F441-60E5-56C3-F377DE779798}"/>
              </a:ext>
            </a:extLst>
          </p:cNvPr>
          <p:cNvSpPr/>
          <p:nvPr/>
        </p:nvSpPr>
        <p:spPr>
          <a:xfrm>
            <a:off x="4106657" y="5597556"/>
            <a:ext cx="424575" cy="382853"/>
          </a:xfrm>
          <a:custGeom>
            <a:avLst/>
            <a:gdLst>
              <a:gd name="connsiteX0" fmla="*/ 24812 w 424575"/>
              <a:gd name="connsiteY0" fmla="*/ 260319 h 382853"/>
              <a:gd name="connsiteX1" fmla="*/ 999 w 424575"/>
              <a:gd name="connsiteY1" fmla="*/ 215075 h 382853"/>
              <a:gd name="connsiteX2" fmla="*/ 5762 w 424575"/>
              <a:gd name="connsiteY2" fmla="*/ 165069 h 382853"/>
              <a:gd name="connsiteX3" fmla="*/ 17668 w 424575"/>
              <a:gd name="connsiteY3" fmla="*/ 138875 h 382853"/>
              <a:gd name="connsiteX4" fmla="*/ 34337 w 424575"/>
              <a:gd name="connsiteY4" fmla="*/ 117444 h 382853"/>
              <a:gd name="connsiteX5" fmla="*/ 79581 w 424575"/>
              <a:gd name="connsiteY5" fmla="*/ 91250 h 382853"/>
              <a:gd name="connsiteX6" fmla="*/ 110537 w 424575"/>
              <a:gd name="connsiteY6" fmla="*/ 53150 h 382853"/>
              <a:gd name="connsiteX7" fmla="*/ 129587 w 424575"/>
              <a:gd name="connsiteY7" fmla="*/ 29338 h 382853"/>
              <a:gd name="connsiteX8" fmla="*/ 139112 w 424575"/>
              <a:gd name="connsiteY8" fmla="*/ 26957 h 382853"/>
              <a:gd name="connsiteX9" fmla="*/ 177212 w 424575"/>
              <a:gd name="connsiteY9" fmla="*/ 34100 h 382853"/>
              <a:gd name="connsiteX10" fmla="*/ 210549 w 424575"/>
              <a:gd name="connsiteY10" fmla="*/ 29338 h 382853"/>
              <a:gd name="connsiteX11" fmla="*/ 236743 w 424575"/>
              <a:gd name="connsiteY11" fmla="*/ 5525 h 382853"/>
              <a:gd name="connsiteX12" fmla="*/ 251031 w 424575"/>
              <a:gd name="connsiteY12" fmla="*/ 763 h 382853"/>
              <a:gd name="connsiteX13" fmla="*/ 291512 w 424575"/>
              <a:gd name="connsiteY13" fmla="*/ 17432 h 382853"/>
              <a:gd name="connsiteX14" fmla="*/ 308181 w 424575"/>
              <a:gd name="connsiteY14" fmla="*/ 31719 h 382853"/>
              <a:gd name="connsiteX15" fmla="*/ 308181 w 424575"/>
              <a:gd name="connsiteY15" fmla="*/ 55532 h 382853"/>
              <a:gd name="connsiteX16" fmla="*/ 293893 w 424575"/>
              <a:gd name="connsiteY16" fmla="*/ 93632 h 382853"/>
              <a:gd name="connsiteX17" fmla="*/ 274843 w 424575"/>
              <a:gd name="connsiteY17" fmla="*/ 119825 h 382853"/>
              <a:gd name="connsiteX18" fmla="*/ 270081 w 424575"/>
              <a:gd name="connsiteY18" fmla="*/ 153163 h 382853"/>
              <a:gd name="connsiteX19" fmla="*/ 303418 w 424575"/>
              <a:gd name="connsiteY19" fmla="*/ 162688 h 382853"/>
              <a:gd name="connsiteX20" fmla="*/ 331993 w 424575"/>
              <a:gd name="connsiteY20" fmla="*/ 169832 h 382853"/>
              <a:gd name="connsiteX21" fmla="*/ 355806 w 424575"/>
              <a:gd name="connsiteY21" fmla="*/ 188882 h 382853"/>
              <a:gd name="connsiteX22" fmla="*/ 365331 w 424575"/>
              <a:gd name="connsiteY22" fmla="*/ 215075 h 382853"/>
              <a:gd name="connsiteX23" fmla="*/ 386762 w 424575"/>
              <a:gd name="connsiteY23" fmla="*/ 255557 h 382853"/>
              <a:gd name="connsiteX24" fmla="*/ 408193 w 424575"/>
              <a:gd name="connsiteY24" fmla="*/ 276988 h 382853"/>
              <a:gd name="connsiteX25" fmla="*/ 422481 w 424575"/>
              <a:gd name="connsiteY25" fmla="*/ 303182 h 382853"/>
              <a:gd name="connsiteX26" fmla="*/ 422481 w 424575"/>
              <a:gd name="connsiteY26" fmla="*/ 329375 h 382853"/>
              <a:gd name="connsiteX27" fmla="*/ 403431 w 424575"/>
              <a:gd name="connsiteY27" fmla="*/ 348425 h 382853"/>
              <a:gd name="connsiteX28" fmla="*/ 379618 w 424575"/>
              <a:gd name="connsiteY28" fmla="*/ 355569 h 382853"/>
              <a:gd name="connsiteX29" fmla="*/ 322468 w 424575"/>
              <a:gd name="connsiteY29" fmla="*/ 369857 h 382853"/>
              <a:gd name="connsiteX30" fmla="*/ 298656 w 424575"/>
              <a:gd name="connsiteY30" fmla="*/ 379382 h 382853"/>
              <a:gd name="connsiteX31" fmla="*/ 258174 w 424575"/>
              <a:gd name="connsiteY31" fmla="*/ 381763 h 382853"/>
              <a:gd name="connsiteX32" fmla="*/ 208168 w 424575"/>
              <a:gd name="connsiteY32" fmla="*/ 362713 h 382853"/>
              <a:gd name="connsiteX33" fmla="*/ 174831 w 424575"/>
              <a:gd name="connsiteY33" fmla="*/ 353188 h 382853"/>
              <a:gd name="connsiteX34" fmla="*/ 151018 w 424575"/>
              <a:gd name="connsiteY34" fmla="*/ 338900 h 382853"/>
              <a:gd name="connsiteX35" fmla="*/ 143874 w 424575"/>
              <a:gd name="connsiteY35" fmla="*/ 293657 h 382853"/>
              <a:gd name="connsiteX36" fmla="*/ 139112 w 424575"/>
              <a:gd name="connsiteY36" fmla="*/ 272225 h 382853"/>
              <a:gd name="connsiteX37" fmla="*/ 129587 w 424575"/>
              <a:gd name="connsiteY37" fmla="*/ 241269 h 382853"/>
              <a:gd name="connsiteX38" fmla="*/ 115299 w 424575"/>
              <a:gd name="connsiteY38" fmla="*/ 222219 h 382853"/>
              <a:gd name="connsiteX39" fmla="*/ 98631 w 424575"/>
              <a:gd name="connsiteY39" fmla="*/ 234125 h 382853"/>
              <a:gd name="connsiteX40" fmla="*/ 77199 w 424575"/>
              <a:gd name="connsiteY40" fmla="*/ 250794 h 382853"/>
              <a:gd name="connsiteX41" fmla="*/ 24812 w 424575"/>
              <a:gd name="connsiteY41" fmla="*/ 260319 h 382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424575" h="382853">
                <a:moveTo>
                  <a:pt x="24812" y="260319"/>
                </a:moveTo>
                <a:cubicBezTo>
                  <a:pt x="12112" y="254366"/>
                  <a:pt x="4174" y="230950"/>
                  <a:pt x="999" y="215075"/>
                </a:cubicBezTo>
                <a:cubicBezTo>
                  <a:pt x="-2176" y="199200"/>
                  <a:pt x="2984" y="177769"/>
                  <a:pt x="5762" y="165069"/>
                </a:cubicBezTo>
                <a:cubicBezTo>
                  <a:pt x="8540" y="152369"/>
                  <a:pt x="12905" y="146812"/>
                  <a:pt x="17668" y="138875"/>
                </a:cubicBezTo>
                <a:cubicBezTo>
                  <a:pt x="22430" y="130937"/>
                  <a:pt x="24018" y="125381"/>
                  <a:pt x="34337" y="117444"/>
                </a:cubicBezTo>
                <a:cubicBezTo>
                  <a:pt x="44656" y="109507"/>
                  <a:pt x="66881" y="101966"/>
                  <a:pt x="79581" y="91250"/>
                </a:cubicBezTo>
                <a:cubicBezTo>
                  <a:pt x="92281" y="80534"/>
                  <a:pt x="102203" y="63469"/>
                  <a:pt x="110537" y="53150"/>
                </a:cubicBezTo>
                <a:cubicBezTo>
                  <a:pt x="118871" y="42831"/>
                  <a:pt x="129587" y="29338"/>
                  <a:pt x="129587" y="29338"/>
                </a:cubicBezTo>
                <a:cubicBezTo>
                  <a:pt x="134349" y="24973"/>
                  <a:pt x="131175" y="26163"/>
                  <a:pt x="139112" y="26957"/>
                </a:cubicBezTo>
                <a:cubicBezTo>
                  <a:pt x="147049" y="27751"/>
                  <a:pt x="165306" y="33703"/>
                  <a:pt x="177212" y="34100"/>
                </a:cubicBezTo>
                <a:cubicBezTo>
                  <a:pt x="189118" y="34497"/>
                  <a:pt x="200627" y="34100"/>
                  <a:pt x="210549" y="29338"/>
                </a:cubicBezTo>
                <a:cubicBezTo>
                  <a:pt x="220471" y="24576"/>
                  <a:pt x="229996" y="10287"/>
                  <a:pt x="236743" y="5525"/>
                </a:cubicBezTo>
                <a:cubicBezTo>
                  <a:pt x="243490" y="763"/>
                  <a:pt x="241903" y="-1221"/>
                  <a:pt x="251031" y="763"/>
                </a:cubicBezTo>
                <a:cubicBezTo>
                  <a:pt x="260159" y="2747"/>
                  <a:pt x="281987" y="12273"/>
                  <a:pt x="291512" y="17432"/>
                </a:cubicBezTo>
                <a:cubicBezTo>
                  <a:pt x="301037" y="22591"/>
                  <a:pt x="305403" y="25369"/>
                  <a:pt x="308181" y="31719"/>
                </a:cubicBezTo>
                <a:cubicBezTo>
                  <a:pt x="310959" y="38069"/>
                  <a:pt x="310562" y="45213"/>
                  <a:pt x="308181" y="55532"/>
                </a:cubicBezTo>
                <a:cubicBezTo>
                  <a:pt x="305800" y="65851"/>
                  <a:pt x="299449" y="82917"/>
                  <a:pt x="293893" y="93632"/>
                </a:cubicBezTo>
                <a:cubicBezTo>
                  <a:pt x="288337" y="104347"/>
                  <a:pt x="278812" y="109903"/>
                  <a:pt x="274843" y="119825"/>
                </a:cubicBezTo>
                <a:cubicBezTo>
                  <a:pt x="270874" y="129747"/>
                  <a:pt x="265319" y="146019"/>
                  <a:pt x="270081" y="153163"/>
                </a:cubicBezTo>
                <a:cubicBezTo>
                  <a:pt x="274843" y="160307"/>
                  <a:pt x="293099" y="159910"/>
                  <a:pt x="303418" y="162688"/>
                </a:cubicBezTo>
                <a:cubicBezTo>
                  <a:pt x="313737" y="165466"/>
                  <a:pt x="323262" y="165466"/>
                  <a:pt x="331993" y="169832"/>
                </a:cubicBezTo>
                <a:cubicBezTo>
                  <a:pt x="340724" y="174198"/>
                  <a:pt x="350250" y="181342"/>
                  <a:pt x="355806" y="188882"/>
                </a:cubicBezTo>
                <a:cubicBezTo>
                  <a:pt x="361362" y="196422"/>
                  <a:pt x="360172" y="203963"/>
                  <a:pt x="365331" y="215075"/>
                </a:cubicBezTo>
                <a:cubicBezTo>
                  <a:pt x="370490" y="226187"/>
                  <a:pt x="379618" y="245238"/>
                  <a:pt x="386762" y="255557"/>
                </a:cubicBezTo>
                <a:cubicBezTo>
                  <a:pt x="393906" y="265876"/>
                  <a:pt x="402240" y="269051"/>
                  <a:pt x="408193" y="276988"/>
                </a:cubicBezTo>
                <a:cubicBezTo>
                  <a:pt x="414146" y="284925"/>
                  <a:pt x="420100" y="294451"/>
                  <a:pt x="422481" y="303182"/>
                </a:cubicBezTo>
                <a:cubicBezTo>
                  <a:pt x="424862" y="311913"/>
                  <a:pt x="425656" y="321835"/>
                  <a:pt x="422481" y="329375"/>
                </a:cubicBezTo>
                <a:cubicBezTo>
                  <a:pt x="419306" y="336916"/>
                  <a:pt x="410575" y="344059"/>
                  <a:pt x="403431" y="348425"/>
                </a:cubicBezTo>
                <a:cubicBezTo>
                  <a:pt x="396287" y="352791"/>
                  <a:pt x="393112" y="351997"/>
                  <a:pt x="379618" y="355569"/>
                </a:cubicBezTo>
                <a:cubicBezTo>
                  <a:pt x="366124" y="359141"/>
                  <a:pt x="335962" y="365888"/>
                  <a:pt x="322468" y="369857"/>
                </a:cubicBezTo>
                <a:cubicBezTo>
                  <a:pt x="308974" y="373826"/>
                  <a:pt x="309372" y="377398"/>
                  <a:pt x="298656" y="379382"/>
                </a:cubicBezTo>
                <a:cubicBezTo>
                  <a:pt x="287940" y="381366"/>
                  <a:pt x="273255" y="384541"/>
                  <a:pt x="258174" y="381763"/>
                </a:cubicBezTo>
                <a:cubicBezTo>
                  <a:pt x="243093" y="378985"/>
                  <a:pt x="222059" y="367476"/>
                  <a:pt x="208168" y="362713"/>
                </a:cubicBezTo>
                <a:cubicBezTo>
                  <a:pt x="194277" y="357950"/>
                  <a:pt x="184356" y="357157"/>
                  <a:pt x="174831" y="353188"/>
                </a:cubicBezTo>
                <a:cubicBezTo>
                  <a:pt x="165306" y="349219"/>
                  <a:pt x="156177" y="348822"/>
                  <a:pt x="151018" y="338900"/>
                </a:cubicBezTo>
                <a:cubicBezTo>
                  <a:pt x="145859" y="328978"/>
                  <a:pt x="145858" y="304770"/>
                  <a:pt x="143874" y="293657"/>
                </a:cubicBezTo>
                <a:cubicBezTo>
                  <a:pt x="141890" y="282545"/>
                  <a:pt x="141493" y="280956"/>
                  <a:pt x="139112" y="272225"/>
                </a:cubicBezTo>
                <a:cubicBezTo>
                  <a:pt x="136731" y="263494"/>
                  <a:pt x="133556" y="249603"/>
                  <a:pt x="129587" y="241269"/>
                </a:cubicBezTo>
                <a:cubicBezTo>
                  <a:pt x="125618" y="232935"/>
                  <a:pt x="120458" y="223410"/>
                  <a:pt x="115299" y="222219"/>
                </a:cubicBezTo>
                <a:cubicBezTo>
                  <a:pt x="110140" y="221028"/>
                  <a:pt x="104981" y="229363"/>
                  <a:pt x="98631" y="234125"/>
                </a:cubicBezTo>
                <a:cubicBezTo>
                  <a:pt x="92281" y="238887"/>
                  <a:pt x="81565" y="246032"/>
                  <a:pt x="77199" y="250794"/>
                </a:cubicBezTo>
                <a:cubicBezTo>
                  <a:pt x="72833" y="255556"/>
                  <a:pt x="37512" y="266272"/>
                  <a:pt x="24812" y="260319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p:sp>
        <p:nvSpPr>
          <p:cNvPr id="88" name="43 Kumamoto">
            <a:extLst>
              <a:ext uri="{FF2B5EF4-FFF2-40B4-BE49-F238E27FC236}">
                <a16:creationId xmlns:a16="http://schemas.microsoft.com/office/drawing/2014/main" id="{C786714C-516E-B801-0DC6-5442E5991665}"/>
              </a:ext>
            </a:extLst>
          </p:cNvPr>
          <p:cNvSpPr/>
          <p:nvPr/>
        </p:nvSpPr>
        <p:spPr>
          <a:xfrm>
            <a:off x="3935701" y="5820304"/>
            <a:ext cx="353126" cy="479088"/>
          </a:xfrm>
          <a:custGeom>
            <a:avLst/>
            <a:gdLst>
              <a:gd name="connsiteX0" fmla="*/ 505 w 353126"/>
              <a:gd name="connsiteY0" fmla="*/ 435240 h 479088"/>
              <a:gd name="connsiteX1" fmla="*/ 36224 w 353126"/>
              <a:gd name="connsiteY1" fmla="*/ 397140 h 479088"/>
              <a:gd name="connsiteX2" fmla="*/ 62418 w 353126"/>
              <a:gd name="connsiteY2" fmla="*/ 378090 h 479088"/>
              <a:gd name="connsiteX3" fmla="*/ 74324 w 353126"/>
              <a:gd name="connsiteY3" fmla="*/ 349515 h 479088"/>
              <a:gd name="connsiteX4" fmla="*/ 81468 w 353126"/>
              <a:gd name="connsiteY4" fmla="*/ 316177 h 479088"/>
              <a:gd name="connsiteX5" fmla="*/ 83849 w 353126"/>
              <a:gd name="connsiteY5" fmla="*/ 275696 h 479088"/>
              <a:gd name="connsiteX6" fmla="*/ 67180 w 353126"/>
              <a:gd name="connsiteY6" fmla="*/ 251884 h 479088"/>
              <a:gd name="connsiteX7" fmla="*/ 52893 w 353126"/>
              <a:gd name="connsiteY7" fmla="*/ 242359 h 479088"/>
              <a:gd name="connsiteX8" fmla="*/ 74324 w 353126"/>
              <a:gd name="connsiteY8" fmla="*/ 225690 h 479088"/>
              <a:gd name="connsiteX9" fmla="*/ 90993 w 353126"/>
              <a:gd name="connsiteY9" fmla="*/ 194734 h 479088"/>
              <a:gd name="connsiteX10" fmla="*/ 86230 w 353126"/>
              <a:gd name="connsiteY10" fmla="*/ 151871 h 479088"/>
              <a:gd name="connsiteX11" fmla="*/ 69562 w 353126"/>
              <a:gd name="connsiteY11" fmla="*/ 118534 h 479088"/>
              <a:gd name="connsiteX12" fmla="*/ 45749 w 353126"/>
              <a:gd name="connsiteY12" fmla="*/ 104246 h 479088"/>
              <a:gd name="connsiteX13" fmla="*/ 38605 w 353126"/>
              <a:gd name="connsiteY13" fmla="*/ 82815 h 479088"/>
              <a:gd name="connsiteX14" fmla="*/ 64799 w 353126"/>
              <a:gd name="connsiteY14" fmla="*/ 51859 h 479088"/>
              <a:gd name="connsiteX15" fmla="*/ 98137 w 353126"/>
              <a:gd name="connsiteY15" fmla="*/ 35190 h 479088"/>
              <a:gd name="connsiteX16" fmla="*/ 126712 w 353126"/>
              <a:gd name="connsiteY16" fmla="*/ 39952 h 479088"/>
              <a:gd name="connsiteX17" fmla="*/ 155287 w 353126"/>
              <a:gd name="connsiteY17" fmla="*/ 39952 h 479088"/>
              <a:gd name="connsiteX18" fmla="*/ 171955 w 353126"/>
              <a:gd name="connsiteY18" fmla="*/ 25665 h 479088"/>
              <a:gd name="connsiteX19" fmla="*/ 207674 w 353126"/>
              <a:gd name="connsiteY19" fmla="*/ 54240 h 479088"/>
              <a:gd name="connsiteX20" fmla="*/ 226724 w 353126"/>
              <a:gd name="connsiteY20" fmla="*/ 56621 h 479088"/>
              <a:gd name="connsiteX21" fmla="*/ 248155 w 353126"/>
              <a:gd name="connsiteY21" fmla="*/ 25665 h 479088"/>
              <a:gd name="connsiteX22" fmla="*/ 281493 w 353126"/>
              <a:gd name="connsiteY22" fmla="*/ 6615 h 479088"/>
              <a:gd name="connsiteX23" fmla="*/ 291018 w 353126"/>
              <a:gd name="connsiteY23" fmla="*/ 4234 h 479088"/>
              <a:gd name="connsiteX24" fmla="*/ 307687 w 353126"/>
              <a:gd name="connsiteY24" fmla="*/ 61384 h 479088"/>
              <a:gd name="connsiteX25" fmla="*/ 338643 w 353126"/>
              <a:gd name="connsiteY25" fmla="*/ 111390 h 479088"/>
              <a:gd name="connsiteX26" fmla="*/ 352930 w 353126"/>
              <a:gd name="connsiteY26" fmla="*/ 125677 h 479088"/>
              <a:gd name="connsiteX27" fmla="*/ 329118 w 353126"/>
              <a:gd name="connsiteY27" fmla="*/ 151871 h 479088"/>
              <a:gd name="connsiteX28" fmla="*/ 291018 w 353126"/>
              <a:gd name="connsiteY28" fmla="*/ 192352 h 479088"/>
              <a:gd name="connsiteX29" fmla="*/ 252918 w 353126"/>
              <a:gd name="connsiteY29" fmla="*/ 239977 h 479088"/>
              <a:gd name="connsiteX30" fmla="*/ 248155 w 353126"/>
              <a:gd name="connsiteY30" fmla="*/ 266171 h 479088"/>
              <a:gd name="connsiteX31" fmla="*/ 262443 w 353126"/>
              <a:gd name="connsiteY31" fmla="*/ 304271 h 479088"/>
              <a:gd name="connsiteX32" fmla="*/ 276730 w 353126"/>
              <a:gd name="connsiteY32" fmla="*/ 351896 h 479088"/>
              <a:gd name="connsiteX33" fmla="*/ 279112 w 353126"/>
              <a:gd name="connsiteY33" fmla="*/ 399521 h 479088"/>
              <a:gd name="connsiteX34" fmla="*/ 255299 w 353126"/>
              <a:gd name="connsiteY34" fmla="*/ 432859 h 479088"/>
              <a:gd name="connsiteX35" fmla="*/ 221962 w 353126"/>
              <a:gd name="connsiteY35" fmla="*/ 454290 h 479088"/>
              <a:gd name="connsiteX36" fmla="*/ 183862 w 353126"/>
              <a:gd name="connsiteY36" fmla="*/ 473340 h 479088"/>
              <a:gd name="connsiteX37" fmla="*/ 169574 w 353126"/>
              <a:gd name="connsiteY37" fmla="*/ 478102 h 479088"/>
              <a:gd name="connsiteX38" fmla="*/ 145762 w 353126"/>
              <a:gd name="connsiteY38" fmla="*/ 456671 h 479088"/>
              <a:gd name="connsiteX39" fmla="*/ 102899 w 353126"/>
              <a:gd name="connsiteY39" fmla="*/ 437621 h 479088"/>
              <a:gd name="connsiteX40" fmla="*/ 64799 w 353126"/>
              <a:gd name="connsiteY40" fmla="*/ 437621 h 479088"/>
              <a:gd name="connsiteX41" fmla="*/ 505 w 353126"/>
              <a:gd name="connsiteY41" fmla="*/ 435240 h 479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353126" h="479088">
                <a:moveTo>
                  <a:pt x="505" y="435240"/>
                </a:moveTo>
                <a:cubicBezTo>
                  <a:pt x="-4257" y="428493"/>
                  <a:pt x="25905" y="406665"/>
                  <a:pt x="36224" y="397140"/>
                </a:cubicBezTo>
                <a:cubicBezTo>
                  <a:pt x="46543" y="387615"/>
                  <a:pt x="56068" y="386027"/>
                  <a:pt x="62418" y="378090"/>
                </a:cubicBezTo>
                <a:cubicBezTo>
                  <a:pt x="68768" y="370153"/>
                  <a:pt x="71149" y="359834"/>
                  <a:pt x="74324" y="349515"/>
                </a:cubicBezTo>
                <a:cubicBezTo>
                  <a:pt x="77499" y="339196"/>
                  <a:pt x="79881" y="328480"/>
                  <a:pt x="81468" y="316177"/>
                </a:cubicBezTo>
                <a:cubicBezTo>
                  <a:pt x="83055" y="303874"/>
                  <a:pt x="86230" y="286411"/>
                  <a:pt x="83849" y="275696"/>
                </a:cubicBezTo>
                <a:cubicBezTo>
                  <a:pt x="81468" y="264981"/>
                  <a:pt x="72339" y="257440"/>
                  <a:pt x="67180" y="251884"/>
                </a:cubicBezTo>
                <a:cubicBezTo>
                  <a:pt x="62021" y="246328"/>
                  <a:pt x="51702" y="246725"/>
                  <a:pt x="52893" y="242359"/>
                </a:cubicBezTo>
                <a:cubicBezTo>
                  <a:pt x="54084" y="237993"/>
                  <a:pt x="67974" y="233627"/>
                  <a:pt x="74324" y="225690"/>
                </a:cubicBezTo>
                <a:cubicBezTo>
                  <a:pt x="80674" y="217753"/>
                  <a:pt x="89009" y="207037"/>
                  <a:pt x="90993" y="194734"/>
                </a:cubicBezTo>
                <a:cubicBezTo>
                  <a:pt x="92977" y="182431"/>
                  <a:pt x="89802" y="164571"/>
                  <a:pt x="86230" y="151871"/>
                </a:cubicBezTo>
                <a:cubicBezTo>
                  <a:pt x="82658" y="139171"/>
                  <a:pt x="76309" y="126471"/>
                  <a:pt x="69562" y="118534"/>
                </a:cubicBezTo>
                <a:cubicBezTo>
                  <a:pt x="62815" y="110596"/>
                  <a:pt x="50908" y="110199"/>
                  <a:pt x="45749" y="104246"/>
                </a:cubicBezTo>
                <a:cubicBezTo>
                  <a:pt x="40590" y="98293"/>
                  <a:pt x="35430" y="91546"/>
                  <a:pt x="38605" y="82815"/>
                </a:cubicBezTo>
                <a:cubicBezTo>
                  <a:pt x="41780" y="74084"/>
                  <a:pt x="54877" y="59796"/>
                  <a:pt x="64799" y="51859"/>
                </a:cubicBezTo>
                <a:cubicBezTo>
                  <a:pt x="74721" y="43921"/>
                  <a:pt x="87818" y="37174"/>
                  <a:pt x="98137" y="35190"/>
                </a:cubicBezTo>
                <a:cubicBezTo>
                  <a:pt x="108456" y="33206"/>
                  <a:pt x="117187" y="39158"/>
                  <a:pt x="126712" y="39952"/>
                </a:cubicBezTo>
                <a:cubicBezTo>
                  <a:pt x="136237" y="40746"/>
                  <a:pt x="147747" y="42333"/>
                  <a:pt x="155287" y="39952"/>
                </a:cubicBezTo>
                <a:cubicBezTo>
                  <a:pt x="162827" y="37571"/>
                  <a:pt x="163224" y="23284"/>
                  <a:pt x="171955" y="25665"/>
                </a:cubicBezTo>
                <a:cubicBezTo>
                  <a:pt x="180686" y="28046"/>
                  <a:pt x="198546" y="49081"/>
                  <a:pt x="207674" y="54240"/>
                </a:cubicBezTo>
                <a:cubicBezTo>
                  <a:pt x="216802" y="59399"/>
                  <a:pt x="219977" y="61383"/>
                  <a:pt x="226724" y="56621"/>
                </a:cubicBezTo>
                <a:cubicBezTo>
                  <a:pt x="233471" y="51859"/>
                  <a:pt x="239027" y="33999"/>
                  <a:pt x="248155" y="25665"/>
                </a:cubicBezTo>
                <a:cubicBezTo>
                  <a:pt x="257283" y="17331"/>
                  <a:pt x="274349" y="10187"/>
                  <a:pt x="281493" y="6615"/>
                </a:cubicBezTo>
                <a:cubicBezTo>
                  <a:pt x="288637" y="3043"/>
                  <a:pt x="286652" y="-4894"/>
                  <a:pt x="291018" y="4234"/>
                </a:cubicBezTo>
                <a:cubicBezTo>
                  <a:pt x="295384" y="13362"/>
                  <a:pt x="299750" y="43525"/>
                  <a:pt x="307687" y="61384"/>
                </a:cubicBezTo>
                <a:cubicBezTo>
                  <a:pt x="315624" y="79243"/>
                  <a:pt x="331103" y="100675"/>
                  <a:pt x="338643" y="111390"/>
                </a:cubicBezTo>
                <a:cubicBezTo>
                  <a:pt x="346183" y="122105"/>
                  <a:pt x="354518" y="118930"/>
                  <a:pt x="352930" y="125677"/>
                </a:cubicBezTo>
                <a:cubicBezTo>
                  <a:pt x="351343" y="132424"/>
                  <a:pt x="339437" y="140758"/>
                  <a:pt x="329118" y="151871"/>
                </a:cubicBezTo>
                <a:cubicBezTo>
                  <a:pt x="318799" y="162984"/>
                  <a:pt x="303718" y="177668"/>
                  <a:pt x="291018" y="192352"/>
                </a:cubicBezTo>
                <a:cubicBezTo>
                  <a:pt x="278318" y="207036"/>
                  <a:pt x="260062" y="227674"/>
                  <a:pt x="252918" y="239977"/>
                </a:cubicBezTo>
                <a:cubicBezTo>
                  <a:pt x="245774" y="252280"/>
                  <a:pt x="246568" y="255455"/>
                  <a:pt x="248155" y="266171"/>
                </a:cubicBezTo>
                <a:cubicBezTo>
                  <a:pt x="249742" y="276887"/>
                  <a:pt x="257680" y="289983"/>
                  <a:pt x="262443" y="304271"/>
                </a:cubicBezTo>
                <a:cubicBezTo>
                  <a:pt x="267206" y="318559"/>
                  <a:pt x="273952" y="336021"/>
                  <a:pt x="276730" y="351896"/>
                </a:cubicBezTo>
                <a:cubicBezTo>
                  <a:pt x="279508" y="367771"/>
                  <a:pt x="282684" y="386027"/>
                  <a:pt x="279112" y="399521"/>
                </a:cubicBezTo>
                <a:cubicBezTo>
                  <a:pt x="275540" y="413015"/>
                  <a:pt x="264824" y="423731"/>
                  <a:pt x="255299" y="432859"/>
                </a:cubicBezTo>
                <a:cubicBezTo>
                  <a:pt x="245774" y="441987"/>
                  <a:pt x="233868" y="447543"/>
                  <a:pt x="221962" y="454290"/>
                </a:cubicBezTo>
                <a:cubicBezTo>
                  <a:pt x="210056" y="461037"/>
                  <a:pt x="192593" y="469371"/>
                  <a:pt x="183862" y="473340"/>
                </a:cubicBezTo>
                <a:cubicBezTo>
                  <a:pt x="175131" y="477309"/>
                  <a:pt x="175924" y="480880"/>
                  <a:pt x="169574" y="478102"/>
                </a:cubicBezTo>
                <a:cubicBezTo>
                  <a:pt x="163224" y="475324"/>
                  <a:pt x="156874" y="463418"/>
                  <a:pt x="145762" y="456671"/>
                </a:cubicBezTo>
                <a:cubicBezTo>
                  <a:pt x="134650" y="449924"/>
                  <a:pt x="116393" y="440796"/>
                  <a:pt x="102899" y="437621"/>
                </a:cubicBezTo>
                <a:cubicBezTo>
                  <a:pt x="89405" y="434446"/>
                  <a:pt x="77102" y="436827"/>
                  <a:pt x="64799" y="437621"/>
                </a:cubicBezTo>
                <a:cubicBezTo>
                  <a:pt x="52496" y="438415"/>
                  <a:pt x="5267" y="441987"/>
                  <a:pt x="505" y="435240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p:sp>
        <p:nvSpPr>
          <p:cNvPr id="34" name="42 Nagasaki">
            <a:extLst>
              <a:ext uri="{FF2B5EF4-FFF2-40B4-BE49-F238E27FC236}">
                <a16:creationId xmlns:a16="http://schemas.microsoft.com/office/drawing/2014/main" id="{C2BD05A2-9419-DF31-F784-20D753C0439D}"/>
              </a:ext>
            </a:extLst>
          </p:cNvPr>
          <p:cNvSpPr/>
          <p:nvPr/>
        </p:nvSpPr>
        <p:spPr>
          <a:xfrm>
            <a:off x="3630640" y="5755481"/>
            <a:ext cx="329379" cy="326356"/>
          </a:xfrm>
          <a:custGeom>
            <a:avLst/>
            <a:gdLst>
              <a:gd name="connsiteX0" fmla="*/ 131735 w 329379"/>
              <a:gd name="connsiteY0" fmla="*/ 228600 h 326356"/>
              <a:gd name="connsiteX1" fmla="*/ 93635 w 329379"/>
              <a:gd name="connsiteY1" fmla="*/ 178594 h 326356"/>
              <a:gd name="connsiteX2" fmla="*/ 76966 w 329379"/>
              <a:gd name="connsiteY2" fmla="*/ 159544 h 326356"/>
              <a:gd name="connsiteX3" fmla="*/ 55535 w 329379"/>
              <a:gd name="connsiteY3" fmla="*/ 150019 h 326356"/>
              <a:gd name="connsiteX4" fmla="*/ 41248 w 329379"/>
              <a:gd name="connsiteY4" fmla="*/ 150019 h 326356"/>
              <a:gd name="connsiteX5" fmla="*/ 36485 w 329379"/>
              <a:gd name="connsiteY5" fmla="*/ 190500 h 326356"/>
              <a:gd name="connsiteX6" fmla="*/ 41248 w 329379"/>
              <a:gd name="connsiteY6" fmla="*/ 214313 h 326356"/>
              <a:gd name="connsiteX7" fmla="*/ 62679 w 329379"/>
              <a:gd name="connsiteY7" fmla="*/ 238125 h 326356"/>
              <a:gd name="connsiteX8" fmla="*/ 88873 w 329379"/>
              <a:gd name="connsiteY8" fmla="*/ 257175 h 326356"/>
              <a:gd name="connsiteX9" fmla="*/ 96016 w 329379"/>
              <a:gd name="connsiteY9" fmla="*/ 266700 h 326356"/>
              <a:gd name="connsiteX10" fmla="*/ 98398 w 329379"/>
              <a:gd name="connsiteY10" fmla="*/ 283369 h 326356"/>
              <a:gd name="connsiteX11" fmla="*/ 88873 w 329379"/>
              <a:gd name="connsiteY11" fmla="*/ 297657 h 326356"/>
              <a:gd name="connsiteX12" fmla="*/ 79348 w 329379"/>
              <a:gd name="connsiteY12" fmla="*/ 311944 h 326356"/>
              <a:gd name="connsiteX13" fmla="*/ 86491 w 329379"/>
              <a:gd name="connsiteY13" fmla="*/ 321469 h 326356"/>
              <a:gd name="connsiteX14" fmla="*/ 98398 w 329379"/>
              <a:gd name="connsiteY14" fmla="*/ 326232 h 326356"/>
              <a:gd name="connsiteX15" fmla="*/ 124591 w 329379"/>
              <a:gd name="connsiteY15" fmla="*/ 316707 h 326356"/>
              <a:gd name="connsiteX16" fmla="*/ 160310 w 329379"/>
              <a:gd name="connsiteY16" fmla="*/ 295275 h 326356"/>
              <a:gd name="connsiteX17" fmla="*/ 203173 w 329379"/>
              <a:gd name="connsiteY17" fmla="*/ 250032 h 326356"/>
              <a:gd name="connsiteX18" fmla="*/ 222223 w 329379"/>
              <a:gd name="connsiteY18" fmla="*/ 238125 h 326356"/>
              <a:gd name="connsiteX19" fmla="*/ 234129 w 329379"/>
              <a:gd name="connsiteY19" fmla="*/ 242888 h 326356"/>
              <a:gd name="connsiteX20" fmla="*/ 238891 w 329379"/>
              <a:gd name="connsiteY20" fmla="*/ 261938 h 326356"/>
              <a:gd name="connsiteX21" fmla="*/ 238891 w 329379"/>
              <a:gd name="connsiteY21" fmla="*/ 292894 h 326356"/>
              <a:gd name="connsiteX22" fmla="*/ 248416 w 329379"/>
              <a:gd name="connsiteY22" fmla="*/ 309563 h 326356"/>
              <a:gd name="connsiteX23" fmla="*/ 253179 w 329379"/>
              <a:gd name="connsiteY23" fmla="*/ 321469 h 326356"/>
              <a:gd name="connsiteX24" fmla="*/ 274610 w 329379"/>
              <a:gd name="connsiteY24" fmla="*/ 311944 h 326356"/>
              <a:gd name="connsiteX25" fmla="*/ 300804 w 329379"/>
              <a:gd name="connsiteY25" fmla="*/ 285750 h 326356"/>
              <a:gd name="connsiteX26" fmla="*/ 315091 w 329379"/>
              <a:gd name="connsiteY26" fmla="*/ 271463 h 326356"/>
              <a:gd name="connsiteX27" fmla="*/ 326998 w 329379"/>
              <a:gd name="connsiteY27" fmla="*/ 238125 h 326356"/>
              <a:gd name="connsiteX28" fmla="*/ 329379 w 329379"/>
              <a:gd name="connsiteY28" fmla="*/ 221457 h 326356"/>
              <a:gd name="connsiteX29" fmla="*/ 322235 w 329379"/>
              <a:gd name="connsiteY29" fmla="*/ 211932 h 326356"/>
              <a:gd name="connsiteX30" fmla="*/ 274610 w 329379"/>
              <a:gd name="connsiteY30" fmla="*/ 216694 h 326356"/>
              <a:gd name="connsiteX31" fmla="*/ 246035 w 329379"/>
              <a:gd name="connsiteY31" fmla="*/ 216694 h 326356"/>
              <a:gd name="connsiteX32" fmla="*/ 238891 w 329379"/>
              <a:gd name="connsiteY32" fmla="*/ 211932 h 326356"/>
              <a:gd name="connsiteX33" fmla="*/ 234129 w 329379"/>
              <a:gd name="connsiteY33" fmla="*/ 188119 h 326356"/>
              <a:gd name="connsiteX34" fmla="*/ 231748 w 329379"/>
              <a:gd name="connsiteY34" fmla="*/ 157163 h 326356"/>
              <a:gd name="connsiteX35" fmla="*/ 212698 w 329379"/>
              <a:gd name="connsiteY35" fmla="*/ 145257 h 326356"/>
              <a:gd name="connsiteX36" fmla="*/ 179360 w 329379"/>
              <a:gd name="connsiteY36" fmla="*/ 130969 h 326356"/>
              <a:gd name="connsiteX37" fmla="*/ 141260 w 329379"/>
              <a:gd name="connsiteY37" fmla="*/ 104775 h 326356"/>
              <a:gd name="connsiteX38" fmla="*/ 112685 w 329379"/>
              <a:gd name="connsiteY38" fmla="*/ 71438 h 326356"/>
              <a:gd name="connsiteX39" fmla="*/ 105541 w 329379"/>
              <a:gd name="connsiteY39" fmla="*/ 40482 h 326356"/>
              <a:gd name="connsiteX40" fmla="*/ 103160 w 329379"/>
              <a:gd name="connsiteY40" fmla="*/ 21432 h 326356"/>
              <a:gd name="connsiteX41" fmla="*/ 69823 w 329379"/>
              <a:gd name="connsiteY41" fmla="*/ 7144 h 326356"/>
              <a:gd name="connsiteX42" fmla="*/ 43629 w 329379"/>
              <a:gd name="connsiteY42" fmla="*/ 0 h 326356"/>
              <a:gd name="connsiteX43" fmla="*/ 17435 w 329379"/>
              <a:gd name="connsiteY43" fmla="*/ 7144 h 326356"/>
              <a:gd name="connsiteX44" fmla="*/ 7910 w 329379"/>
              <a:gd name="connsiteY44" fmla="*/ 28575 h 326356"/>
              <a:gd name="connsiteX45" fmla="*/ 766 w 329379"/>
              <a:gd name="connsiteY45" fmla="*/ 64294 h 326356"/>
              <a:gd name="connsiteX46" fmla="*/ 26960 w 329379"/>
              <a:gd name="connsiteY46" fmla="*/ 97632 h 326356"/>
              <a:gd name="connsiteX47" fmla="*/ 55535 w 329379"/>
              <a:gd name="connsiteY47" fmla="*/ 121444 h 326356"/>
              <a:gd name="connsiteX48" fmla="*/ 81729 w 329379"/>
              <a:gd name="connsiteY48" fmla="*/ 133350 h 326356"/>
              <a:gd name="connsiteX49" fmla="*/ 93635 w 329379"/>
              <a:gd name="connsiteY49" fmla="*/ 147638 h 326356"/>
              <a:gd name="connsiteX50" fmla="*/ 119829 w 329379"/>
              <a:gd name="connsiteY50" fmla="*/ 147638 h 326356"/>
              <a:gd name="connsiteX51" fmla="*/ 146023 w 329379"/>
              <a:gd name="connsiteY51" fmla="*/ 159544 h 326356"/>
              <a:gd name="connsiteX52" fmla="*/ 162691 w 329379"/>
              <a:gd name="connsiteY52" fmla="*/ 183357 h 326356"/>
              <a:gd name="connsiteX53" fmla="*/ 131735 w 329379"/>
              <a:gd name="connsiteY53" fmla="*/ 228600 h 3263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</a:cxnLst>
            <a:rect l="l" t="t" r="r" b="b"/>
            <a:pathLst>
              <a:path w="329379" h="326356">
                <a:moveTo>
                  <a:pt x="131735" y="228600"/>
                </a:moveTo>
                <a:cubicBezTo>
                  <a:pt x="120226" y="227806"/>
                  <a:pt x="102763" y="190103"/>
                  <a:pt x="93635" y="178594"/>
                </a:cubicBezTo>
                <a:cubicBezTo>
                  <a:pt x="84507" y="167085"/>
                  <a:pt x="83316" y="164306"/>
                  <a:pt x="76966" y="159544"/>
                </a:cubicBezTo>
                <a:cubicBezTo>
                  <a:pt x="70616" y="154782"/>
                  <a:pt x="61488" y="151606"/>
                  <a:pt x="55535" y="150019"/>
                </a:cubicBezTo>
                <a:cubicBezTo>
                  <a:pt x="49582" y="148431"/>
                  <a:pt x="44423" y="143272"/>
                  <a:pt x="41248" y="150019"/>
                </a:cubicBezTo>
                <a:cubicBezTo>
                  <a:pt x="38073" y="156766"/>
                  <a:pt x="36485" y="179784"/>
                  <a:pt x="36485" y="190500"/>
                </a:cubicBezTo>
                <a:cubicBezTo>
                  <a:pt x="36485" y="201216"/>
                  <a:pt x="36882" y="206376"/>
                  <a:pt x="41248" y="214313"/>
                </a:cubicBezTo>
                <a:cubicBezTo>
                  <a:pt x="45614" y="222250"/>
                  <a:pt x="54742" y="230981"/>
                  <a:pt x="62679" y="238125"/>
                </a:cubicBezTo>
                <a:cubicBezTo>
                  <a:pt x="70616" y="245269"/>
                  <a:pt x="83317" y="252413"/>
                  <a:pt x="88873" y="257175"/>
                </a:cubicBezTo>
                <a:cubicBezTo>
                  <a:pt x="94429" y="261937"/>
                  <a:pt x="94429" y="262334"/>
                  <a:pt x="96016" y="266700"/>
                </a:cubicBezTo>
                <a:cubicBezTo>
                  <a:pt x="97603" y="271066"/>
                  <a:pt x="99588" y="278210"/>
                  <a:pt x="98398" y="283369"/>
                </a:cubicBezTo>
                <a:cubicBezTo>
                  <a:pt x="97208" y="288528"/>
                  <a:pt x="88873" y="297657"/>
                  <a:pt x="88873" y="297657"/>
                </a:cubicBezTo>
                <a:lnTo>
                  <a:pt x="79348" y="311944"/>
                </a:lnTo>
                <a:cubicBezTo>
                  <a:pt x="78951" y="315913"/>
                  <a:pt x="83316" y="319088"/>
                  <a:pt x="86491" y="321469"/>
                </a:cubicBezTo>
                <a:cubicBezTo>
                  <a:pt x="89666" y="323850"/>
                  <a:pt x="92048" y="327026"/>
                  <a:pt x="98398" y="326232"/>
                </a:cubicBezTo>
                <a:cubicBezTo>
                  <a:pt x="104748" y="325438"/>
                  <a:pt x="114272" y="321866"/>
                  <a:pt x="124591" y="316707"/>
                </a:cubicBezTo>
                <a:cubicBezTo>
                  <a:pt x="134910" y="311548"/>
                  <a:pt x="147213" y="306387"/>
                  <a:pt x="160310" y="295275"/>
                </a:cubicBezTo>
                <a:cubicBezTo>
                  <a:pt x="173407" y="284163"/>
                  <a:pt x="192854" y="259557"/>
                  <a:pt x="203173" y="250032"/>
                </a:cubicBezTo>
                <a:cubicBezTo>
                  <a:pt x="213492" y="240507"/>
                  <a:pt x="217064" y="239316"/>
                  <a:pt x="222223" y="238125"/>
                </a:cubicBezTo>
                <a:cubicBezTo>
                  <a:pt x="227382" y="236934"/>
                  <a:pt x="231351" y="238919"/>
                  <a:pt x="234129" y="242888"/>
                </a:cubicBezTo>
                <a:cubicBezTo>
                  <a:pt x="236907" y="246857"/>
                  <a:pt x="238097" y="253604"/>
                  <a:pt x="238891" y="261938"/>
                </a:cubicBezTo>
                <a:cubicBezTo>
                  <a:pt x="239685" y="270272"/>
                  <a:pt x="237303" y="284956"/>
                  <a:pt x="238891" y="292894"/>
                </a:cubicBezTo>
                <a:cubicBezTo>
                  <a:pt x="240479" y="300832"/>
                  <a:pt x="246035" y="304801"/>
                  <a:pt x="248416" y="309563"/>
                </a:cubicBezTo>
                <a:cubicBezTo>
                  <a:pt x="250797" y="314325"/>
                  <a:pt x="248813" y="321072"/>
                  <a:pt x="253179" y="321469"/>
                </a:cubicBezTo>
                <a:cubicBezTo>
                  <a:pt x="257545" y="321866"/>
                  <a:pt x="266673" y="317897"/>
                  <a:pt x="274610" y="311944"/>
                </a:cubicBezTo>
                <a:cubicBezTo>
                  <a:pt x="282547" y="305991"/>
                  <a:pt x="300804" y="285750"/>
                  <a:pt x="300804" y="285750"/>
                </a:cubicBezTo>
                <a:cubicBezTo>
                  <a:pt x="307551" y="279003"/>
                  <a:pt x="310725" y="279400"/>
                  <a:pt x="315091" y="271463"/>
                </a:cubicBezTo>
                <a:cubicBezTo>
                  <a:pt x="319457" y="263526"/>
                  <a:pt x="324617" y="246459"/>
                  <a:pt x="326998" y="238125"/>
                </a:cubicBezTo>
                <a:cubicBezTo>
                  <a:pt x="329379" y="229791"/>
                  <a:pt x="329379" y="221457"/>
                  <a:pt x="329379" y="221457"/>
                </a:cubicBezTo>
                <a:cubicBezTo>
                  <a:pt x="328585" y="217092"/>
                  <a:pt x="331363" y="212726"/>
                  <a:pt x="322235" y="211932"/>
                </a:cubicBezTo>
                <a:cubicBezTo>
                  <a:pt x="313107" y="211138"/>
                  <a:pt x="287310" y="215900"/>
                  <a:pt x="274610" y="216694"/>
                </a:cubicBezTo>
                <a:cubicBezTo>
                  <a:pt x="261910" y="217488"/>
                  <a:pt x="246035" y="216694"/>
                  <a:pt x="246035" y="216694"/>
                </a:cubicBezTo>
                <a:cubicBezTo>
                  <a:pt x="240082" y="215900"/>
                  <a:pt x="240875" y="216694"/>
                  <a:pt x="238891" y="211932"/>
                </a:cubicBezTo>
                <a:cubicBezTo>
                  <a:pt x="236907" y="207169"/>
                  <a:pt x="235320" y="197247"/>
                  <a:pt x="234129" y="188119"/>
                </a:cubicBezTo>
                <a:cubicBezTo>
                  <a:pt x="232938" y="178991"/>
                  <a:pt x="235320" y="164307"/>
                  <a:pt x="231748" y="157163"/>
                </a:cubicBezTo>
                <a:cubicBezTo>
                  <a:pt x="228176" y="150019"/>
                  <a:pt x="221429" y="149623"/>
                  <a:pt x="212698" y="145257"/>
                </a:cubicBezTo>
                <a:cubicBezTo>
                  <a:pt x="203967" y="140891"/>
                  <a:pt x="191266" y="137716"/>
                  <a:pt x="179360" y="130969"/>
                </a:cubicBezTo>
                <a:cubicBezTo>
                  <a:pt x="167454" y="124222"/>
                  <a:pt x="152373" y="114697"/>
                  <a:pt x="141260" y="104775"/>
                </a:cubicBezTo>
                <a:cubicBezTo>
                  <a:pt x="130147" y="94853"/>
                  <a:pt x="118638" y="82153"/>
                  <a:pt x="112685" y="71438"/>
                </a:cubicBezTo>
                <a:cubicBezTo>
                  <a:pt x="106732" y="60723"/>
                  <a:pt x="107128" y="48816"/>
                  <a:pt x="105541" y="40482"/>
                </a:cubicBezTo>
                <a:cubicBezTo>
                  <a:pt x="103954" y="32148"/>
                  <a:pt x="109113" y="26988"/>
                  <a:pt x="103160" y="21432"/>
                </a:cubicBezTo>
                <a:cubicBezTo>
                  <a:pt x="97207" y="15876"/>
                  <a:pt x="79745" y="10716"/>
                  <a:pt x="69823" y="7144"/>
                </a:cubicBezTo>
                <a:cubicBezTo>
                  <a:pt x="59901" y="3572"/>
                  <a:pt x="52360" y="0"/>
                  <a:pt x="43629" y="0"/>
                </a:cubicBezTo>
                <a:cubicBezTo>
                  <a:pt x="34898" y="0"/>
                  <a:pt x="23388" y="2382"/>
                  <a:pt x="17435" y="7144"/>
                </a:cubicBezTo>
                <a:cubicBezTo>
                  <a:pt x="11482" y="11906"/>
                  <a:pt x="10688" y="19050"/>
                  <a:pt x="7910" y="28575"/>
                </a:cubicBezTo>
                <a:cubicBezTo>
                  <a:pt x="5132" y="38100"/>
                  <a:pt x="-2409" y="52785"/>
                  <a:pt x="766" y="64294"/>
                </a:cubicBezTo>
                <a:cubicBezTo>
                  <a:pt x="3941" y="75803"/>
                  <a:pt x="17832" y="88107"/>
                  <a:pt x="26960" y="97632"/>
                </a:cubicBezTo>
                <a:cubicBezTo>
                  <a:pt x="36088" y="107157"/>
                  <a:pt x="46407" y="115491"/>
                  <a:pt x="55535" y="121444"/>
                </a:cubicBezTo>
                <a:cubicBezTo>
                  <a:pt x="64663" y="127397"/>
                  <a:pt x="75379" y="128984"/>
                  <a:pt x="81729" y="133350"/>
                </a:cubicBezTo>
                <a:cubicBezTo>
                  <a:pt x="88079" y="137716"/>
                  <a:pt x="87285" y="145257"/>
                  <a:pt x="93635" y="147638"/>
                </a:cubicBezTo>
                <a:cubicBezTo>
                  <a:pt x="99985" y="150019"/>
                  <a:pt x="111098" y="145654"/>
                  <a:pt x="119829" y="147638"/>
                </a:cubicBezTo>
                <a:cubicBezTo>
                  <a:pt x="128560" y="149622"/>
                  <a:pt x="138879" y="153591"/>
                  <a:pt x="146023" y="159544"/>
                </a:cubicBezTo>
                <a:cubicBezTo>
                  <a:pt x="153167" y="165497"/>
                  <a:pt x="159119" y="177404"/>
                  <a:pt x="162691" y="183357"/>
                </a:cubicBezTo>
                <a:cubicBezTo>
                  <a:pt x="166263" y="189310"/>
                  <a:pt x="143244" y="229394"/>
                  <a:pt x="131735" y="228600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p:sp>
        <p:nvSpPr>
          <p:cNvPr id="136" name="41 saga">
            <a:extLst>
              <a:ext uri="{FF2B5EF4-FFF2-40B4-BE49-F238E27FC236}">
                <a16:creationId xmlns:a16="http://schemas.microsoft.com/office/drawing/2014/main" id="{4138FC7B-36B6-235F-BF89-34A6E72DA514}"/>
              </a:ext>
            </a:extLst>
          </p:cNvPr>
          <p:cNvSpPr/>
          <p:nvPr/>
        </p:nvSpPr>
        <p:spPr>
          <a:xfrm>
            <a:off x="3731419" y="5683966"/>
            <a:ext cx="283390" cy="214950"/>
          </a:xfrm>
          <a:custGeom>
            <a:avLst/>
            <a:gdLst>
              <a:gd name="connsiteX0" fmla="*/ 126206 w 283390"/>
              <a:gd name="connsiteY0" fmla="*/ 214390 h 214950"/>
              <a:gd name="connsiteX1" fmla="*/ 47625 w 283390"/>
              <a:gd name="connsiteY1" fmla="*/ 185815 h 214950"/>
              <a:gd name="connsiteX2" fmla="*/ 14287 w 283390"/>
              <a:gd name="connsiteY2" fmla="*/ 150097 h 214950"/>
              <a:gd name="connsiteX3" fmla="*/ 2381 w 283390"/>
              <a:gd name="connsiteY3" fmla="*/ 119140 h 214950"/>
              <a:gd name="connsiteX4" fmla="*/ 0 w 283390"/>
              <a:gd name="connsiteY4" fmla="*/ 71515 h 214950"/>
              <a:gd name="connsiteX5" fmla="*/ 2381 w 283390"/>
              <a:gd name="connsiteY5" fmla="*/ 38178 h 214950"/>
              <a:gd name="connsiteX6" fmla="*/ 11906 w 283390"/>
              <a:gd name="connsiteY6" fmla="*/ 14365 h 214950"/>
              <a:gd name="connsiteX7" fmla="*/ 45244 w 283390"/>
              <a:gd name="connsiteY7" fmla="*/ 2459 h 214950"/>
              <a:gd name="connsiteX8" fmla="*/ 66675 w 283390"/>
              <a:gd name="connsiteY8" fmla="*/ 2459 h 214950"/>
              <a:gd name="connsiteX9" fmla="*/ 95250 w 283390"/>
              <a:gd name="connsiteY9" fmla="*/ 28653 h 214950"/>
              <a:gd name="connsiteX10" fmla="*/ 140494 w 283390"/>
              <a:gd name="connsiteY10" fmla="*/ 47703 h 214950"/>
              <a:gd name="connsiteX11" fmla="*/ 188119 w 283390"/>
              <a:gd name="connsiteY11" fmla="*/ 47703 h 214950"/>
              <a:gd name="connsiteX12" fmla="*/ 235744 w 283390"/>
              <a:gd name="connsiteY12" fmla="*/ 47703 h 214950"/>
              <a:gd name="connsiteX13" fmla="*/ 276225 w 283390"/>
              <a:gd name="connsiteY13" fmla="*/ 42940 h 214950"/>
              <a:gd name="connsiteX14" fmla="*/ 283369 w 283390"/>
              <a:gd name="connsiteY14" fmla="*/ 52465 h 214950"/>
              <a:gd name="connsiteX15" fmla="*/ 276225 w 283390"/>
              <a:gd name="connsiteY15" fmla="*/ 66753 h 214950"/>
              <a:gd name="connsiteX16" fmla="*/ 250031 w 283390"/>
              <a:gd name="connsiteY16" fmla="*/ 88184 h 214950"/>
              <a:gd name="connsiteX17" fmla="*/ 228600 w 283390"/>
              <a:gd name="connsiteY17" fmla="*/ 116759 h 214950"/>
              <a:gd name="connsiteX18" fmla="*/ 207169 w 283390"/>
              <a:gd name="connsiteY18" fmla="*/ 138190 h 214950"/>
              <a:gd name="connsiteX19" fmla="*/ 197644 w 283390"/>
              <a:gd name="connsiteY19" fmla="*/ 147715 h 214950"/>
              <a:gd name="connsiteX20" fmla="*/ 183356 w 283390"/>
              <a:gd name="connsiteY20" fmla="*/ 147715 h 214950"/>
              <a:gd name="connsiteX21" fmla="*/ 164306 w 283390"/>
              <a:gd name="connsiteY21" fmla="*/ 145334 h 214950"/>
              <a:gd name="connsiteX22" fmla="*/ 142875 w 283390"/>
              <a:gd name="connsiteY22" fmla="*/ 159622 h 214950"/>
              <a:gd name="connsiteX23" fmla="*/ 126206 w 283390"/>
              <a:gd name="connsiteY23" fmla="*/ 214390 h 214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283390" h="214950">
                <a:moveTo>
                  <a:pt x="126206" y="214390"/>
                </a:moveTo>
                <a:cubicBezTo>
                  <a:pt x="110331" y="218756"/>
                  <a:pt x="66278" y="196530"/>
                  <a:pt x="47625" y="185815"/>
                </a:cubicBezTo>
                <a:cubicBezTo>
                  <a:pt x="28972" y="175100"/>
                  <a:pt x="21828" y="161209"/>
                  <a:pt x="14287" y="150097"/>
                </a:cubicBezTo>
                <a:cubicBezTo>
                  <a:pt x="6746" y="138984"/>
                  <a:pt x="4762" y="132237"/>
                  <a:pt x="2381" y="119140"/>
                </a:cubicBezTo>
                <a:cubicBezTo>
                  <a:pt x="0" y="106043"/>
                  <a:pt x="0" y="85009"/>
                  <a:pt x="0" y="71515"/>
                </a:cubicBezTo>
                <a:cubicBezTo>
                  <a:pt x="0" y="58021"/>
                  <a:pt x="397" y="47703"/>
                  <a:pt x="2381" y="38178"/>
                </a:cubicBezTo>
                <a:cubicBezTo>
                  <a:pt x="4365" y="28653"/>
                  <a:pt x="4762" y="20318"/>
                  <a:pt x="11906" y="14365"/>
                </a:cubicBezTo>
                <a:cubicBezTo>
                  <a:pt x="19050" y="8412"/>
                  <a:pt x="36116" y="4443"/>
                  <a:pt x="45244" y="2459"/>
                </a:cubicBezTo>
                <a:cubicBezTo>
                  <a:pt x="54372" y="475"/>
                  <a:pt x="58341" y="-1907"/>
                  <a:pt x="66675" y="2459"/>
                </a:cubicBezTo>
                <a:cubicBezTo>
                  <a:pt x="75009" y="6825"/>
                  <a:pt x="82947" y="21112"/>
                  <a:pt x="95250" y="28653"/>
                </a:cubicBezTo>
                <a:cubicBezTo>
                  <a:pt x="107553" y="36194"/>
                  <a:pt x="125016" y="44528"/>
                  <a:pt x="140494" y="47703"/>
                </a:cubicBezTo>
                <a:cubicBezTo>
                  <a:pt x="155972" y="50878"/>
                  <a:pt x="188119" y="47703"/>
                  <a:pt x="188119" y="47703"/>
                </a:cubicBezTo>
                <a:cubicBezTo>
                  <a:pt x="203994" y="47703"/>
                  <a:pt x="221060" y="48497"/>
                  <a:pt x="235744" y="47703"/>
                </a:cubicBezTo>
                <a:cubicBezTo>
                  <a:pt x="250428" y="46909"/>
                  <a:pt x="268288" y="42146"/>
                  <a:pt x="276225" y="42940"/>
                </a:cubicBezTo>
                <a:cubicBezTo>
                  <a:pt x="284162" y="43734"/>
                  <a:pt x="283369" y="48496"/>
                  <a:pt x="283369" y="52465"/>
                </a:cubicBezTo>
                <a:cubicBezTo>
                  <a:pt x="283369" y="56434"/>
                  <a:pt x="281781" y="60800"/>
                  <a:pt x="276225" y="66753"/>
                </a:cubicBezTo>
                <a:cubicBezTo>
                  <a:pt x="270669" y="72706"/>
                  <a:pt x="257969" y="79850"/>
                  <a:pt x="250031" y="88184"/>
                </a:cubicBezTo>
                <a:cubicBezTo>
                  <a:pt x="242093" y="96518"/>
                  <a:pt x="235744" y="108425"/>
                  <a:pt x="228600" y="116759"/>
                </a:cubicBezTo>
                <a:cubicBezTo>
                  <a:pt x="221456" y="125093"/>
                  <a:pt x="207169" y="138190"/>
                  <a:pt x="207169" y="138190"/>
                </a:cubicBezTo>
                <a:cubicBezTo>
                  <a:pt x="202010" y="143349"/>
                  <a:pt x="201613" y="146127"/>
                  <a:pt x="197644" y="147715"/>
                </a:cubicBezTo>
                <a:cubicBezTo>
                  <a:pt x="193675" y="149302"/>
                  <a:pt x="188912" y="148112"/>
                  <a:pt x="183356" y="147715"/>
                </a:cubicBezTo>
                <a:cubicBezTo>
                  <a:pt x="177800" y="147318"/>
                  <a:pt x="171053" y="143350"/>
                  <a:pt x="164306" y="145334"/>
                </a:cubicBezTo>
                <a:cubicBezTo>
                  <a:pt x="157559" y="147318"/>
                  <a:pt x="147637" y="149303"/>
                  <a:pt x="142875" y="159622"/>
                </a:cubicBezTo>
                <a:cubicBezTo>
                  <a:pt x="138113" y="169941"/>
                  <a:pt x="142081" y="210024"/>
                  <a:pt x="126206" y="214390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p:sp>
        <p:nvSpPr>
          <p:cNvPr id="77" name="40 Fukuoka">
            <a:extLst>
              <a:ext uri="{FF2B5EF4-FFF2-40B4-BE49-F238E27FC236}">
                <a16:creationId xmlns:a16="http://schemas.microsoft.com/office/drawing/2014/main" id="{C053F21C-0C25-FC48-C771-14CDB811A688}"/>
              </a:ext>
            </a:extLst>
          </p:cNvPr>
          <p:cNvSpPr/>
          <p:nvPr/>
        </p:nvSpPr>
        <p:spPr>
          <a:xfrm>
            <a:off x="3812367" y="5471763"/>
            <a:ext cx="426326" cy="424532"/>
          </a:xfrm>
          <a:custGeom>
            <a:avLst/>
            <a:gdLst>
              <a:gd name="connsiteX0" fmla="*/ 107171 w 426326"/>
              <a:gd name="connsiteY0" fmla="*/ 362300 h 424532"/>
              <a:gd name="connsiteX1" fmla="*/ 188133 w 426326"/>
              <a:gd name="connsiteY1" fmla="*/ 295625 h 424532"/>
              <a:gd name="connsiteX2" fmla="*/ 202421 w 426326"/>
              <a:gd name="connsiteY2" fmla="*/ 267050 h 424532"/>
              <a:gd name="connsiteX3" fmla="*/ 197658 w 426326"/>
              <a:gd name="connsiteY3" fmla="*/ 255143 h 424532"/>
              <a:gd name="connsiteX4" fmla="*/ 152414 w 426326"/>
              <a:gd name="connsiteY4" fmla="*/ 257525 h 424532"/>
              <a:gd name="connsiteX5" fmla="*/ 92883 w 426326"/>
              <a:gd name="connsiteY5" fmla="*/ 257525 h 424532"/>
              <a:gd name="connsiteX6" fmla="*/ 54783 w 426326"/>
              <a:gd name="connsiteY6" fmla="*/ 252762 h 424532"/>
              <a:gd name="connsiteX7" fmla="*/ 16683 w 426326"/>
              <a:gd name="connsiteY7" fmla="*/ 245618 h 424532"/>
              <a:gd name="connsiteX8" fmla="*/ 14 w 426326"/>
              <a:gd name="connsiteY8" fmla="*/ 238475 h 424532"/>
              <a:gd name="connsiteX9" fmla="*/ 19064 w 426326"/>
              <a:gd name="connsiteY9" fmla="*/ 195612 h 424532"/>
              <a:gd name="connsiteX10" fmla="*/ 40496 w 426326"/>
              <a:gd name="connsiteY10" fmla="*/ 164656 h 424532"/>
              <a:gd name="connsiteX11" fmla="*/ 50021 w 426326"/>
              <a:gd name="connsiteY11" fmla="*/ 157512 h 424532"/>
              <a:gd name="connsiteX12" fmla="*/ 83358 w 426326"/>
              <a:gd name="connsiteY12" fmla="*/ 164656 h 424532"/>
              <a:gd name="connsiteX13" fmla="*/ 100027 w 426326"/>
              <a:gd name="connsiteY13" fmla="*/ 171800 h 424532"/>
              <a:gd name="connsiteX14" fmla="*/ 116696 w 426326"/>
              <a:gd name="connsiteY14" fmla="*/ 171800 h 424532"/>
              <a:gd name="connsiteX15" fmla="*/ 128602 w 426326"/>
              <a:gd name="connsiteY15" fmla="*/ 147987 h 424532"/>
              <a:gd name="connsiteX16" fmla="*/ 135746 w 426326"/>
              <a:gd name="connsiteY16" fmla="*/ 121793 h 424532"/>
              <a:gd name="connsiteX17" fmla="*/ 142889 w 426326"/>
              <a:gd name="connsiteY17" fmla="*/ 97981 h 424532"/>
              <a:gd name="connsiteX18" fmla="*/ 152414 w 426326"/>
              <a:gd name="connsiteY18" fmla="*/ 78931 h 424532"/>
              <a:gd name="connsiteX19" fmla="*/ 173846 w 426326"/>
              <a:gd name="connsiteY19" fmla="*/ 50356 h 424532"/>
              <a:gd name="connsiteX20" fmla="*/ 195277 w 426326"/>
              <a:gd name="connsiteY20" fmla="*/ 31306 h 424532"/>
              <a:gd name="connsiteX21" fmla="*/ 221471 w 426326"/>
              <a:gd name="connsiteY21" fmla="*/ 31306 h 424532"/>
              <a:gd name="connsiteX22" fmla="*/ 247664 w 426326"/>
              <a:gd name="connsiteY22" fmla="*/ 26543 h 424532"/>
              <a:gd name="connsiteX23" fmla="*/ 283383 w 426326"/>
              <a:gd name="connsiteY23" fmla="*/ 28925 h 424532"/>
              <a:gd name="connsiteX24" fmla="*/ 302433 w 426326"/>
              <a:gd name="connsiteY24" fmla="*/ 2731 h 424532"/>
              <a:gd name="connsiteX25" fmla="*/ 314339 w 426326"/>
              <a:gd name="connsiteY25" fmla="*/ 5112 h 424532"/>
              <a:gd name="connsiteX26" fmla="*/ 333389 w 426326"/>
              <a:gd name="connsiteY26" fmla="*/ 40831 h 424532"/>
              <a:gd name="connsiteX27" fmla="*/ 342914 w 426326"/>
              <a:gd name="connsiteY27" fmla="*/ 71787 h 424532"/>
              <a:gd name="connsiteX28" fmla="*/ 366727 w 426326"/>
              <a:gd name="connsiteY28" fmla="*/ 109887 h 424532"/>
              <a:gd name="connsiteX29" fmla="*/ 397683 w 426326"/>
              <a:gd name="connsiteY29" fmla="*/ 131318 h 424532"/>
              <a:gd name="connsiteX30" fmla="*/ 426258 w 426326"/>
              <a:gd name="connsiteY30" fmla="*/ 145606 h 424532"/>
              <a:gd name="connsiteX31" fmla="*/ 404827 w 426326"/>
              <a:gd name="connsiteY31" fmla="*/ 181325 h 424532"/>
              <a:gd name="connsiteX32" fmla="*/ 378633 w 426326"/>
              <a:gd name="connsiteY32" fmla="*/ 205137 h 424532"/>
              <a:gd name="connsiteX33" fmla="*/ 335771 w 426326"/>
              <a:gd name="connsiteY33" fmla="*/ 238475 h 424532"/>
              <a:gd name="connsiteX34" fmla="*/ 309577 w 426326"/>
              <a:gd name="connsiteY34" fmla="*/ 252762 h 424532"/>
              <a:gd name="connsiteX35" fmla="*/ 295289 w 426326"/>
              <a:gd name="connsiteY35" fmla="*/ 312293 h 424532"/>
              <a:gd name="connsiteX36" fmla="*/ 292908 w 426326"/>
              <a:gd name="connsiteY36" fmla="*/ 352775 h 424532"/>
              <a:gd name="connsiteX37" fmla="*/ 278621 w 426326"/>
              <a:gd name="connsiteY37" fmla="*/ 378968 h 424532"/>
              <a:gd name="connsiteX38" fmla="*/ 250046 w 426326"/>
              <a:gd name="connsiteY38" fmla="*/ 378968 h 424532"/>
              <a:gd name="connsiteX39" fmla="*/ 233377 w 426326"/>
              <a:gd name="connsiteY39" fmla="*/ 395637 h 424532"/>
              <a:gd name="connsiteX40" fmla="*/ 195277 w 426326"/>
              <a:gd name="connsiteY40" fmla="*/ 398018 h 424532"/>
              <a:gd name="connsiteX41" fmla="*/ 173846 w 426326"/>
              <a:gd name="connsiteY41" fmla="*/ 424212 h 424532"/>
              <a:gd name="connsiteX42" fmla="*/ 147652 w 426326"/>
              <a:gd name="connsiteY42" fmla="*/ 409925 h 424532"/>
              <a:gd name="connsiteX43" fmla="*/ 107171 w 426326"/>
              <a:gd name="connsiteY43" fmla="*/ 362300 h 424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426326" h="424532">
                <a:moveTo>
                  <a:pt x="107171" y="362300"/>
                </a:moveTo>
                <a:cubicBezTo>
                  <a:pt x="113918" y="343250"/>
                  <a:pt x="172258" y="311500"/>
                  <a:pt x="188133" y="295625"/>
                </a:cubicBezTo>
                <a:cubicBezTo>
                  <a:pt x="204008" y="279750"/>
                  <a:pt x="200834" y="273797"/>
                  <a:pt x="202421" y="267050"/>
                </a:cubicBezTo>
                <a:cubicBezTo>
                  <a:pt x="204009" y="260303"/>
                  <a:pt x="205992" y="256730"/>
                  <a:pt x="197658" y="255143"/>
                </a:cubicBezTo>
                <a:cubicBezTo>
                  <a:pt x="189324" y="253556"/>
                  <a:pt x="169876" y="257128"/>
                  <a:pt x="152414" y="257525"/>
                </a:cubicBezTo>
                <a:cubicBezTo>
                  <a:pt x="134952" y="257922"/>
                  <a:pt x="109155" y="258319"/>
                  <a:pt x="92883" y="257525"/>
                </a:cubicBezTo>
                <a:cubicBezTo>
                  <a:pt x="76611" y="256731"/>
                  <a:pt x="67483" y="254746"/>
                  <a:pt x="54783" y="252762"/>
                </a:cubicBezTo>
                <a:cubicBezTo>
                  <a:pt x="42083" y="250778"/>
                  <a:pt x="25811" y="247999"/>
                  <a:pt x="16683" y="245618"/>
                </a:cubicBezTo>
                <a:cubicBezTo>
                  <a:pt x="7555" y="243237"/>
                  <a:pt x="-383" y="246809"/>
                  <a:pt x="14" y="238475"/>
                </a:cubicBezTo>
                <a:cubicBezTo>
                  <a:pt x="411" y="230141"/>
                  <a:pt x="12317" y="207915"/>
                  <a:pt x="19064" y="195612"/>
                </a:cubicBezTo>
                <a:cubicBezTo>
                  <a:pt x="25811" y="183309"/>
                  <a:pt x="35337" y="171006"/>
                  <a:pt x="40496" y="164656"/>
                </a:cubicBezTo>
                <a:cubicBezTo>
                  <a:pt x="45655" y="158306"/>
                  <a:pt x="42877" y="157512"/>
                  <a:pt x="50021" y="157512"/>
                </a:cubicBezTo>
                <a:cubicBezTo>
                  <a:pt x="57165" y="157512"/>
                  <a:pt x="75024" y="162275"/>
                  <a:pt x="83358" y="164656"/>
                </a:cubicBezTo>
                <a:cubicBezTo>
                  <a:pt x="91692" y="167037"/>
                  <a:pt x="94471" y="170609"/>
                  <a:pt x="100027" y="171800"/>
                </a:cubicBezTo>
                <a:cubicBezTo>
                  <a:pt x="105583" y="172991"/>
                  <a:pt x="111934" y="175769"/>
                  <a:pt x="116696" y="171800"/>
                </a:cubicBezTo>
                <a:cubicBezTo>
                  <a:pt x="121458" y="167831"/>
                  <a:pt x="125427" y="156321"/>
                  <a:pt x="128602" y="147987"/>
                </a:cubicBezTo>
                <a:cubicBezTo>
                  <a:pt x="131777" y="139653"/>
                  <a:pt x="133365" y="130127"/>
                  <a:pt x="135746" y="121793"/>
                </a:cubicBezTo>
                <a:cubicBezTo>
                  <a:pt x="138127" y="113459"/>
                  <a:pt x="140111" y="105125"/>
                  <a:pt x="142889" y="97981"/>
                </a:cubicBezTo>
                <a:cubicBezTo>
                  <a:pt x="145667" y="90837"/>
                  <a:pt x="147255" y="86868"/>
                  <a:pt x="152414" y="78931"/>
                </a:cubicBezTo>
                <a:cubicBezTo>
                  <a:pt x="157573" y="70994"/>
                  <a:pt x="166702" y="58293"/>
                  <a:pt x="173846" y="50356"/>
                </a:cubicBezTo>
                <a:cubicBezTo>
                  <a:pt x="180990" y="42418"/>
                  <a:pt x="187339" y="34481"/>
                  <a:pt x="195277" y="31306"/>
                </a:cubicBezTo>
                <a:cubicBezTo>
                  <a:pt x="203215" y="28131"/>
                  <a:pt x="212740" y="32100"/>
                  <a:pt x="221471" y="31306"/>
                </a:cubicBezTo>
                <a:cubicBezTo>
                  <a:pt x="230202" y="30512"/>
                  <a:pt x="237345" y="26940"/>
                  <a:pt x="247664" y="26543"/>
                </a:cubicBezTo>
                <a:cubicBezTo>
                  <a:pt x="257983" y="26146"/>
                  <a:pt x="274255" y="32894"/>
                  <a:pt x="283383" y="28925"/>
                </a:cubicBezTo>
                <a:cubicBezTo>
                  <a:pt x="292511" y="24956"/>
                  <a:pt x="297274" y="6700"/>
                  <a:pt x="302433" y="2731"/>
                </a:cubicBezTo>
                <a:cubicBezTo>
                  <a:pt x="307592" y="-1238"/>
                  <a:pt x="309180" y="-1238"/>
                  <a:pt x="314339" y="5112"/>
                </a:cubicBezTo>
                <a:cubicBezTo>
                  <a:pt x="319498" y="11462"/>
                  <a:pt x="328627" y="29719"/>
                  <a:pt x="333389" y="40831"/>
                </a:cubicBezTo>
                <a:cubicBezTo>
                  <a:pt x="338151" y="51943"/>
                  <a:pt x="337358" y="60278"/>
                  <a:pt x="342914" y="71787"/>
                </a:cubicBezTo>
                <a:cubicBezTo>
                  <a:pt x="348470" y="83296"/>
                  <a:pt x="357599" y="99965"/>
                  <a:pt x="366727" y="109887"/>
                </a:cubicBezTo>
                <a:cubicBezTo>
                  <a:pt x="375855" y="119809"/>
                  <a:pt x="387761" y="125365"/>
                  <a:pt x="397683" y="131318"/>
                </a:cubicBezTo>
                <a:cubicBezTo>
                  <a:pt x="407605" y="137271"/>
                  <a:pt x="425067" y="137272"/>
                  <a:pt x="426258" y="145606"/>
                </a:cubicBezTo>
                <a:cubicBezTo>
                  <a:pt x="427449" y="153940"/>
                  <a:pt x="412765" y="171403"/>
                  <a:pt x="404827" y="181325"/>
                </a:cubicBezTo>
                <a:cubicBezTo>
                  <a:pt x="396889" y="191247"/>
                  <a:pt x="390142" y="195612"/>
                  <a:pt x="378633" y="205137"/>
                </a:cubicBezTo>
                <a:cubicBezTo>
                  <a:pt x="367124" y="214662"/>
                  <a:pt x="347280" y="230537"/>
                  <a:pt x="335771" y="238475"/>
                </a:cubicBezTo>
                <a:cubicBezTo>
                  <a:pt x="324262" y="246412"/>
                  <a:pt x="316324" y="240459"/>
                  <a:pt x="309577" y="252762"/>
                </a:cubicBezTo>
                <a:cubicBezTo>
                  <a:pt x="302830" y="265065"/>
                  <a:pt x="298067" y="295624"/>
                  <a:pt x="295289" y="312293"/>
                </a:cubicBezTo>
                <a:cubicBezTo>
                  <a:pt x="292511" y="328962"/>
                  <a:pt x="295686" y="341662"/>
                  <a:pt x="292908" y="352775"/>
                </a:cubicBezTo>
                <a:cubicBezTo>
                  <a:pt x="290130" y="363888"/>
                  <a:pt x="285765" y="374603"/>
                  <a:pt x="278621" y="378968"/>
                </a:cubicBezTo>
                <a:cubicBezTo>
                  <a:pt x="271477" y="383333"/>
                  <a:pt x="257587" y="376190"/>
                  <a:pt x="250046" y="378968"/>
                </a:cubicBezTo>
                <a:cubicBezTo>
                  <a:pt x="242505" y="381746"/>
                  <a:pt x="242505" y="392462"/>
                  <a:pt x="233377" y="395637"/>
                </a:cubicBezTo>
                <a:cubicBezTo>
                  <a:pt x="224249" y="398812"/>
                  <a:pt x="205199" y="393256"/>
                  <a:pt x="195277" y="398018"/>
                </a:cubicBezTo>
                <a:cubicBezTo>
                  <a:pt x="185355" y="402780"/>
                  <a:pt x="181784" y="422228"/>
                  <a:pt x="173846" y="424212"/>
                </a:cubicBezTo>
                <a:cubicBezTo>
                  <a:pt x="165909" y="426197"/>
                  <a:pt x="157177" y="418656"/>
                  <a:pt x="147652" y="409925"/>
                </a:cubicBezTo>
                <a:cubicBezTo>
                  <a:pt x="138127" y="401194"/>
                  <a:pt x="100424" y="381350"/>
                  <a:pt x="107171" y="362300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p:sp>
        <p:nvSpPr>
          <p:cNvPr id="24" name="39 Kochi">
            <a:extLst>
              <a:ext uri="{FF2B5EF4-FFF2-40B4-BE49-F238E27FC236}">
                <a16:creationId xmlns:a16="http://schemas.microsoft.com/office/drawing/2014/main" id="{D3979B4A-D063-1E7E-4FE0-34ED7C011E45}"/>
              </a:ext>
            </a:extLst>
          </p:cNvPr>
          <p:cNvSpPr/>
          <p:nvPr/>
        </p:nvSpPr>
        <p:spPr>
          <a:xfrm>
            <a:off x="4719514" y="5443460"/>
            <a:ext cx="614728" cy="528048"/>
          </a:xfrm>
          <a:custGeom>
            <a:avLst/>
            <a:gdLst>
              <a:gd name="connsiteX0" fmla="*/ 150936 w 614728"/>
              <a:gd name="connsiteY0" fmla="*/ 179465 h 528048"/>
              <a:gd name="connsiteX1" fmla="*/ 239836 w 614728"/>
              <a:gd name="connsiteY1" fmla="*/ 68340 h 528048"/>
              <a:gd name="connsiteX2" fmla="*/ 335086 w 614728"/>
              <a:gd name="connsiteY2" fmla="*/ 8015 h 528048"/>
              <a:gd name="connsiteX3" fmla="*/ 370011 w 614728"/>
              <a:gd name="connsiteY3" fmla="*/ 1665 h 528048"/>
              <a:gd name="connsiteX4" fmla="*/ 389061 w 614728"/>
              <a:gd name="connsiteY4" fmla="*/ 17540 h 528048"/>
              <a:gd name="connsiteX5" fmla="*/ 414461 w 614728"/>
              <a:gd name="connsiteY5" fmla="*/ 27065 h 528048"/>
              <a:gd name="connsiteX6" fmla="*/ 443036 w 614728"/>
              <a:gd name="connsiteY6" fmla="*/ 20715 h 528048"/>
              <a:gd name="connsiteX7" fmla="*/ 481136 w 614728"/>
              <a:gd name="connsiteY7" fmla="*/ 33415 h 528048"/>
              <a:gd name="connsiteX8" fmla="*/ 528761 w 614728"/>
              <a:gd name="connsiteY8" fmla="*/ 65165 h 528048"/>
              <a:gd name="connsiteX9" fmla="*/ 560511 w 614728"/>
              <a:gd name="connsiteY9" fmla="*/ 90565 h 528048"/>
              <a:gd name="connsiteX10" fmla="*/ 595436 w 614728"/>
              <a:gd name="connsiteY10" fmla="*/ 119140 h 528048"/>
              <a:gd name="connsiteX11" fmla="*/ 614486 w 614728"/>
              <a:gd name="connsiteY11" fmla="*/ 128665 h 528048"/>
              <a:gd name="connsiteX12" fmla="*/ 582736 w 614728"/>
              <a:gd name="connsiteY12" fmla="*/ 195340 h 528048"/>
              <a:gd name="connsiteX13" fmla="*/ 557336 w 614728"/>
              <a:gd name="connsiteY13" fmla="*/ 252490 h 528048"/>
              <a:gd name="connsiteX14" fmla="*/ 541461 w 614728"/>
              <a:gd name="connsiteY14" fmla="*/ 262015 h 528048"/>
              <a:gd name="connsiteX15" fmla="*/ 516061 w 614728"/>
              <a:gd name="connsiteY15" fmla="*/ 246140 h 528048"/>
              <a:gd name="connsiteX16" fmla="*/ 462086 w 614728"/>
              <a:gd name="connsiteY16" fmla="*/ 195340 h 528048"/>
              <a:gd name="connsiteX17" fmla="*/ 414461 w 614728"/>
              <a:gd name="connsiteY17" fmla="*/ 166765 h 528048"/>
              <a:gd name="connsiteX18" fmla="*/ 379536 w 614728"/>
              <a:gd name="connsiteY18" fmla="*/ 157240 h 528048"/>
              <a:gd name="connsiteX19" fmla="*/ 338261 w 614728"/>
              <a:gd name="connsiteY19" fmla="*/ 188990 h 528048"/>
              <a:gd name="connsiteX20" fmla="*/ 284286 w 614728"/>
              <a:gd name="connsiteY20" fmla="*/ 220740 h 528048"/>
              <a:gd name="connsiteX21" fmla="*/ 243011 w 614728"/>
              <a:gd name="connsiteY21" fmla="*/ 242965 h 528048"/>
              <a:gd name="connsiteX22" fmla="*/ 230311 w 614728"/>
              <a:gd name="connsiteY22" fmla="*/ 249315 h 528048"/>
              <a:gd name="connsiteX23" fmla="*/ 236661 w 614728"/>
              <a:gd name="connsiteY23" fmla="*/ 284240 h 528048"/>
              <a:gd name="connsiteX24" fmla="*/ 233486 w 614728"/>
              <a:gd name="connsiteY24" fmla="*/ 322340 h 528048"/>
              <a:gd name="connsiteX25" fmla="*/ 220786 w 614728"/>
              <a:gd name="connsiteY25" fmla="*/ 350915 h 528048"/>
              <a:gd name="connsiteX26" fmla="*/ 185861 w 614728"/>
              <a:gd name="connsiteY26" fmla="*/ 369965 h 528048"/>
              <a:gd name="connsiteX27" fmla="*/ 169986 w 614728"/>
              <a:gd name="connsiteY27" fmla="*/ 385840 h 528048"/>
              <a:gd name="connsiteX28" fmla="*/ 169986 w 614728"/>
              <a:gd name="connsiteY28" fmla="*/ 404890 h 528048"/>
              <a:gd name="connsiteX29" fmla="*/ 147761 w 614728"/>
              <a:gd name="connsiteY29" fmla="*/ 436640 h 528048"/>
              <a:gd name="connsiteX30" fmla="*/ 166811 w 614728"/>
              <a:gd name="connsiteY30" fmla="*/ 481090 h 528048"/>
              <a:gd name="connsiteX31" fmla="*/ 163636 w 614728"/>
              <a:gd name="connsiteY31" fmla="*/ 487440 h 528048"/>
              <a:gd name="connsiteX32" fmla="*/ 144586 w 614728"/>
              <a:gd name="connsiteY32" fmla="*/ 487440 h 528048"/>
              <a:gd name="connsiteX33" fmla="*/ 122361 w 614728"/>
              <a:gd name="connsiteY33" fmla="*/ 487440 h 528048"/>
              <a:gd name="connsiteX34" fmla="*/ 103311 w 614728"/>
              <a:gd name="connsiteY34" fmla="*/ 500140 h 528048"/>
              <a:gd name="connsiteX35" fmla="*/ 68386 w 614728"/>
              <a:gd name="connsiteY35" fmla="*/ 519190 h 528048"/>
              <a:gd name="connsiteX36" fmla="*/ 52511 w 614728"/>
              <a:gd name="connsiteY36" fmla="*/ 525540 h 528048"/>
              <a:gd name="connsiteX37" fmla="*/ 11236 w 614728"/>
              <a:gd name="connsiteY37" fmla="*/ 477915 h 528048"/>
              <a:gd name="connsiteX38" fmla="*/ 1711 w 614728"/>
              <a:gd name="connsiteY38" fmla="*/ 468390 h 528048"/>
              <a:gd name="connsiteX39" fmla="*/ 39811 w 614728"/>
              <a:gd name="connsiteY39" fmla="*/ 417590 h 528048"/>
              <a:gd name="connsiteX40" fmla="*/ 20761 w 614728"/>
              <a:gd name="connsiteY40" fmla="*/ 344565 h 528048"/>
              <a:gd name="connsiteX41" fmla="*/ 65211 w 614728"/>
              <a:gd name="connsiteY41" fmla="*/ 312815 h 528048"/>
              <a:gd name="connsiteX42" fmla="*/ 87436 w 614728"/>
              <a:gd name="connsiteY42" fmla="*/ 287415 h 528048"/>
              <a:gd name="connsiteX43" fmla="*/ 103311 w 614728"/>
              <a:gd name="connsiteY43" fmla="*/ 252490 h 528048"/>
              <a:gd name="connsiteX44" fmla="*/ 109661 w 614728"/>
              <a:gd name="connsiteY44" fmla="*/ 208040 h 528048"/>
              <a:gd name="connsiteX45" fmla="*/ 150936 w 614728"/>
              <a:gd name="connsiteY45" fmla="*/ 179465 h 5280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614728" h="528048">
                <a:moveTo>
                  <a:pt x="150936" y="179465"/>
                </a:moveTo>
                <a:cubicBezTo>
                  <a:pt x="172632" y="156182"/>
                  <a:pt x="209144" y="96915"/>
                  <a:pt x="239836" y="68340"/>
                </a:cubicBezTo>
                <a:cubicBezTo>
                  <a:pt x="270528" y="39765"/>
                  <a:pt x="313390" y="19127"/>
                  <a:pt x="335086" y="8015"/>
                </a:cubicBezTo>
                <a:cubicBezTo>
                  <a:pt x="356782" y="-3097"/>
                  <a:pt x="361015" y="78"/>
                  <a:pt x="370011" y="1665"/>
                </a:cubicBezTo>
                <a:cubicBezTo>
                  <a:pt x="379007" y="3252"/>
                  <a:pt x="381653" y="13307"/>
                  <a:pt x="389061" y="17540"/>
                </a:cubicBezTo>
                <a:cubicBezTo>
                  <a:pt x="396469" y="21773"/>
                  <a:pt x="405465" y="26536"/>
                  <a:pt x="414461" y="27065"/>
                </a:cubicBezTo>
                <a:cubicBezTo>
                  <a:pt x="423457" y="27594"/>
                  <a:pt x="431924" y="19657"/>
                  <a:pt x="443036" y="20715"/>
                </a:cubicBezTo>
                <a:cubicBezTo>
                  <a:pt x="454148" y="21773"/>
                  <a:pt x="466849" y="26007"/>
                  <a:pt x="481136" y="33415"/>
                </a:cubicBezTo>
                <a:cubicBezTo>
                  <a:pt x="495423" y="40823"/>
                  <a:pt x="515532" y="55640"/>
                  <a:pt x="528761" y="65165"/>
                </a:cubicBezTo>
                <a:cubicBezTo>
                  <a:pt x="541990" y="74690"/>
                  <a:pt x="549399" y="81569"/>
                  <a:pt x="560511" y="90565"/>
                </a:cubicBezTo>
                <a:cubicBezTo>
                  <a:pt x="571623" y="99561"/>
                  <a:pt x="586440" y="112790"/>
                  <a:pt x="595436" y="119140"/>
                </a:cubicBezTo>
                <a:cubicBezTo>
                  <a:pt x="604432" y="125490"/>
                  <a:pt x="616603" y="115965"/>
                  <a:pt x="614486" y="128665"/>
                </a:cubicBezTo>
                <a:cubicBezTo>
                  <a:pt x="612369" y="141365"/>
                  <a:pt x="592261" y="174703"/>
                  <a:pt x="582736" y="195340"/>
                </a:cubicBezTo>
                <a:cubicBezTo>
                  <a:pt x="573211" y="215977"/>
                  <a:pt x="564215" y="241378"/>
                  <a:pt x="557336" y="252490"/>
                </a:cubicBezTo>
                <a:cubicBezTo>
                  <a:pt x="550457" y="263602"/>
                  <a:pt x="548340" y="263073"/>
                  <a:pt x="541461" y="262015"/>
                </a:cubicBezTo>
                <a:cubicBezTo>
                  <a:pt x="534582" y="260957"/>
                  <a:pt x="529290" y="257252"/>
                  <a:pt x="516061" y="246140"/>
                </a:cubicBezTo>
                <a:cubicBezTo>
                  <a:pt x="502832" y="235028"/>
                  <a:pt x="479019" y="208569"/>
                  <a:pt x="462086" y="195340"/>
                </a:cubicBezTo>
                <a:cubicBezTo>
                  <a:pt x="445153" y="182111"/>
                  <a:pt x="428219" y="173115"/>
                  <a:pt x="414461" y="166765"/>
                </a:cubicBezTo>
                <a:cubicBezTo>
                  <a:pt x="400703" y="160415"/>
                  <a:pt x="392236" y="153536"/>
                  <a:pt x="379536" y="157240"/>
                </a:cubicBezTo>
                <a:cubicBezTo>
                  <a:pt x="366836" y="160944"/>
                  <a:pt x="354136" y="178407"/>
                  <a:pt x="338261" y="188990"/>
                </a:cubicBezTo>
                <a:cubicBezTo>
                  <a:pt x="322386" y="199573"/>
                  <a:pt x="300161" y="211744"/>
                  <a:pt x="284286" y="220740"/>
                </a:cubicBezTo>
                <a:cubicBezTo>
                  <a:pt x="268411" y="229736"/>
                  <a:pt x="243011" y="242965"/>
                  <a:pt x="243011" y="242965"/>
                </a:cubicBezTo>
                <a:cubicBezTo>
                  <a:pt x="234015" y="247727"/>
                  <a:pt x="231369" y="242436"/>
                  <a:pt x="230311" y="249315"/>
                </a:cubicBezTo>
                <a:cubicBezTo>
                  <a:pt x="229253" y="256194"/>
                  <a:pt x="236132" y="272069"/>
                  <a:pt x="236661" y="284240"/>
                </a:cubicBezTo>
                <a:cubicBezTo>
                  <a:pt x="237190" y="296411"/>
                  <a:pt x="236132" y="311227"/>
                  <a:pt x="233486" y="322340"/>
                </a:cubicBezTo>
                <a:cubicBezTo>
                  <a:pt x="230840" y="333453"/>
                  <a:pt x="228723" y="342978"/>
                  <a:pt x="220786" y="350915"/>
                </a:cubicBezTo>
                <a:cubicBezTo>
                  <a:pt x="212849" y="358852"/>
                  <a:pt x="194328" y="364144"/>
                  <a:pt x="185861" y="369965"/>
                </a:cubicBezTo>
                <a:cubicBezTo>
                  <a:pt x="177394" y="375786"/>
                  <a:pt x="172632" y="380019"/>
                  <a:pt x="169986" y="385840"/>
                </a:cubicBezTo>
                <a:cubicBezTo>
                  <a:pt x="167340" y="391661"/>
                  <a:pt x="173690" y="396423"/>
                  <a:pt x="169986" y="404890"/>
                </a:cubicBezTo>
                <a:cubicBezTo>
                  <a:pt x="166282" y="413357"/>
                  <a:pt x="148290" y="423940"/>
                  <a:pt x="147761" y="436640"/>
                </a:cubicBezTo>
                <a:cubicBezTo>
                  <a:pt x="147232" y="449340"/>
                  <a:pt x="166811" y="481090"/>
                  <a:pt x="166811" y="481090"/>
                </a:cubicBezTo>
                <a:cubicBezTo>
                  <a:pt x="169457" y="489557"/>
                  <a:pt x="167340" y="486382"/>
                  <a:pt x="163636" y="487440"/>
                </a:cubicBezTo>
                <a:cubicBezTo>
                  <a:pt x="159932" y="488498"/>
                  <a:pt x="144586" y="487440"/>
                  <a:pt x="144586" y="487440"/>
                </a:cubicBezTo>
                <a:cubicBezTo>
                  <a:pt x="137707" y="487440"/>
                  <a:pt x="129240" y="485323"/>
                  <a:pt x="122361" y="487440"/>
                </a:cubicBezTo>
                <a:cubicBezTo>
                  <a:pt x="115482" y="489557"/>
                  <a:pt x="112307" y="494848"/>
                  <a:pt x="103311" y="500140"/>
                </a:cubicBezTo>
                <a:cubicBezTo>
                  <a:pt x="94315" y="505432"/>
                  <a:pt x="76853" y="514957"/>
                  <a:pt x="68386" y="519190"/>
                </a:cubicBezTo>
                <a:cubicBezTo>
                  <a:pt x="59919" y="523423"/>
                  <a:pt x="62036" y="532419"/>
                  <a:pt x="52511" y="525540"/>
                </a:cubicBezTo>
                <a:cubicBezTo>
                  <a:pt x="42986" y="518661"/>
                  <a:pt x="11236" y="477915"/>
                  <a:pt x="11236" y="477915"/>
                </a:cubicBezTo>
                <a:cubicBezTo>
                  <a:pt x="2769" y="468390"/>
                  <a:pt x="-3052" y="478444"/>
                  <a:pt x="1711" y="468390"/>
                </a:cubicBezTo>
                <a:cubicBezTo>
                  <a:pt x="6473" y="458336"/>
                  <a:pt x="36636" y="438228"/>
                  <a:pt x="39811" y="417590"/>
                </a:cubicBezTo>
                <a:cubicBezTo>
                  <a:pt x="42986" y="396953"/>
                  <a:pt x="16528" y="362027"/>
                  <a:pt x="20761" y="344565"/>
                </a:cubicBezTo>
                <a:cubicBezTo>
                  <a:pt x="24994" y="327103"/>
                  <a:pt x="54098" y="322340"/>
                  <a:pt x="65211" y="312815"/>
                </a:cubicBezTo>
                <a:cubicBezTo>
                  <a:pt x="76323" y="303290"/>
                  <a:pt x="81086" y="297469"/>
                  <a:pt x="87436" y="287415"/>
                </a:cubicBezTo>
                <a:cubicBezTo>
                  <a:pt x="93786" y="277361"/>
                  <a:pt x="99607" y="265719"/>
                  <a:pt x="103311" y="252490"/>
                </a:cubicBezTo>
                <a:cubicBezTo>
                  <a:pt x="107015" y="239261"/>
                  <a:pt x="109661" y="208040"/>
                  <a:pt x="109661" y="208040"/>
                </a:cubicBezTo>
                <a:cubicBezTo>
                  <a:pt x="110719" y="199044"/>
                  <a:pt x="129240" y="202748"/>
                  <a:pt x="150936" y="179465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p:sp>
        <p:nvSpPr>
          <p:cNvPr id="126" name="38 ehime">
            <a:extLst>
              <a:ext uri="{FF2B5EF4-FFF2-40B4-BE49-F238E27FC236}">
                <a16:creationId xmlns:a16="http://schemas.microsoft.com/office/drawing/2014/main" id="{DA2EB004-AECC-1F1E-0E41-7A4D5FE38F32}"/>
              </a:ext>
            </a:extLst>
          </p:cNvPr>
          <p:cNvSpPr/>
          <p:nvPr/>
        </p:nvSpPr>
        <p:spPr>
          <a:xfrm>
            <a:off x="4541022" y="5388609"/>
            <a:ext cx="543273" cy="543190"/>
          </a:xfrm>
          <a:custGeom>
            <a:avLst/>
            <a:gdLst>
              <a:gd name="connsiteX0" fmla="*/ 195284 w 543273"/>
              <a:gd name="connsiteY0" fmla="*/ 412116 h 543190"/>
              <a:gd name="connsiteX1" fmla="*/ 219097 w 543273"/>
              <a:gd name="connsiteY1" fmla="*/ 478791 h 543190"/>
              <a:gd name="connsiteX2" fmla="*/ 192903 w 543273"/>
              <a:gd name="connsiteY2" fmla="*/ 516891 h 543190"/>
              <a:gd name="connsiteX3" fmla="*/ 178616 w 543273"/>
              <a:gd name="connsiteY3" fmla="*/ 524035 h 543190"/>
              <a:gd name="connsiteX4" fmla="*/ 150041 w 543273"/>
              <a:gd name="connsiteY4" fmla="*/ 495460 h 543190"/>
              <a:gd name="connsiteX5" fmla="*/ 92891 w 543273"/>
              <a:gd name="connsiteY5" fmla="*/ 543085 h 543190"/>
              <a:gd name="connsiteX6" fmla="*/ 100034 w 543273"/>
              <a:gd name="connsiteY6" fmla="*/ 507366 h 543190"/>
              <a:gd name="connsiteX7" fmla="*/ 107178 w 543273"/>
              <a:gd name="connsiteY7" fmla="*/ 476410 h 543190"/>
              <a:gd name="connsiteX8" fmla="*/ 126228 w 543273"/>
              <a:gd name="connsiteY8" fmla="*/ 447835 h 543190"/>
              <a:gd name="connsiteX9" fmla="*/ 135753 w 543273"/>
              <a:gd name="connsiteY9" fmla="*/ 424022 h 543190"/>
              <a:gd name="connsiteX10" fmla="*/ 145278 w 543273"/>
              <a:gd name="connsiteY10" fmla="*/ 393066 h 543190"/>
              <a:gd name="connsiteX11" fmla="*/ 147659 w 543273"/>
              <a:gd name="connsiteY11" fmla="*/ 374016 h 543190"/>
              <a:gd name="connsiteX12" fmla="*/ 138134 w 543273"/>
              <a:gd name="connsiteY12" fmla="*/ 350204 h 543190"/>
              <a:gd name="connsiteX13" fmla="*/ 116703 w 543273"/>
              <a:gd name="connsiteY13" fmla="*/ 324010 h 543190"/>
              <a:gd name="connsiteX14" fmla="*/ 90509 w 543273"/>
              <a:gd name="connsiteY14" fmla="*/ 309722 h 543190"/>
              <a:gd name="connsiteX15" fmla="*/ 59553 w 543273"/>
              <a:gd name="connsiteY15" fmla="*/ 302579 h 543190"/>
              <a:gd name="connsiteX16" fmla="*/ 22 w 543273"/>
              <a:gd name="connsiteY16" fmla="*/ 297816 h 543190"/>
              <a:gd name="connsiteX17" fmla="*/ 66697 w 543273"/>
              <a:gd name="connsiteY17" fmla="*/ 264479 h 543190"/>
              <a:gd name="connsiteX18" fmla="*/ 138134 w 543273"/>
              <a:gd name="connsiteY18" fmla="*/ 228760 h 543190"/>
              <a:gd name="connsiteX19" fmla="*/ 195284 w 543273"/>
              <a:gd name="connsiteY19" fmla="*/ 154941 h 543190"/>
              <a:gd name="connsiteX20" fmla="*/ 202428 w 543273"/>
              <a:gd name="connsiteY20" fmla="*/ 112079 h 543190"/>
              <a:gd name="connsiteX21" fmla="*/ 226241 w 543273"/>
              <a:gd name="connsiteY21" fmla="*/ 104935 h 543190"/>
              <a:gd name="connsiteX22" fmla="*/ 238147 w 543273"/>
              <a:gd name="connsiteY22" fmla="*/ 50166 h 543190"/>
              <a:gd name="connsiteX23" fmla="*/ 269103 w 543273"/>
              <a:gd name="connsiteY23" fmla="*/ 9685 h 543190"/>
              <a:gd name="connsiteX24" fmla="*/ 292916 w 543273"/>
              <a:gd name="connsiteY24" fmla="*/ 160 h 543190"/>
              <a:gd name="connsiteX25" fmla="*/ 333397 w 543273"/>
              <a:gd name="connsiteY25" fmla="*/ 14447 h 543190"/>
              <a:gd name="connsiteX26" fmla="*/ 359591 w 543273"/>
              <a:gd name="connsiteY26" fmla="*/ 40641 h 543190"/>
              <a:gd name="connsiteX27" fmla="*/ 383403 w 543273"/>
              <a:gd name="connsiteY27" fmla="*/ 59691 h 543190"/>
              <a:gd name="connsiteX28" fmla="*/ 431028 w 543273"/>
              <a:gd name="connsiteY28" fmla="*/ 38260 h 543190"/>
              <a:gd name="connsiteX29" fmla="*/ 500084 w 543273"/>
              <a:gd name="connsiteY29" fmla="*/ 26354 h 543190"/>
              <a:gd name="connsiteX30" fmla="*/ 523897 w 543273"/>
              <a:gd name="connsiteY30" fmla="*/ 21591 h 543190"/>
              <a:gd name="connsiteX31" fmla="*/ 542947 w 543273"/>
              <a:gd name="connsiteY31" fmla="*/ 43022 h 543190"/>
              <a:gd name="connsiteX32" fmla="*/ 533422 w 543273"/>
              <a:gd name="connsiteY32" fmla="*/ 57310 h 543190"/>
              <a:gd name="connsiteX33" fmla="*/ 502466 w 543273"/>
              <a:gd name="connsiteY33" fmla="*/ 71597 h 543190"/>
              <a:gd name="connsiteX34" fmla="*/ 457222 w 543273"/>
              <a:gd name="connsiteY34" fmla="*/ 104935 h 543190"/>
              <a:gd name="connsiteX35" fmla="*/ 414359 w 543273"/>
              <a:gd name="connsiteY35" fmla="*/ 133510 h 543190"/>
              <a:gd name="connsiteX36" fmla="*/ 357209 w 543273"/>
              <a:gd name="connsiteY36" fmla="*/ 202566 h 543190"/>
              <a:gd name="connsiteX37" fmla="*/ 331016 w 543273"/>
              <a:gd name="connsiteY37" fmla="*/ 223997 h 543190"/>
              <a:gd name="connsiteX38" fmla="*/ 288153 w 543273"/>
              <a:gd name="connsiteY38" fmla="*/ 266860 h 543190"/>
              <a:gd name="connsiteX39" fmla="*/ 278628 w 543273"/>
              <a:gd name="connsiteY39" fmla="*/ 281147 h 543190"/>
              <a:gd name="connsiteX40" fmla="*/ 276247 w 543273"/>
              <a:gd name="connsiteY40" fmla="*/ 335916 h 543190"/>
              <a:gd name="connsiteX41" fmla="*/ 245291 w 543273"/>
              <a:gd name="connsiteY41" fmla="*/ 366872 h 543190"/>
              <a:gd name="connsiteX42" fmla="*/ 195284 w 543273"/>
              <a:gd name="connsiteY42" fmla="*/ 412116 h 5431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543273" h="543190">
                <a:moveTo>
                  <a:pt x="195284" y="412116"/>
                </a:moveTo>
                <a:cubicBezTo>
                  <a:pt x="190918" y="430769"/>
                  <a:pt x="219494" y="461329"/>
                  <a:pt x="219097" y="478791"/>
                </a:cubicBezTo>
                <a:cubicBezTo>
                  <a:pt x="218700" y="496253"/>
                  <a:pt x="199650" y="509350"/>
                  <a:pt x="192903" y="516891"/>
                </a:cubicBezTo>
                <a:cubicBezTo>
                  <a:pt x="186156" y="524432"/>
                  <a:pt x="185760" y="527607"/>
                  <a:pt x="178616" y="524035"/>
                </a:cubicBezTo>
                <a:cubicBezTo>
                  <a:pt x="171472" y="520463"/>
                  <a:pt x="164328" y="492285"/>
                  <a:pt x="150041" y="495460"/>
                </a:cubicBezTo>
                <a:cubicBezTo>
                  <a:pt x="135754" y="498635"/>
                  <a:pt x="101225" y="541101"/>
                  <a:pt x="92891" y="543085"/>
                </a:cubicBezTo>
                <a:cubicBezTo>
                  <a:pt x="84557" y="545069"/>
                  <a:pt x="97653" y="518479"/>
                  <a:pt x="100034" y="507366"/>
                </a:cubicBezTo>
                <a:cubicBezTo>
                  <a:pt x="102415" y="496254"/>
                  <a:pt x="102812" y="486332"/>
                  <a:pt x="107178" y="476410"/>
                </a:cubicBezTo>
                <a:cubicBezTo>
                  <a:pt x="111544" y="466488"/>
                  <a:pt x="121466" y="456566"/>
                  <a:pt x="126228" y="447835"/>
                </a:cubicBezTo>
                <a:cubicBezTo>
                  <a:pt x="130990" y="439104"/>
                  <a:pt x="132578" y="433150"/>
                  <a:pt x="135753" y="424022"/>
                </a:cubicBezTo>
                <a:cubicBezTo>
                  <a:pt x="138928" y="414894"/>
                  <a:pt x="143294" y="401400"/>
                  <a:pt x="145278" y="393066"/>
                </a:cubicBezTo>
                <a:cubicBezTo>
                  <a:pt x="147262" y="384732"/>
                  <a:pt x="148850" y="381160"/>
                  <a:pt x="147659" y="374016"/>
                </a:cubicBezTo>
                <a:cubicBezTo>
                  <a:pt x="146468" y="366872"/>
                  <a:pt x="143293" y="358538"/>
                  <a:pt x="138134" y="350204"/>
                </a:cubicBezTo>
                <a:cubicBezTo>
                  <a:pt x="132975" y="341870"/>
                  <a:pt x="124640" y="330757"/>
                  <a:pt x="116703" y="324010"/>
                </a:cubicBezTo>
                <a:cubicBezTo>
                  <a:pt x="108766" y="317263"/>
                  <a:pt x="100034" y="313294"/>
                  <a:pt x="90509" y="309722"/>
                </a:cubicBezTo>
                <a:cubicBezTo>
                  <a:pt x="80984" y="306150"/>
                  <a:pt x="74634" y="304563"/>
                  <a:pt x="59553" y="302579"/>
                </a:cubicBezTo>
                <a:cubicBezTo>
                  <a:pt x="44472" y="300595"/>
                  <a:pt x="-1169" y="304166"/>
                  <a:pt x="22" y="297816"/>
                </a:cubicBezTo>
                <a:cubicBezTo>
                  <a:pt x="1213" y="291466"/>
                  <a:pt x="66697" y="264479"/>
                  <a:pt x="66697" y="264479"/>
                </a:cubicBezTo>
                <a:cubicBezTo>
                  <a:pt x="89716" y="252970"/>
                  <a:pt x="116703" y="247016"/>
                  <a:pt x="138134" y="228760"/>
                </a:cubicBezTo>
                <a:cubicBezTo>
                  <a:pt x="159565" y="210504"/>
                  <a:pt x="184568" y="174388"/>
                  <a:pt x="195284" y="154941"/>
                </a:cubicBezTo>
                <a:cubicBezTo>
                  <a:pt x="206000" y="135494"/>
                  <a:pt x="197269" y="120413"/>
                  <a:pt x="202428" y="112079"/>
                </a:cubicBezTo>
                <a:cubicBezTo>
                  <a:pt x="207587" y="103745"/>
                  <a:pt x="220288" y="115254"/>
                  <a:pt x="226241" y="104935"/>
                </a:cubicBezTo>
                <a:cubicBezTo>
                  <a:pt x="232194" y="94616"/>
                  <a:pt x="231003" y="66041"/>
                  <a:pt x="238147" y="50166"/>
                </a:cubicBezTo>
                <a:cubicBezTo>
                  <a:pt x="245291" y="34291"/>
                  <a:pt x="259975" y="18019"/>
                  <a:pt x="269103" y="9685"/>
                </a:cubicBezTo>
                <a:cubicBezTo>
                  <a:pt x="278231" y="1351"/>
                  <a:pt x="282200" y="-634"/>
                  <a:pt x="292916" y="160"/>
                </a:cubicBezTo>
                <a:cubicBezTo>
                  <a:pt x="303632" y="954"/>
                  <a:pt x="322285" y="7700"/>
                  <a:pt x="333397" y="14447"/>
                </a:cubicBezTo>
                <a:cubicBezTo>
                  <a:pt x="344509" y="21194"/>
                  <a:pt x="351257" y="33100"/>
                  <a:pt x="359591" y="40641"/>
                </a:cubicBezTo>
                <a:cubicBezTo>
                  <a:pt x="367925" y="48182"/>
                  <a:pt x="371497" y="60088"/>
                  <a:pt x="383403" y="59691"/>
                </a:cubicBezTo>
                <a:cubicBezTo>
                  <a:pt x="395309" y="59294"/>
                  <a:pt x="411581" y="43816"/>
                  <a:pt x="431028" y="38260"/>
                </a:cubicBezTo>
                <a:cubicBezTo>
                  <a:pt x="450475" y="32704"/>
                  <a:pt x="484606" y="29132"/>
                  <a:pt x="500084" y="26354"/>
                </a:cubicBezTo>
                <a:cubicBezTo>
                  <a:pt x="515562" y="23576"/>
                  <a:pt x="516753" y="18813"/>
                  <a:pt x="523897" y="21591"/>
                </a:cubicBezTo>
                <a:cubicBezTo>
                  <a:pt x="531041" y="24369"/>
                  <a:pt x="541360" y="37069"/>
                  <a:pt x="542947" y="43022"/>
                </a:cubicBezTo>
                <a:cubicBezTo>
                  <a:pt x="544535" y="48975"/>
                  <a:pt x="540169" y="52548"/>
                  <a:pt x="533422" y="57310"/>
                </a:cubicBezTo>
                <a:cubicBezTo>
                  <a:pt x="526675" y="62072"/>
                  <a:pt x="515166" y="63660"/>
                  <a:pt x="502466" y="71597"/>
                </a:cubicBezTo>
                <a:cubicBezTo>
                  <a:pt x="489766" y="79534"/>
                  <a:pt x="471906" y="94616"/>
                  <a:pt x="457222" y="104935"/>
                </a:cubicBezTo>
                <a:cubicBezTo>
                  <a:pt x="442538" y="115254"/>
                  <a:pt x="431028" y="117238"/>
                  <a:pt x="414359" y="133510"/>
                </a:cubicBezTo>
                <a:cubicBezTo>
                  <a:pt x="397690" y="149782"/>
                  <a:pt x="371099" y="187485"/>
                  <a:pt x="357209" y="202566"/>
                </a:cubicBezTo>
                <a:cubicBezTo>
                  <a:pt x="343319" y="217647"/>
                  <a:pt x="342525" y="213281"/>
                  <a:pt x="331016" y="223997"/>
                </a:cubicBezTo>
                <a:cubicBezTo>
                  <a:pt x="319507" y="234713"/>
                  <a:pt x="296884" y="257335"/>
                  <a:pt x="288153" y="266860"/>
                </a:cubicBezTo>
                <a:cubicBezTo>
                  <a:pt x="279422" y="276385"/>
                  <a:pt x="280612" y="269638"/>
                  <a:pt x="278628" y="281147"/>
                </a:cubicBezTo>
                <a:cubicBezTo>
                  <a:pt x="276644" y="292656"/>
                  <a:pt x="281803" y="321628"/>
                  <a:pt x="276247" y="335916"/>
                </a:cubicBezTo>
                <a:cubicBezTo>
                  <a:pt x="270691" y="350203"/>
                  <a:pt x="256404" y="356950"/>
                  <a:pt x="245291" y="366872"/>
                </a:cubicBezTo>
                <a:cubicBezTo>
                  <a:pt x="234179" y="376794"/>
                  <a:pt x="199650" y="393463"/>
                  <a:pt x="195284" y="412116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p:sp>
        <p:nvSpPr>
          <p:cNvPr id="68" name="37 Kagawa">
            <a:extLst>
              <a:ext uri="{FF2B5EF4-FFF2-40B4-BE49-F238E27FC236}">
                <a16:creationId xmlns:a16="http://schemas.microsoft.com/office/drawing/2014/main" id="{4A9EBD01-306F-B9EC-BC81-DE44B3B40378}"/>
              </a:ext>
            </a:extLst>
          </p:cNvPr>
          <p:cNvSpPr/>
          <p:nvPr/>
        </p:nvSpPr>
        <p:spPr>
          <a:xfrm>
            <a:off x="5059789" y="5233988"/>
            <a:ext cx="288860" cy="197796"/>
          </a:xfrm>
          <a:custGeom>
            <a:avLst/>
            <a:gdLst>
              <a:gd name="connsiteX0" fmla="*/ 31324 w 288860"/>
              <a:gd name="connsiteY0" fmla="*/ 197643 h 197796"/>
              <a:gd name="connsiteX1" fmla="*/ 2749 w 288860"/>
              <a:gd name="connsiteY1" fmla="*/ 152400 h 197796"/>
              <a:gd name="connsiteX2" fmla="*/ 2749 w 288860"/>
              <a:gd name="connsiteY2" fmla="*/ 123825 h 197796"/>
              <a:gd name="connsiteX3" fmla="*/ 17036 w 288860"/>
              <a:gd name="connsiteY3" fmla="*/ 90487 h 197796"/>
              <a:gd name="connsiteX4" fmla="*/ 50374 w 288860"/>
              <a:gd name="connsiteY4" fmla="*/ 57150 h 197796"/>
              <a:gd name="connsiteX5" fmla="*/ 83711 w 288860"/>
              <a:gd name="connsiteY5" fmla="*/ 33337 h 197796"/>
              <a:gd name="connsiteX6" fmla="*/ 102761 w 288860"/>
              <a:gd name="connsiteY6" fmla="*/ 19050 h 197796"/>
              <a:gd name="connsiteX7" fmla="*/ 126574 w 288860"/>
              <a:gd name="connsiteY7" fmla="*/ 4762 h 197796"/>
              <a:gd name="connsiteX8" fmla="*/ 140861 w 288860"/>
              <a:gd name="connsiteY8" fmla="*/ 0 h 197796"/>
              <a:gd name="connsiteX9" fmla="*/ 150386 w 288860"/>
              <a:gd name="connsiteY9" fmla="*/ 4762 h 197796"/>
              <a:gd name="connsiteX10" fmla="*/ 169436 w 288860"/>
              <a:gd name="connsiteY10" fmla="*/ 21431 h 197796"/>
              <a:gd name="connsiteX11" fmla="*/ 190867 w 288860"/>
              <a:gd name="connsiteY11" fmla="*/ 21431 h 197796"/>
              <a:gd name="connsiteX12" fmla="*/ 214680 w 288860"/>
              <a:gd name="connsiteY12" fmla="*/ 21431 h 197796"/>
              <a:gd name="connsiteX13" fmla="*/ 250399 w 288860"/>
              <a:gd name="connsiteY13" fmla="*/ 33337 h 197796"/>
              <a:gd name="connsiteX14" fmla="*/ 281355 w 288860"/>
              <a:gd name="connsiteY14" fmla="*/ 42862 h 197796"/>
              <a:gd name="connsiteX15" fmla="*/ 288499 w 288860"/>
              <a:gd name="connsiteY15" fmla="*/ 45243 h 197796"/>
              <a:gd name="connsiteX16" fmla="*/ 286117 w 288860"/>
              <a:gd name="connsiteY16" fmla="*/ 59531 h 197796"/>
              <a:gd name="connsiteX17" fmla="*/ 271830 w 288860"/>
              <a:gd name="connsiteY17" fmla="*/ 83343 h 197796"/>
              <a:gd name="connsiteX18" fmla="*/ 240874 w 288860"/>
              <a:gd name="connsiteY18" fmla="*/ 97631 h 197796"/>
              <a:gd name="connsiteX19" fmla="*/ 224205 w 288860"/>
              <a:gd name="connsiteY19" fmla="*/ 109537 h 197796"/>
              <a:gd name="connsiteX20" fmla="*/ 183724 w 288860"/>
              <a:gd name="connsiteY20" fmla="*/ 116681 h 197796"/>
              <a:gd name="connsiteX21" fmla="*/ 162292 w 288860"/>
              <a:gd name="connsiteY21" fmla="*/ 114300 h 197796"/>
              <a:gd name="connsiteX22" fmla="*/ 133717 w 288860"/>
              <a:gd name="connsiteY22" fmla="*/ 126206 h 197796"/>
              <a:gd name="connsiteX23" fmla="*/ 107524 w 288860"/>
              <a:gd name="connsiteY23" fmla="*/ 130968 h 197796"/>
              <a:gd name="connsiteX24" fmla="*/ 83711 w 288860"/>
              <a:gd name="connsiteY24" fmla="*/ 135731 h 197796"/>
              <a:gd name="connsiteX25" fmla="*/ 31324 w 288860"/>
              <a:gd name="connsiteY25" fmla="*/ 197643 h 1977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288860" h="197796">
                <a:moveTo>
                  <a:pt x="31324" y="197643"/>
                </a:moveTo>
                <a:cubicBezTo>
                  <a:pt x="17830" y="200421"/>
                  <a:pt x="7511" y="164703"/>
                  <a:pt x="2749" y="152400"/>
                </a:cubicBezTo>
                <a:cubicBezTo>
                  <a:pt x="-2013" y="140097"/>
                  <a:pt x="368" y="134144"/>
                  <a:pt x="2749" y="123825"/>
                </a:cubicBezTo>
                <a:cubicBezTo>
                  <a:pt x="5130" y="113506"/>
                  <a:pt x="9098" y="101599"/>
                  <a:pt x="17036" y="90487"/>
                </a:cubicBezTo>
                <a:cubicBezTo>
                  <a:pt x="24973" y="79374"/>
                  <a:pt x="39262" y="66675"/>
                  <a:pt x="50374" y="57150"/>
                </a:cubicBezTo>
                <a:cubicBezTo>
                  <a:pt x="61487" y="47625"/>
                  <a:pt x="74980" y="39687"/>
                  <a:pt x="83711" y="33337"/>
                </a:cubicBezTo>
                <a:cubicBezTo>
                  <a:pt x="92442" y="26987"/>
                  <a:pt x="95617" y="23812"/>
                  <a:pt x="102761" y="19050"/>
                </a:cubicBezTo>
                <a:cubicBezTo>
                  <a:pt x="109905" y="14288"/>
                  <a:pt x="120224" y="7937"/>
                  <a:pt x="126574" y="4762"/>
                </a:cubicBezTo>
                <a:cubicBezTo>
                  <a:pt x="132924" y="1587"/>
                  <a:pt x="140861" y="0"/>
                  <a:pt x="140861" y="0"/>
                </a:cubicBezTo>
                <a:cubicBezTo>
                  <a:pt x="144830" y="0"/>
                  <a:pt x="145624" y="1190"/>
                  <a:pt x="150386" y="4762"/>
                </a:cubicBezTo>
                <a:cubicBezTo>
                  <a:pt x="155148" y="8334"/>
                  <a:pt x="162689" y="18653"/>
                  <a:pt x="169436" y="21431"/>
                </a:cubicBezTo>
                <a:cubicBezTo>
                  <a:pt x="176183" y="24209"/>
                  <a:pt x="190867" y="21431"/>
                  <a:pt x="190867" y="21431"/>
                </a:cubicBezTo>
                <a:cubicBezTo>
                  <a:pt x="198408" y="21431"/>
                  <a:pt x="204758" y="19447"/>
                  <a:pt x="214680" y="21431"/>
                </a:cubicBezTo>
                <a:cubicBezTo>
                  <a:pt x="224602" y="23415"/>
                  <a:pt x="239287" y="29765"/>
                  <a:pt x="250399" y="33337"/>
                </a:cubicBezTo>
                <a:cubicBezTo>
                  <a:pt x="261511" y="36909"/>
                  <a:pt x="281355" y="42862"/>
                  <a:pt x="281355" y="42862"/>
                </a:cubicBezTo>
                <a:cubicBezTo>
                  <a:pt x="287705" y="44846"/>
                  <a:pt x="287705" y="42465"/>
                  <a:pt x="288499" y="45243"/>
                </a:cubicBezTo>
                <a:cubicBezTo>
                  <a:pt x="289293" y="48021"/>
                  <a:pt x="288895" y="53181"/>
                  <a:pt x="286117" y="59531"/>
                </a:cubicBezTo>
                <a:cubicBezTo>
                  <a:pt x="283339" y="65881"/>
                  <a:pt x="279370" y="76993"/>
                  <a:pt x="271830" y="83343"/>
                </a:cubicBezTo>
                <a:cubicBezTo>
                  <a:pt x="264290" y="89693"/>
                  <a:pt x="248811" y="93265"/>
                  <a:pt x="240874" y="97631"/>
                </a:cubicBezTo>
                <a:cubicBezTo>
                  <a:pt x="232937" y="101997"/>
                  <a:pt x="233730" y="106362"/>
                  <a:pt x="224205" y="109537"/>
                </a:cubicBezTo>
                <a:cubicBezTo>
                  <a:pt x="214680" y="112712"/>
                  <a:pt x="194043" y="115887"/>
                  <a:pt x="183724" y="116681"/>
                </a:cubicBezTo>
                <a:cubicBezTo>
                  <a:pt x="173405" y="117475"/>
                  <a:pt x="170626" y="112713"/>
                  <a:pt x="162292" y="114300"/>
                </a:cubicBezTo>
                <a:cubicBezTo>
                  <a:pt x="153958" y="115887"/>
                  <a:pt x="142845" y="123428"/>
                  <a:pt x="133717" y="126206"/>
                </a:cubicBezTo>
                <a:cubicBezTo>
                  <a:pt x="124589" y="128984"/>
                  <a:pt x="107524" y="130968"/>
                  <a:pt x="107524" y="130968"/>
                </a:cubicBezTo>
                <a:cubicBezTo>
                  <a:pt x="99190" y="132555"/>
                  <a:pt x="95220" y="127000"/>
                  <a:pt x="83711" y="135731"/>
                </a:cubicBezTo>
                <a:cubicBezTo>
                  <a:pt x="72202" y="144462"/>
                  <a:pt x="44818" y="194865"/>
                  <a:pt x="31324" y="197643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p:sp>
        <p:nvSpPr>
          <p:cNvPr id="175" name="36 Tokushima">
            <a:extLst>
              <a:ext uri="{FF2B5EF4-FFF2-40B4-BE49-F238E27FC236}">
                <a16:creationId xmlns:a16="http://schemas.microsoft.com/office/drawing/2014/main" id="{162603D0-17C9-8D1C-248A-A7F6A2D9A900}"/>
              </a:ext>
            </a:extLst>
          </p:cNvPr>
          <p:cNvSpPr/>
          <p:nvPr/>
        </p:nvSpPr>
        <p:spPr>
          <a:xfrm>
            <a:off x="5094710" y="5296779"/>
            <a:ext cx="372640" cy="280277"/>
          </a:xfrm>
          <a:custGeom>
            <a:avLst/>
            <a:gdLst>
              <a:gd name="connsiteX0" fmla="*/ 234528 w 372640"/>
              <a:gd name="connsiteY0" fmla="*/ 280109 h 280277"/>
              <a:gd name="connsiteX1" fmla="*/ 186903 w 372640"/>
              <a:gd name="connsiteY1" fmla="*/ 249152 h 280277"/>
              <a:gd name="connsiteX2" fmla="*/ 155946 w 372640"/>
              <a:gd name="connsiteY2" fmla="*/ 220577 h 280277"/>
              <a:gd name="connsiteX3" fmla="*/ 124990 w 372640"/>
              <a:gd name="connsiteY3" fmla="*/ 194384 h 280277"/>
              <a:gd name="connsiteX4" fmla="*/ 89271 w 372640"/>
              <a:gd name="connsiteY4" fmla="*/ 177715 h 280277"/>
              <a:gd name="connsiteX5" fmla="*/ 58315 w 372640"/>
              <a:gd name="connsiteY5" fmla="*/ 165809 h 280277"/>
              <a:gd name="connsiteX6" fmla="*/ 24978 w 372640"/>
              <a:gd name="connsiteY6" fmla="*/ 168190 h 280277"/>
              <a:gd name="connsiteX7" fmla="*/ 3546 w 372640"/>
              <a:gd name="connsiteY7" fmla="*/ 156284 h 280277"/>
              <a:gd name="connsiteX8" fmla="*/ 1165 w 372640"/>
              <a:gd name="connsiteY8" fmla="*/ 137234 h 280277"/>
              <a:gd name="connsiteX9" fmla="*/ 15453 w 372640"/>
              <a:gd name="connsiteY9" fmla="*/ 111040 h 280277"/>
              <a:gd name="connsiteX10" fmla="*/ 36884 w 372640"/>
              <a:gd name="connsiteY10" fmla="*/ 91990 h 280277"/>
              <a:gd name="connsiteX11" fmla="*/ 55934 w 372640"/>
              <a:gd name="connsiteY11" fmla="*/ 75321 h 280277"/>
              <a:gd name="connsiteX12" fmla="*/ 105940 w 372640"/>
              <a:gd name="connsiteY12" fmla="*/ 65796 h 280277"/>
              <a:gd name="connsiteX13" fmla="*/ 144040 w 372640"/>
              <a:gd name="connsiteY13" fmla="*/ 51509 h 280277"/>
              <a:gd name="connsiteX14" fmla="*/ 184521 w 372640"/>
              <a:gd name="connsiteY14" fmla="*/ 51509 h 280277"/>
              <a:gd name="connsiteX15" fmla="*/ 222621 w 372640"/>
              <a:gd name="connsiteY15" fmla="*/ 32459 h 280277"/>
              <a:gd name="connsiteX16" fmla="*/ 255959 w 372640"/>
              <a:gd name="connsiteY16" fmla="*/ 11027 h 280277"/>
              <a:gd name="connsiteX17" fmla="*/ 277390 w 372640"/>
              <a:gd name="connsiteY17" fmla="*/ 1502 h 280277"/>
              <a:gd name="connsiteX18" fmla="*/ 310728 w 372640"/>
              <a:gd name="connsiteY18" fmla="*/ 1502 h 280277"/>
              <a:gd name="connsiteX19" fmla="*/ 322634 w 372640"/>
              <a:gd name="connsiteY19" fmla="*/ 15790 h 280277"/>
              <a:gd name="connsiteX20" fmla="*/ 329778 w 372640"/>
              <a:gd name="connsiteY20" fmla="*/ 41984 h 280277"/>
              <a:gd name="connsiteX21" fmla="*/ 353590 w 372640"/>
              <a:gd name="connsiteY21" fmla="*/ 63415 h 280277"/>
              <a:gd name="connsiteX22" fmla="*/ 365496 w 372640"/>
              <a:gd name="connsiteY22" fmla="*/ 80084 h 280277"/>
              <a:gd name="connsiteX23" fmla="*/ 372640 w 372640"/>
              <a:gd name="connsiteY23" fmla="*/ 103896 h 280277"/>
              <a:gd name="connsiteX24" fmla="*/ 365496 w 372640"/>
              <a:gd name="connsiteY24" fmla="*/ 137234 h 280277"/>
              <a:gd name="connsiteX25" fmla="*/ 351209 w 372640"/>
              <a:gd name="connsiteY25" fmla="*/ 168190 h 280277"/>
              <a:gd name="connsiteX26" fmla="*/ 322634 w 372640"/>
              <a:gd name="connsiteY26" fmla="*/ 194384 h 280277"/>
              <a:gd name="connsiteX27" fmla="*/ 294059 w 372640"/>
              <a:gd name="connsiteY27" fmla="*/ 213434 h 280277"/>
              <a:gd name="connsiteX28" fmla="*/ 270246 w 372640"/>
              <a:gd name="connsiteY28" fmla="*/ 234865 h 280277"/>
              <a:gd name="connsiteX29" fmla="*/ 234528 w 372640"/>
              <a:gd name="connsiteY29" fmla="*/ 280109 h 2802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372640" h="280277">
                <a:moveTo>
                  <a:pt x="234528" y="280109"/>
                </a:moveTo>
                <a:cubicBezTo>
                  <a:pt x="220637" y="282490"/>
                  <a:pt x="200000" y="259074"/>
                  <a:pt x="186903" y="249152"/>
                </a:cubicBezTo>
                <a:cubicBezTo>
                  <a:pt x="173806" y="239230"/>
                  <a:pt x="166265" y="229705"/>
                  <a:pt x="155946" y="220577"/>
                </a:cubicBezTo>
                <a:cubicBezTo>
                  <a:pt x="145627" y="211449"/>
                  <a:pt x="136102" y="201528"/>
                  <a:pt x="124990" y="194384"/>
                </a:cubicBezTo>
                <a:cubicBezTo>
                  <a:pt x="113877" y="187240"/>
                  <a:pt x="100383" y="182477"/>
                  <a:pt x="89271" y="177715"/>
                </a:cubicBezTo>
                <a:cubicBezTo>
                  <a:pt x="78159" y="172953"/>
                  <a:pt x="69030" y="167396"/>
                  <a:pt x="58315" y="165809"/>
                </a:cubicBezTo>
                <a:cubicBezTo>
                  <a:pt x="47600" y="164222"/>
                  <a:pt x="34106" y="169777"/>
                  <a:pt x="24978" y="168190"/>
                </a:cubicBezTo>
                <a:cubicBezTo>
                  <a:pt x="15850" y="166602"/>
                  <a:pt x="7515" y="161443"/>
                  <a:pt x="3546" y="156284"/>
                </a:cubicBezTo>
                <a:cubicBezTo>
                  <a:pt x="-423" y="151125"/>
                  <a:pt x="-819" y="144775"/>
                  <a:pt x="1165" y="137234"/>
                </a:cubicBezTo>
                <a:cubicBezTo>
                  <a:pt x="3149" y="129693"/>
                  <a:pt x="9500" y="118581"/>
                  <a:pt x="15453" y="111040"/>
                </a:cubicBezTo>
                <a:cubicBezTo>
                  <a:pt x="21406" y="103499"/>
                  <a:pt x="36884" y="91990"/>
                  <a:pt x="36884" y="91990"/>
                </a:cubicBezTo>
                <a:cubicBezTo>
                  <a:pt x="43631" y="86037"/>
                  <a:pt x="44425" y="79687"/>
                  <a:pt x="55934" y="75321"/>
                </a:cubicBezTo>
                <a:cubicBezTo>
                  <a:pt x="67443" y="70955"/>
                  <a:pt x="91256" y="69765"/>
                  <a:pt x="105940" y="65796"/>
                </a:cubicBezTo>
                <a:cubicBezTo>
                  <a:pt x="120624" y="61827"/>
                  <a:pt x="130943" y="53890"/>
                  <a:pt x="144040" y="51509"/>
                </a:cubicBezTo>
                <a:cubicBezTo>
                  <a:pt x="157137" y="49128"/>
                  <a:pt x="171424" y="54684"/>
                  <a:pt x="184521" y="51509"/>
                </a:cubicBezTo>
                <a:cubicBezTo>
                  <a:pt x="197618" y="48334"/>
                  <a:pt x="210715" y="39206"/>
                  <a:pt x="222621" y="32459"/>
                </a:cubicBezTo>
                <a:cubicBezTo>
                  <a:pt x="234527" y="25712"/>
                  <a:pt x="246831" y="16186"/>
                  <a:pt x="255959" y="11027"/>
                </a:cubicBezTo>
                <a:cubicBezTo>
                  <a:pt x="265087" y="5867"/>
                  <a:pt x="268262" y="3089"/>
                  <a:pt x="277390" y="1502"/>
                </a:cubicBezTo>
                <a:cubicBezTo>
                  <a:pt x="286518" y="-86"/>
                  <a:pt x="303187" y="-879"/>
                  <a:pt x="310728" y="1502"/>
                </a:cubicBezTo>
                <a:cubicBezTo>
                  <a:pt x="318269" y="3883"/>
                  <a:pt x="319459" y="9043"/>
                  <a:pt x="322634" y="15790"/>
                </a:cubicBezTo>
                <a:cubicBezTo>
                  <a:pt x="325809" y="22537"/>
                  <a:pt x="324619" y="34046"/>
                  <a:pt x="329778" y="41984"/>
                </a:cubicBezTo>
                <a:cubicBezTo>
                  <a:pt x="334937" y="49921"/>
                  <a:pt x="347637" y="57065"/>
                  <a:pt x="353590" y="63415"/>
                </a:cubicBezTo>
                <a:cubicBezTo>
                  <a:pt x="359543" y="69765"/>
                  <a:pt x="362321" y="73337"/>
                  <a:pt x="365496" y="80084"/>
                </a:cubicBezTo>
                <a:cubicBezTo>
                  <a:pt x="368671" y="86831"/>
                  <a:pt x="372640" y="94371"/>
                  <a:pt x="372640" y="103896"/>
                </a:cubicBezTo>
                <a:cubicBezTo>
                  <a:pt x="372640" y="113421"/>
                  <a:pt x="369068" y="126518"/>
                  <a:pt x="365496" y="137234"/>
                </a:cubicBezTo>
                <a:cubicBezTo>
                  <a:pt x="361924" y="147950"/>
                  <a:pt x="358353" y="158665"/>
                  <a:pt x="351209" y="168190"/>
                </a:cubicBezTo>
                <a:cubicBezTo>
                  <a:pt x="344065" y="177715"/>
                  <a:pt x="332159" y="186843"/>
                  <a:pt x="322634" y="194384"/>
                </a:cubicBezTo>
                <a:cubicBezTo>
                  <a:pt x="313109" y="201925"/>
                  <a:pt x="302790" y="206687"/>
                  <a:pt x="294059" y="213434"/>
                </a:cubicBezTo>
                <a:cubicBezTo>
                  <a:pt x="285328" y="220181"/>
                  <a:pt x="278183" y="225340"/>
                  <a:pt x="270246" y="234865"/>
                </a:cubicBezTo>
                <a:cubicBezTo>
                  <a:pt x="262309" y="244390"/>
                  <a:pt x="248419" y="277728"/>
                  <a:pt x="234528" y="280109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p:sp>
        <p:nvSpPr>
          <p:cNvPr id="119" name="35 Yamaguchi">
            <a:extLst>
              <a:ext uri="{FF2B5EF4-FFF2-40B4-BE49-F238E27FC236}">
                <a16:creationId xmlns:a16="http://schemas.microsoft.com/office/drawing/2014/main" id="{0191621A-5539-025A-32A1-2D315C0E6704}"/>
              </a:ext>
            </a:extLst>
          </p:cNvPr>
          <p:cNvSpPr/>
          <p:nvPr/>
        </p:nvSpPr>
        <p:spPr>
          <a:xfrm>
            <a:off x="4101809" y="5180724"/>
            <a:ext cx="470448" cy="351648"/>
          </a:xfrm>
          <a:custGeom>
            <a:avLst/>
            <a:gdLst>
              <a:gd name="connsiteX0" fmla="*/ 417804 w 470448"/>
              <a:gd name="connsiteY0" fmla="*/ 350920 h 351648"/>
              <a:gd name="connsiteX1" fmla="*/ 382085 w 470448"/>
              <a:gd name="connsiteY1" fmla="*/ 312820 h 351648"/>
              <a:gd name="connsiteX2" fmla="*/ 327316 w 470448"/>
              <a:gd name="connsiteY2" fmla="*/ 279482 h 351648"/>
              <a:gd name="connsiteX3" fmla="*/ 270166 w 470448"/>
              <a:gd name="connsiteY3" fmla="*/ 258051 h 351648"/>
              <a:gd name="connsiteX4" fmla="*/ 220160 w 470448"/>
              <a:gd name="connsiteY4" fmla="*/ 272339 h 351648"/>
              <a:gd name="connsiteX5" fmla="*/ 167772 w 470448"/>
              <a:gd name="connsiteY5" fmla="*/ 300914 h 351648"/>
              <a:gd name="connsiteX6" fmla="*/ 134435 w 470448"/>
              <a:gd name="connsiteY6" fmla="*/ 319964 h 351648"/>
              <a:gd name="connsiteX7" fmla="*/ 117766 w 470448"/>
              <a:gd name="connsiteY7" fmla="*/ 327107 h 351648"/>
              <a:gd name="connsiteX8" fmla="*/ 93954 w 470448"/>
              <a:gd name="connsiteY8" fmla="*/ 303295 h 351648"/>
              <a:gd name="connsiteX9" fmla="*/ 77285 w 470448"/>
              <a:gd name="connsiteY9" fmla="*/ 265195 h 351648"/>
              <a:gd name="connsiteX10" fmla="*/ 58235 w 470448"/>
              <a:gd name="connsiteY10" fmla="*/ 253289 h 351648"/>
              <a:gd name="connsiteX11" fmla="*/ 5847 w 470448"/>
              <a:gd name="connsiteY11" fmla="*/ 253289 h 351648"/>
              <a:gd name="connsiteX12" fmla="*/ 1085 w 470448"/>
              <a:gd name="connsiteY12" fmla="*/ 224714 h 351648"/>
              <a:gd name="connsiteX13" fmla="*/ 1085 w 470448"/>
              <a:gd name="connsiteY13" fmla="*/ 158039 h 351648"/>
              <a:gd name="connsiteX14" fmla="*/ 12991 w 470448"/>
              <a:gd name="connsiteY14" fmla="*/ 136607 h 351648"/>
              <a:gd name="connsiteX15" fmla="*/ 62997 w 470448"/>
              <a:gd name="connsiteY15" fmla="*/ 119939 h 351648"/>
              <a:gd name="connsiteX16" fmla="*/ 129672 w 470448"/>
              <a:gd name="connsiteY16" fmla="*/ 110414 h 351648"/>
              <a:gd name="connsiteX17" fmla="*/ 170154 w 470448"/>
              <a:gd name="connsiteY17" fmla="*/ 96126 h 351648"/>
              <a:gd name="connsiteX18" fmla="*/ 203491 w 470448"/>
              <a:gd name="connsiteY18" fmla="*/ 60407 h 351648"/>
              <a:gd name="connsiteX19" fmla="*/ 229685 w 470448"/>
              <a:gd name="connsiteY19" fmla="*/ 17545 h 351648"/>
              <a:gd name="connsiteX20" fmla="*/ 263022 w 470448"/>
              <a:gd name="connsiteY20" fmla="*/ 3257 h 351648"/>
              <a:gd name="connsiteX21" fmla="*/ 277310 w 470448"/>
              <a:gd name="connsiteY21" fmla="*/ 3257 h 351648"/>
              <a:gd name="connsiteX22" fmla="*/ 272547 w 470448"/>
              <a:gd name="connsiteY22" fmla="*/ 38976 h 351648"/>
              <a:gd name="connsiteX23" fmla="*/ 279691 w 470448"/>
              <a:gd name="connsiteY23" fmla="*/ 81839 h 351648"/>
              <a:gd name="connsiteX24" fmla="*/ 329697 w 470448"/>
              <a:gd name="connsiteY24" fmla="*/ 117557 h 351648"/>
              <a:gd name="connsiteX25" fmla="*/ 360654 w 470448"/>
              <a:gd name="connsiteY25" fmla="*/ 124701 h 351648"/>
              <a:gd name="connsiteX26" fmla="*/ 358272 w 470448"/>
              <a:gd name="connsiteY26" fmla="*/ 122320 h 351648"/>
              <a:gd name="connsiteX27" fmla="*/ 384466 w 470448"/>
              <a:gd name="connsiteY27" fmla="*/ 105651 h 351648"/>
              <a:gd name="connsiteX28" fmla="*/ 396372 w 470448"/>
              <a:gd name="connsiteY28" fmla="*/ 91364 h 351648"/>
              <a:gd name="connsiteX29" fmla="*/ 417804 w 470448"/>
              <a:gd name="connsiteY29" fmla="*/ 122320 h 351648"/>
              <a:gd name="connsiteX30" fmla="*/ 458285 w 470448"/>
              <a:gd name="connsiteY30" fmla="*/ 155657 h 351648"/>
              <a:gd name="connsiteX31" fmla="*/ 470191 w 470448"/>
              <a:gd name="connsiteY31" fmla="*/ 169945 h 351648"/>
              <a:gd name="connsiteX32" fmla="*/ 465429 w 470448"/>
              <a:gd name="connsiteY32" fmla="*/ 208045 h 351648"/>
              <a:gd name="connsiteX33" fmla="*/ 453522 w 470448"/>
              <a:gd name="connsiteY33" fmla="*/ 231857 h 351648"/>
              <a:gd name="connsiteX34" fmla="*/ 441616 w 470448"/>
              <a:gd name="connsiteY34" fmla="*/ 255670 h 351648"/>
              <a:gd name="connsiteX35" fmla="*/ 436854 w 470448"/>
              <a:gd name="connsiteY35" fmla="*/ 277101 h 351648"/>
              <a:gd name="connsiteX36" fmla="*/ 417804 w 470448"/>
              <a:gd name="connsiteY36" fmla="*/ 350920 h 3516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470448" h="351648">
                <a:moveTo>
                  <a:pt x="417804" y="350920"/>
                </a:moveTo>
                <a:cubicBezTo>
                  <a:pt x="408676" y="356873"/>
                  <a:pt x="397166" y="324726"/>
                  <a:pt x="382085" y="312820"/>
                </a:cubicBezTo>
                <a:cubicBezTo>
                  <a:pt x="367004" y="300914"/>
                  <a:pt x="345969" y="288610"/>
                  <a:pt x="327316" y="279482"/>
                </a:cubicBezTo>
                <a:cubicBezTo>
                  <a:pt x="308663" y="270354"/>
                  <a:pt x="288025" y="259241"/>
                  <a:pt x="270166" y="258051"/>
                </a:cubicBezTo>
                <a:cubicBezTo>
                  <a:pt x="252307" y="256861"/>
                  <a:pt x="237226" y="265195"/>
                  <a:pt x="220160" y="272339"/>
                </a:cubicBezTo>
                <a:cubicBezTo>
                  <a:pt x="203094" y="279483"/>
                  <a:pt x="182059" y="292977"/>
                  <a:pt x="167772" y="300914"/>
                </a:cubicBezTo>
                <a:cubicBezTo>
                  <a:pt x="153485" y="308851"/>
                  <a:pt x="142769" y="315598"/>
                  <a:pt x="134435" y="319964"/>
                </a:cubicBezTo>
                <a:cubicBezTo>
                  <a:pt x="126101" y="324330"/>
                  <a:pt x="124513" y="329885"/>
                  <a:pt x="117766" y="327107"/>
                </a:cubicBezTo>
                <a:cubicBezTo>
                  <a:pt x="111019" y="324329"/>
                  <a:pt x="100701" y="313614"/>
                  <a:pt x="93954" y="303295"/>
                </a:cubicBezTo>
                <a:cubicBezTo>
                  <a:pt x="87207" y="292976"/>
                  <a:pt x="83238" y="273529"/>
                  <a:pt x="77285" y="265195"/>
                </a:cubicBezTo>
                <a:cubicBezTo>
                  <a:pt x="71332" y="256861"/>
                  <a:pt x="70141" y="255273"/>
                  <a:pt x="58235" y="253289"/>
                </a:cubicBezTo>
                <a:cubicBezTo>
                  <a:pt x="46329" y="251305"/>
                  <a:pt x="15372" y="258052"/>
                  <a:pt x="5847" y="253289"/>
                </a:cubicBezTo>
                <a:cubicBezTo>
                  <a:pt x="-3678" y="248526"/>
                  <a:pt x="1879" y="240589"/>
                  <a:pt x="1085" y="224714"/>
                </a:cubicBezTo>
                <a:cubicBezTo>
                  <a:pt x="291" y="208839"/>
                  <a:pt x="-899" y="172723"/>
                  <a:pt x="1085" y="158039"/>
                </a:cubicBezTo>
                <a:cubicBezTo>
                  <a:pt x="3069" y="143355"/>
                  <a:pt x="2672" y="142957"/>
                  <a:pt x="12991" y="136607"/>
                </a:cubicBezTo>
                <a:cubicBezTo>
                  <a:pt x="23310" y="130257"/>
                  <a:pt x="43550" y="124304"/>
                  <a:pt x="62997" y="119939"/>
                </a:cubicBezTo>
                <a:cubicBezTo>
                  <a:pt x="82444" y="115574"/>
                  <a:pt x="111812" y="114383"/>
                  <a:pt x="129672" y="110414"/>
                </a:cubicBezTo>
                <a:cubicBezTo>
                  <a:pt x="147531" y="106445"/>
                  <a:pt x="157851" y="104460"/>
                  <a:pt x="170154" y="96126"/>
                </a:cubicBezTo>
                <a:cubicBezTo>
                  <a:pt x="182457" y="87792"/>
                  <a:pt x="193569" y="73504"/>
                  <a:pt x="203491" y="60407"/>
                </a:cubicBezTo>
                <a:cubicBezTo>
                  <a:pt x="213413" y="47310"/>
                  <a:pt x="219763" y="27070"/>
                  <a:pt x="229685" y="17545"/>
                </a:cubicBezTo>
                <a:cubicBezTo>
                  <a:pt x="239607" y="8020"/>
                  <a:pt x="255085" y="5638"/>
                  <a:pt x="263022" y="3257"/>
                </a:cubicBezTo>
                <a:cubicBezTo>
                  <a:pt x="270959" y="876"/>
                  <a:pt x="275722" y="-2696"/>
                  <a:pt x="277310" y="3257"/>
                </a:cubicBezTo>
                <a:cubicBezTo>
                  <a:pt x="278897" y="9210"/>
                  <a:pt x="272150" y="25879"/>
                  <a:pt x="272547" y="38976"/>
                </a:cubicBezTo>
                <a:cubicBezTo>
                  <a:pt x="272944" y="52073"/>
                  <a:pt x="270166" y="68742"/>
                  <a:pt x="279691" y="81839"/>
                </a:cubicBezTo>
                <a:cubicBezTo>
                  <a:pt x="289216" y="94936"/>
                  <a:pt x="316203" y="110413"/>
                  <a:pt x="329697" y="117557"/>
                </a:cubicBezTo>
                <a:cubicBezTo>
                  <a:pt x="343191" y="124701"/>
                  <a:pt x="355892" y="123907"/>
                  <a:pt x="360654" y="124701"/>
                </a:cubicBezTo>
                <a:cubicBezTo>
                  <a:pt x="365416" y="125495"/>
                  <a:pt x="354303" y="125495"/>
                  <a:pt x="358272" y="122320"/>
                </a:cubicBezTo>
                <a:cubicBezTo>
                  <a:pt x="362241" y="119145"/>
                  <a:pt x="378116" y="110810"/>
                  <a:pt x="384466" y="105651"/>
                </a:cubicBezTo>
                <a:cubicBezTo>
                  <a:pt x="390816" y="100492"/>
                  <a:pt x="390816" y="88586"/>
                  <a:pt x="396372" y="91364"/>
                </a:cubicBezTo>
                <a:cubicBezTo>
                  <a:pt x="401928" y="94142"/>
                  <a:pt x="407485" y="111605"/>
                  <a:pt x="417804" y="122320"/>
                </a:cubicBezTo>
                <a:cubicBezTo>
                  <a:pt x="428123" y="133035"/>
                  <a:pt x="449554" y="147720"/>
                  <a:pt x="458285" y="155657"/>
                </a:cubicBezTo>
                <a:cubicBezTo>
                  <a:pt x="467016" y="163594"/>
                  <a:pt x="469000" y="161214"/>
                  <a:pt x="470191" y="169945"/>
                </a:cubicBezTo>
                <a:cubicBezTo>
                  <a:pt x="471382" y="178676"/>
                  <a:pt x="468207" y="197726"/>
                  <a:pt x="465429" y="208045"/>
                </a:cubicBezTo>
                <a:cubicBezTo>
                  <a:pt x="462651" y="218364"/>
                  <a:pt x="453522" y="231857"/>
                  <a:pt x="453522" y="231857"/>
                </a:cubicBezTo>
                <a:cubicBezTo>
                  <a:pt x="449553" y="239794"/>
                  <a:pt x="444394" y="248129"/>
                  <a:pt x="441616" y="255670"/>
                </a:cubicBezTo>
                <a:cubicBezTo>
                  <a:pt x="438838" y="263211"/>
                  <a:pt x="439235" y="262020"/>
                  <a:pt x="436854" y="277101"/>
                </a:cubicBezTo>
                <a:cubicBezTo>
                  <a:pt x="434473" y="292182"/>
                  <a:pt x="426932" y="344967"/>
                  <a:pt x="417804" y="350920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p:sp>
        <p:nvSpPr>
          <p:cNvPr id="62" name="34 Hiroshima">
            <a:extLst>
              <a:ext uri="{FF2B5EF4-FFF2-40B4-BE49-F238E27FC236}">
                <a16:creationId xmlns:a16="http://schemas.microsoft.com/office/drawing/2014/main" id="{B5D9C7B1-8C9F-62E4-9C20-599949A00B87}"/>
              </a:ext>
            </a:extLst>
          </p:cNvPr>
          <p:cNvSpPr/>
          <p:nvPr/>
        </p:nvSpPr>
        <p:spPr>
          <a:xfrm>
            <a:off x="4482997" y="4971164"/>
            <a:ext cx="532552" cy="381895"/>
          </a:xfrm>
          <a:custGeom>
            <a:avLst/>
            <a:gdLst>
              <a:gd name="connsiteX0" fmla="*/ 69953 w 532552"/>
              <a:gd name="connsiteY0" fmla="*/ 350930 h 381895"/>
              <a:gd name="connsiteX1" fmla="*/ 5659 w 532552"/>
              <a:gd name="connsiteY1" fmla="*/ 289017 h 381895"/>
              <a:gd name="connsiteX2" fmla="*/ 5659 w 532552"/>
              <a:gd name="connsiteY2" fmla="*/ 258061 h 381895"/>
              <a:gd name="connsiteX3" fmla="*/ 27091 w 532552"/>
              <a:gd name="connsiteY3" fmla="*/ 210436 h 381895"/>
              <a:gd name="connsiteX4" fmla="*/ 65191 w 532552"/>
              <a:gd name="connsiteY4" fmla="*/ 165192 h 381895"/>
              <a:gd name="connsiteX5" fmla="*/ 108053 w 532552"/>
              <a:gd name="connsiteY5" fmla="*/ 138999 h 381895"/>
              <a:gd name="connsiteX6" fmla="*/ 148534 w 532552"/>
              <a:gd name="connsiteY6" fmla="*/ 134236 h 381895"/>
              <a:gd name="connsiteX7" fmla="*/ 186634 w 532552"/>
              <a:gd name="connsiteY7" fmla="*/ 127092 h 381895"/>
              <a:gd name="connsiteX8" fmla="*/ 215209 w 532552"/>
              <a:gd name="connsiteY8" fmla="*/ 119949 h 381895"/>
              <a:gd name="connsiteX9" fmla="*/ 239022 w 532552"/>
              <a:gd name="connsiteY9" fmla="*/ 84230 h 381895"/>
              <a:gd name="connsiteX10" fmla="*/ 265216 w 532552"/>
              <a:gd name="connsiteY10" fmla="*/ 46130 h 381895"/>
              <a:gd name="connsiteX11" fmla="*/ 289028 w 532552"/>
              <a:gd name="connsiteY11" fmla="*/ 15174 h 381895"/>
              <a:gd name="connsiteX12" fmla="*/ 331891 w 532552"/>
              <a:gd name="connsiteY12" fmla="*/ 886 h 381895"/>
              <a:gd name="connsiteX13" fmla="*/ 408091 w 532552"/>
              <a:gd name="connsiteY13" fmla="*/ 3267 h 381895"/>
              <a:gd name="connsiteX14" fmla="*/ 434284 w 532552"/>
              <a:gd name="connsiteY14" fmla="*/ 17555 h 381895"/>
              <a:gd name="connsiteX15" fmla="*/ 439047 w 532552"/>
              <a:gd name="connsiteY15" fmla="*/ 38986 h 381895"/>
              <a:gd name="connsiteX16" fmla="*/ 439047 w 532552"/>
              <a:gd name="connsiteY16" fmla="*/ 72324 h 381895"/>
              <a:gd name="connsiteX17" fmla="*/ 455716 w 532552"/>
              <a:gd name="connsiteY17" fmla="*/ 96136 h 381895"/>
              <a:gd name="connsiteX18" fmla="*/ 470003 w 532552"/>
              <a:gd name="connsiteY18" fmla="*/ 103280 h 381895"/>
              <a:gd name="connsiteX19" fmla="*/ 477147 w 532552"/>
              <a:gd name="connsiteY19" fmla="*/ 134236 h 381895"/>
              <a:gd name="connsiteX20" fmla="*/ 484291 w 532552"/>
              <a:gd name="connsiteY20" fmla="*/ 158049 h 381895"/>
              <a:gd name="connsiteX21" fmla="*/ 520009 w 532552"/>
              <a:gd name="connsiteY21" fmla="*/ 198530 h 381895"/>
              <a:gd name="connsiteX22" fmla="*/ 531916 w 532552"/>
              <a:gd name="connsiteY22" fmla="*/ 239011 h 381895"/>
              <a:gd name="connsiteX23" fmla="*/ 503341 w 532552"/>
              <a:gd name="connsiteY23" fmla="*/ 277111 h 381895"/>
              <a:gd name="connsiteX24" fmla="*/ 481909 w 532552"/>
              <a:gd name="connsiteY24" fmla="*/ 279492 h 381895"/>
              <a:gd name="connsiteX25" fmla="*/ 460478 w 532552"/>
              <a:gd name="connsiteY25" fmla="*/ 269967 h 381895"/>
              <a:gd name="connsiteX26" fmla="*/ 448572 w 532552"/>
              <a:gd name="connsiteY26" fmla="*/ 265205 h 381895"/>
              <a:gd name="connsiteX27" fmla="*/ 419997 w 532552"/>
              <a:gd name="connsiteY27" fmla="*/ 289017 h 381895"/>
              <a:gd name="connsiteX28" fmla="*/ 389041 w 532552"/>
              <a:gd name="connsiteY28" fmla="*/ 322355 h 381895"/>
              <a:gd name="connsiteX29" fmla="*/ 350941 w 532552"/>
              <a:gd name="connsiteY29" fmla="*/ 329499 h 381895"/>
              <a:gd name="connsiteX30" fmla="*/ 305697 w 532552"/>
              <a:gd name="connsiteY30" fmla="*/ 334261 h 381895"/>
              <a:gd name="connsiteX31" fmla="*/ 269978 w 532552"/>
              <a:gd name="connsiteY31" fmla="*/ 358074 h 381895"/>
              <a:gd name="connsiteX32" fmla="*/ 239022 w 532552"/>
              <a:gd name="connsiteY32" fmla="*/ 379505 h 381895"/>
              <a:gd name="connsiteX33" fmla="*/ 210447 w 532552"/>
              <a:gd name="connsiteY33" fmla="*/ 379505 h 381895"/>
              <a:gd name="connsiteX34" fmla="*/ 186634 w 532552"/>
              <a:gd name="connsiteY34" fmla="*/ 362836 h 381895"/>
              <a:gd name="connsiteX35" fmla="*/ 146153 w 532552"/>
              <a:gd name="connsiteY35" fmla="*/ 343786 h 381895"/>
              <a:gd name="connsiteX36" fmla="*/ 119959 w 532552"/>
              <a:gd name="connsiteY36" fmla="*/ 336642 h 381895"/>
              <a:gd name="connsiteX37" fmla="*/ 69953 w 532552"/>
              <a:gd name="connsiteY37" fmla="*/ 350930 h 3818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532552" h="381895">
                <a:moveTo>
                  <a:pt x="69953" y="350930"/>
                </a:moveTo>
                <a:cubicBezTo>
                  <a:pt x="50903" y="342993"/>
                  <a:pt x="16375" y="304495"/>
                  <a:pt x="5659" y="289017"/>
                </a:cubicBezTo>
                <a:cubicBezTo>
                  <a:pt x="-5057" y="273539"/>
                  <a:pt x="2087" y="271158"/>
                  <a:pt x="5659" y="258061"/>
                </a:cubicBezTo>
                <a:cubicBezTo>
                  <a:pt x="9231" y="244964"/>
                  <a:pt x="17169" y="225914"/>
                  <a:pt x="27091" y="210436"/>
                </a:cubicBezTo>
                <a:cubicBezTo>
                  <a:pt x="37013" y="194958"/>
                  <a:pt x="51697" y="177098"/>
                  <a:pt x="65191" y="165192"/>
                </a:cubicBezTo>
                <a:cubicBezTo>
                  <a:pt x="78685" y="153286"/>
                  <a:pt x="94163" y="144158"/>
                  <a:pt x="108053" y="138999"/>
                </a:cubicBezTo>
                <a:cubicBezTo>
                  <a:pt x="121943" y="133840"/>
                  <a:pt x="148534" y="134236"/>
                  <a:pt x="148534" y="134236"/>
                </a:cubicBezTo>
                <a:cubicBezTo>
                  <a:pt x="161631" y="132251"/>
                  <a:pt x="175522" y="129473"/>
                  <a:pt x="186634" y="127092"/>
                </a:cubicBezTo>
                <a:cubicBezTo>
                  <a:pt x="197747" y="124711"/>
                  <a:pt x="206478" y="127093"/>
                  <a:pt x="215209" y="119949"/>
                </a:cubicBezTo>
                <a:cubicBezTo>
                  <a:pt x="223940" y="112805"/>
                  <a:pt x="230688" y="96533"/>
                  <a:pt x="239022" y="84230"/>
                </a:cubicBezTo>
                <a:cubicBezTo>
                  <a:pt x="247356" y="71927"/>
                  <a:pt x="256882" y="57639"/>
                  <a:pt x="265216" y="46130"/>
                </a:cubicBezTo>
                <a:cubicBezTo>
                  <a:pt x="273550" y="34621"/>
                  <a:pt x="277916" y="22715"/>
                  <a:pt x="289028" y="15174"/>
                </a:cubicBezTo>
                <a:cubicBezTo>
                  <a:pt x="300141" y="7633"/>
                  <a:pt x="312047" y="2870"/>
                  <a:pt x="331891" y="886"/>
                </a:cubicBezTo>
                <a:cubicBezTo>
                  <a:pt x="351735" y="-1098"/>
                  <a:pt x="391026" y="489"/>
                  <a:pt x="408091" y="3267"/>
                </a:cubicBezTo>
                <a:cubicBezTo>
                  <a:pt x="425156" y="6045"/>
                  <a:pt x="429125" y="11602"/>
                  <a:pt x="434284" y="17555"/>
                </a:cubicBezTo>
                <a:cubicBezTo>
                  <a:pt x="439443" y="23508"/>
                  <a:pt x="438253" y="29858"/>
                  <a:pt x="439047" y="38986"/>
                </a:cubicBezTo>
                <a:cubicBezTo>
                  <a:pt x="439841" y="48114"/>
                  <a:pt x="436269" y="62799"/>
                  <a:pt x="439047" y="72324"/>
                </a:cubicBezTo>
                <a:cubicBezTo>
                  <a:pt x="441825" y="81849"/>
                  <a:pt x="450557" y="90977"/>
                  <a:pt x="455716" y="96136"/>
                </a:cubicBezTo>
                <a:cubicBezTo>
                  <a:pt x="460875" y="101295"/>
                  <a:pt x="466431" y="96930"/>
                  <a:pt x="470003" y="103280"/>
                </a:cubicBezTo>
                <a:cubicBezTo>
                  <a:pt x="473575" y="109630"/>
                  <a:pt x="474766" y="125108"/>
                  <a:pt x="477147" y="134236"/>
                </a:cubicBezTo>
                <a:cubicBezTo>
                  <a:pt x="479528" y="143364"/>
                  <a:pt x="477147" y="147333"/>
                  <a:pt x="484291" y="158049"/>
                </a:cubicBezTo>
                <a:cubicBezTo>
                  <a:pt x="491435" y="168765"/>
                  <a:pt x="512072" y="185036"/>
                  <a:pt x="520009" y="198530"/>
                </a:cubicBezTo>
                <a:cubicBezTo>
                  <a:pt x="527946" y="212024"/>
                  <a:pt x="534694" y="225914"/>
                  <a:pt x="531916" y="239011"/>
                </a:cubicBezTo>
                <a:cubicBezTo>
                  <a:pt x="529138" y="252108"/>
                  <a:pt x="511675" y="270364"/>
                  <a:pt x="503341" y="277111"/>
                </a:cubicBezTo>
                <a:cubicBezTo>
                  <a:pt x="495007" y="283858"/>
                  <a:pt x="489053" y="280683"/>
                  <a:pt x="481909" y="279492"/>
                </a:cubicBezTo>
                <a:cubicBezTo>
                  <a:pt x="474765" y="278301"/>
                  <a:pt x="466034" y="272348"/>
                  <a:pt x="460478" y="269967"/>
                </a:cubicBezTo>
                <a:cubicBezTo>
                  <a:pt x="454922" y="267586"/>
                  <a:pt x="455319" y="262030"/>
                  <a:pt x="448572" y="265205"/>
                </a:cubicBezTo>
                <a:cubicBezTo>
                  <a:pt x="441825" y="268380"/>
                  <a:pt x="429919" y="279492"/>
                  <a:pt x="419997" y="289017"/>
                </a:cubicBezTo>
                <a:cubicBezTo>
                  <a:pt x="410075" y="298542"/>
                  <a:pt x="400550" y="315608"/>
                  <a:pt x="389041" y="322355"/>
                </a:cubicBezTo>
                <a:cubicBezTo>
                  <a:pt x="377532" y="329102"/>
                  <a:pt x="364832" y="327515"/>
                  <a:pt x="350941" y="329499"/>
                </a:cubicBezTo>
                <a:cubicBezTo>
                  <a:pt x="337050" y="331483"/>
                  <a:pt x="319191" y="329499"/>
                  <a:pt x="305697" y="334261"/>
                </a:cubicBezTo>
                <a:cubicBezTo>
                  <a:pt x="292203" y="339023"/>
                  <a:pt x="281091" y="350533"/>
                  <a:pt x="269978" y="358074"/>
                </a:cubicBezTo>
                <a:cubicBezTo>
                  <a:pt x="258866" y="365615"/>
                  <a:pt x="248944" y="375933"/>
                  <a:pt x="239022" y="379505"/>
                </a:cubicBezTo>
                <a:cubicBezTo>
                  <a:pt x="229100" y="383077"/>
                  <a:pt x="219178" y="382283"/>
                  <a:pt x="210447" y="379505"/>
                </a:cubicBezTo>
                <a:cubicBezTo>
                  <a:pt x="201716" y="376727"/>
                  <a:pt x="197350" y="368789"/>
                  <a:pt x="186634" y="362836"/>
                </a:cubicBezTo>
                <a:cubicBezTo>
                  <a:pt x="175918" y="356883"/>
                  <a:pt x="157265" y="348152"/>
                  <a:pt x="146153" y="343786"/>
                </a:cubicBezTo>
                <a:cubicBezTo>
                  <a:pt x="135041" y="339420"/>
                  <a:pt x="129087" y="336245"/>
                  <a:pt x="119959" y="336642"/>
                </a:cubicBezTo>
                <a:cubicBezTo>
                  <a:pt x="110831" y="337039"/>
                  <a:pt x="89003" y="358867"/>
                  <a:pt x="69953" y="350930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p:sp>
        <p:nvSpPr>
          <p:cNvPr id="168" name="33 okayama">
            <a:extLst>
              <a:ext uri="{FF2B5EF4-FFF2-40B4-BE49-F238E27FC236}">
                <a16:creationId xmlns:a16="http://schemas.microsoft.com/office/drawing/2014/main" id="{F89F56F8-6A5A-D5AE-6B58-D5B23DF6AA19}"/>
              </a:ext>
            </a:extLst>
          </p:cNvPr>
          <p:cNvSpPr/>
          <p:nvPr/>
        </p:nvSpPr>
        <p:spPr>
          <a:xfrm>
            <a:off x="4911808" y="4828604"/>
            <a:ext cx="398582" cy="381694"/>
          </a:xfrm>
          <a:custGeom>
            <a:avLst/>
            <a:gdLst>
              <a:gd name="connsiteX0" fmla="*/ 95961 w 398582"/>
              <a:gd name="connsiteY0" fmla="*/ 364902 h 381694"/>
              <a:gd name="connsiteX1" fmla="*/ 165017 w 398582"/>
              <a:gd name="connsiteY1" fmla="*/ 381571 h 381694"/>
              <a:gd name="connsiteX2" fmla="*/ 167398 w 398582"/>
              <a:gd name="connsiteY2" fmla="*/ 357759 h 381694"/>
              <a:gd name="connsiteX3" fmla="*/ 181686 w 398582"/>
              <a:gd name="connsiteY3" fmla="*/ 352996 h 381694"/>
              <a:gd name="connsiteX4" fmla="*/ 207880 w 398582"/>
              <a:gd name="connsiteY4" fmla="*/ 367284 h 381694"/>
              <a:gd name="connsiteX5" fmla="*/ 241217 w 398582"/>
              <a:gd name="connsiteY5" fmla="*/ 374427 h 381694"/>
              <a:gd name="connsiteX6" fmla="*/ 272173 w 398582"/>
              <a:gd name="connsiteY6" fmla="*/ 364902 h 381694"/>
              <a:gd name="connsiteX7" fmla="*/ 293605 w 398582"/>
              <a:gd name="connsiteY7" fmla="*/ 348234 h 381694"/>
              <a:gd name="connsiteX8" fmla="*/ 319798 w 398582"/>
              <a:gd name="connsiteY8" fmla="*/ 310134 h 381694"/>
              <a:gd name="connsiteX9" fmla="*/ 355517 w 398582"/>
              <a:gd name="connsiteY9" fmla="*/ 293465 h 381694"/>
              <a:gd name="connsiteX10" fmla="*/ 386473 w 398582"/>
              <a:gd name="connsiteY10" fmla="*/ 269652 h 381694"/>
              <a:gd name="connsiteX11" fmla="*/ 395998 w 398582"/>
              <a:gd name="connsiteY11" fmla="*/ 245840 h 381694"/>
              <a:gd name="connsiteX12" fmla="*/ 376948 w 398582"/>
              <a:gd name="connsiteY12" fmla="*/ 207740 h 381694"/>
              <a:gd name="connsiteX13" fmla="*/ 367423 w 398582"/>
              <a:gd name="connsiteY13" fmla="*/ 169640 h 381694"/>
              <a:gd name="connsiteX14" fmla="*/ 365042 w 398582"/>
              <a:gd name="connsiteY14" fmla="*/ 119634 h 381694"/>
              <a:gd name="connsiteX15" fmla="*/ 365042 w 398582"/>
              <a:gd name="connsiteY15" fmla="*/ 91059 h 381694"/>
              <a:gd name="connsiteX16" fmla="*/ 381711 w 398582"/>
              <a:gd name="connsiteY16" fmla="*/ 72009 h 381694"/>
              <a:gd name="connsiteX17" fmla="*/ 398380 w 398582"/>
              <a:gd name="connsiteY17" fmla="*/ 45815 h 381694"/>
              <a:gd name="connsiteX18" fmla="*/ 369805 w 398582"/>
              <a:gd name="connsiteY18" fmla="*/ 43434 h 381694"/>
              <a:gd name="connsiteX19" fmla="*/ 334086 w 398582"/>
              <a:gd name="connsiteY19" fmla="*/ 43434 h 381694"/>
              <a:gd name="connsiteX20" fmla="*/ 303130 w 398582"/>
              <a:gd name="connsiteY20" fmla="*/ 41052 h 381694"/>
              <a:gd name="connsiteX21" fmla="*/ 284080 w 398582"/>
              <a:gd name="connsiteY21" fmla="*/ 17240 h 381694"/>
              <a:gd name="connsiteX22" fmla="*/ 262648 w 398582"/>
              <a:gd name="connsiteY22" fmla="*/ 571 h 381694"/>
              <a:gd name="connsiteX23" fmla="*/ 245980 w 398582"/>
              <a:gd name="connsiteY23" fmla="*/ 5334 h 381694"/>
              <a:gd name="connsiteX24" fmla="*/ 231692 w 398582"/>
              <a:gd name="connsiteY24" fmla="*/ 19621 h 381694"/>
              <a:gd name="connsiteX25" fmla="*/ 212642 w 398582"/>
              <a:gd name="connsiteY25" fmla="*/ 31527 h 381694"/>
              <a:gd name="connsiteX26" fmla="*/ 188830 w 398582"/>
              <a:gd name="connsiteY26" fmla="*/ 36290 h 381694"/>
              <a:gd name="connsiteX27" fmla="*/ 167398 w 398582"/>
              <a:gd name="connsiteY27" fmla="*/ 33909 h 381694"/>
              <a:gd name="connsiteX28" fmla="*/ 145967 w 398582"/>
              <a:gd name="connsiteY28" fmla="*/ 33909 h 381694"/>
              <a:gd name="connsiteX29" fmla="*/ 117392 w 398582"/>
              <a:gd name="connsiteY29" fmla="*/ 62484 h 381694"/>
              <a:gd name="connsiteX30" fmla="*/ 76911 w 398582"/>
              <a:gd name="connsiteY30" fmla="*/ 93440 h 381694"/>
              <a:gd name="connsiteX31" fmla="*/ 41192 w 398582"/>
              <a:gd name="connsiteY31" fmla="*/ 117252 h 381694"/>
              <a:gd name="connsiteX32" fmla="*/ 17380 w 398582"/>
              <a:gd name="connsiteY32" fmla="*/ 129159 h 381694"/>
              <a:gd name="connsiteX33" fmla="*/ 3092 w 398582"/>
              <a:gd name="connsiteY33" fmla="*/ 138684 h 381694"/>
              <a:gd name="connsiteX34" fmla="*/ 711 w 398582"/>
              <a:gd name="connsiteY34" fmla="*/ 152971 h 381694"/>
              <a:gd name="connsiteX35" fmla="*/ 12617 w 398582"/>
              <a:gd name="connsiteY35" fmla="*/ 176784 h 381694"/>
              <a:gd name="connsiteX36" fmla="*/ 12617 w 398582"/>
              <a:gd name="connsiteY36" fmla="*/ 198215 h 381694"/>
              <a:gd name="connsiteX37" fmla="*/ 10236 w 398582"/>
              <a:gd name="connsiteY37" fmla="*/ 214884 h 381694"/>
              <a:gd name="connsiteX38" fmla="*/ 14998 w 398582"/>
              <a:gd name="connsiteY38" fmla="*/ 233934 h 381694"/>
              <a:gd name="connsiteX39" fmla="*/ 41192 w 398582"/>
              <a:gd name="connsiteY39" fmla="*/ 248221 h 381694"/>
              <a:gd name="connsiteX40" fmla="*/ 45955 w 398582"/>
              <a:gd name="connsiteY40" fmla="*/ 272034 h 381694"/>
              <a:gd name="connsiteX41" fmla="*/ 65005 w 398582"/>
              <a:gd name="connsiteY41" fmla="*/ 319659 h 381694"/>
              <a:gd name="connsiteX42" fmla="*/ 95961 w 398582"/>
              <a:gd name="connsiteY42" fmla="*/ 364902 h 3816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398582" h="381694">
                <a:moveTo>
                  <a:pt x="95961" y="364902"/>
                </a:moveTo>
                <a:cubicBezTo>
                  <a:pt x="112630" y="375221"/>
                  <a:pt x="153111" y="382761"/>
                  <a:pt x="165017" y="381571"/>
                </a:cubicBezTo>
                <a:cubicBezTo>
                  <a:pt x="176923" y="380381"/>
                  <a:pt x="167398" y="357759"/>
                  <a:pt x="167398" y="357759"/>
                </a:cubicBezTo>
                <a:cubicBezTo>
                  <a:pt x="170176" y="352996"/>
                  <a:pt x="174939" y="351408"/>
                  <a:pt x="181686" y="352996"/>
                </a:cubicBezTo>
                <a:cubicBezTo>
                  <a:pt x="188433" y="354583"/>
                  <a:pt x="197958" y="363712"/>
                  <a:pt x="207880" y="367284"/>
                </a:cubicBezTo>
                <a:cubicBezTo>
                  <a:pt x="217802" y="370856"/>
                  <a:pt x="230502" y="374824"/>
                  <a:pt x="241217" y="374427"/>
                </a:cubicBezTo>
                <a:cubicBezTo>
                  <a:pt x="251932" y="374030"/>
                  <a:pt x="263442" y="369268"/>
                  <a:pt x="272173" y="364902"/>
                </a:cubicBezTo>
                <a:cubicBezTo>
                  <a:pt x="280904" y="360536"/>
                  <a:pt x="285667" y="357362"/>
                  <a:pt x="293605" y="348234"/>
                </a:cubicBezTo>
                <a:cubicBezTo>
                  <a:pt x="301543" y="339106"/>
                  <a:pt x="309479" y="319262"/>
                  <a:pt x="319798" y="310134"/>
                </a:cubicBezTo>
                <a:cubicBezTo>
                  <a:pt x="330117" y="301006"/>
                  <a:pt x="344405" y="300212"/>
                  <a:pt x="355517" y="293465"/>
                </a:cubicBezTo>
                <a:cubicBezTo>
                  <a:pt x="366629" y="286718"/>
                  <a:pt x="379726" y="277589"/>
                  <a:pt x="386473" y="269652"/>
                </a:cubicBezTo>
                <a:cubicBezTo>
                  <a:pt x="393220" y="261714"/>
                  <a:pt x="397586" y="256159"/>
                  <a:pt x="395998" y="245840"/>
                </a:cubicBezTo>
                <a:cubicBezTo>
                  <a:pt x="394411" y="235521"/>
                  <a:pt x="381711" y="220440"/>
                  <a:pt x="376948" y="207740"/>
                </a:cubicBezTo>
                <a:cubicBezTo>
                  <a:pt x="372185" y="195040"/>
                  <a:pt x="369407" y="184324"/>
                  <a:pt x="367423" y="169640"/>
                </a:cubicBezTo>
                <a:cubicBezTo>
                  <a:pt x="365439" y="154956"/>
                  <a:pt x="365439" y="132731"/>
                  <a:pt x="365042" y="119634"/>
                </a:cubicBezTo>
                <a:cubicBezTo>
                  <a:pt x="364645" y="106537"/>
                  <a:pt x="362264" y="98996"/>
                  <a:pt x="365042" y="91059"/>
                </a:cubicBezTo>
                <a:cubicBezTo>
                  <a:pt x="367820" y="83122"/>
                  <a:pt x="376155" y="79550"/>
                  <a:pt x="381711" y="72009"/>
                </a:cubicBezTo>
                <a:cubicBezTo>
                  <a:pt x="387267" y="64468"/>
                  <a:pt x="400364" y="50577"/>
                  <a:pt x="398380" y="45815"/>
                </a:cubicBezTo>
                <a:cubicBezTo>
                  <a:pt x="396396" y="41052"/>
                  <a:pt x="380521" y="43831"/>
                  <a:pt x="369805" y="43434"/>
                </a:cubicBezTo>
                <a:cubicBezTo>
                  <a:pt x="359089" y="43037"/>
                  <a:pt x="334086" y="43434"/>
                  <a:pt x="334086" y="43434"/>
                </a:cubicBezTo>
                <a:cubicBezTo>
                  <a:pt x="322974" y="43037"/>
                  <a:pt x="311464" y="45418"/>
                  <a:pt x="303130" y="41052"/>
                </a:cubicBezTo>
                <a:cubicBezTo>
                  <a:pt x="294796" y="36686"/>
                  <a:pt x="290827" y="23987"/>
                  <a:pt x="284080" y="17240"/>
                </a:cubicBezTo>
                <a:cubicBezTo>
                  <a:pt x="277333" y="10493"/>
                  <a:pt x="268998" y="2555"/>
                  <a:pt x="262648" y="571"/>
                </a:cubicBezTo>
                <a:cubicBezTo>
                  <a:pt x="256298" y="-1413"/>
                  <a:pt x="251139" y="2159"/>
                  <a:pt x="245980" y="5334"/>
                </a:cubicBezTo>
                <a:cubicBezTo>
                  <a:pt x="240821" y="8509"/>
                  <a:pt x="237248" y="15255"/>
                  <a:pt x="231692" y="19621"/>
                </a:cubicBezTo>
                <a:cubicBezTo>
                  <a:pt x="226136" y="23987"/>
                  <a:pt x="219785" y="28749"/>
                  <a:pt x="212642" y="31527"/>
                </a:cubicBezTo>
                <a:cubicBezTo>
                  <a:pt x="205499" y="34305"/>
                  <a:pt x="196371" y="35893"/>
                  <a:pt x="188830" y="36290"/>
                </a:cubicBezTo>
                <a:cubicBezTo>
                  <a:pt x="181289" y="36687"/>
                  <a:pt x="174542" y="34306"/>
                  <a:pt x="167398" y="33909"/>
                </a:cubicBezTo>
                <a:cubicBezTo>
                  <a:pt x="160254" y="33512"/>
                  <a:pt x="154301" y="29147"/>
                  <a:pt x="145967" y="33909"/>
                </a:cubicBezTo>
                <a:cubicBezTo>
                  <a:pt x="137633" y="38671"/>
                  <a:pt x="128901" y="52562"/>
                  <a:pt x="117392" y="62484"/>
                </a:cubicBezTo>
                <a:cubicBezTo>
                  <a:pt x="105883" y="72406"/>
                  <a:pt x="89611" y="84312"/>
                  <a:pt x="76911" y="93440"/>
                </a:cubicBezTo>
                <a:cubicBezTo>
                  <a:pt x="64211" y="102568"/>
                  <a:pt x="51114" y="111299"/>
                  <a:pt x="41192" y="117252"/>
                </a:cubicBezTo>
                <a:cubicBezTo>
                  <a:pt x="31270" y="123205"/>
                  <a:pt x="23730" y="125587"/>
                  <a:pt x="17380" y="129159"/>
                </a:cubicBezTo>
                <a:cubicBezTo>
                  <a:pt x="11030" y="132731"/>
                  <a:pt x="5870" y="134715"/>
                  <a:pt x="3092" y="138684"/>
                </a:cubicBezTo>
                <a:cubicBezTo>
                  <a:pt x="314" y="142653"/>
                  <a:pt x="-877" y="146621"/>
                  <a:pt x="711" y="152971"/>
                </a:cubicBezTo>
                <a:cubicBezTo>
                  <a:pt x="2298" y="159321"/>
                  <a:pt x="10633" y="169243"/>
                  <a:pt x="12617" y="176784"/>
                </a:cubicBezTo>
                <a:cubicBezTo>
                  <a:pt x="14601" y="184325"/>
                  <a:pt x="13014" y="191865"/>
                  <a:pt x="12617" y="198215"/>
                </a:cubicBezTo>
                <a:cubicBezTo>
                  <a:pt x="12220" y="204565"/>
                  <a:pt x="9839" y="208931"/>
                  <a:pt x="10236" y="214884"/>
                </a:cubicBezTo>
                <a:cubicBezTo>
                  <a:pt x="10633" y="220837"/>
                  <a:pt x="9839" y="228378"/>
                  <a:pt x="14998" y="233934"/>
                </a:cubicBezTo>
                <a:cubicBezTo>
                  <a:pt x="20157" y="239490"/>
                  <a:pt x="36033" y="241871"/>
                  <a:pt x="41192" y="248221"/>
                </a:cubicBezTo>
                <a:cubicBezTo>
                  <a:pt x="46351" y="254571"/>
                  <a:pt x="41986" y="260128"/>
                  <a:pt x="45955" y="272034"/>
                </a:cubicBezTo>
                <a:cubicBezTo>
                  <a:pt x="49924" y="283940"/>
                  <a:pt x="57861" y="307753"/>
                  <a:pt x="65005" y="319659"/>
                </a:cubicBezTo>
                <a:cubicBezTo>
                  <a:pt x="72149" y="331565"/>
                  <a:pt x="79292" y="354583"/>
                  <a:pt x="95961" y="364902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p:sp>
        <p:nvSpPr>
          <p:cNvPr id="112" name="32 Shimane">
            <a:extLst>
              <a:ext uri="{FF2B5EF4-FFF2-40B4-BE49-F238E27FC236}">
                <a16:creationId xmlns:a16="http://schemas.microsoft.com/office/drawing/2014/main" id="{D893E19D-DBAF-5E61-67A4-EA2921616324}"/>
              </a:ext>
            </a:extLst>
          </p:cNvPr>
          <p:cNvSpPr/>
          <p:nvPr/>
        </p:nvSpPr>
        <p:spPr>
          <a:xfrm>
            <a:off x="4369774" y="4740666"/>
            <a:ext cx="564229" cy="557265"/>
          </a:xfrm>
          <a:custGeom>
            <a:avLst/>
            <a:gdLst>
              <a:gd name="connsiteX0" fmla="*/ 483214 w 564229"/>
              <a:gd name="connsiteY0" fmla="*/ 181378 h 557265"/>
              <a:gd name="connsiteX1" fmla="*/ 526076 w 564229"/>
              <a:gd name="connsiteY1" fmla="*/ 238528 h 557265"/>
              <a:gd name="connsiteX2" fmla="*/ 499882 w 564229"/>
              <a:gd name="connsiteY2" fmla="*/ 243290 h 557265"/>
              <a:gd name="connsiteX3" fmla="*/ 457020 w 564229"/>
              <a:gd name="connsiteY3" fmla="*/ 236147 h 557265"/>
              <a:gd name="connsiteX4" fmla="*/ 404632 w 564229"/>
              <a:gd name="connsiteY4" fmla="*/ 240909 h 557265"/>
              <a:gd name="connsiteX5" fmla="*/ 378439 w 564229"/>
              <a:gd name="connsiteY5" fmla="*/ 259959 h 557265"/>
              <a:gd name="connsiteX6" fmla="*/ 354626 w 564229"/>
              <a:gd name="connsiteY6" fmla="*/ 305203 h 557265"/>
              <a:gd name="connsiteX7" fmla="*/ 323670 w 564229"/>
              <a:gd name="connsiteY7" fmla="*/ 333778 h 557265"/>
              <a:gd name="connsiteX8" fmla="*/ 292714 w 564229"/>
              <a:gd name="connsiteY8" fmla="*/ 357590 h 557265"/>
              <a:gd name="connsiteX9" fmla="*/ 271282 w 564229"/>
              <a:gd name="connsiteY9" fmla="*/ 367115 h 557265"/>
              <a:gd name="connsiteX10" fmla="*/ 223657 w 564229"/>
              <a:gd name="connsiteY10" fmla="*/ 376640 h 557265"/>
              <a:gd name="connsiteX11" fmla="*/ 185557 w 564229"/>
              <a:gd name="connsiteY11" fmla="*/ 381403 h 557265"/>
              <a:gd name="connsiteX12" fmla="*/ 156982 w 564229"/>
              <a:gd name="connsiteY12" fmla="*/ 409978 h 557265"/>
              <a:gd name="connsiteX13" fmla="*/ 135551 w 564229"/>
              <a:gd name="connsiteY13" fmla="*/ 443315 h 557265"/>
              <a:gd name="connsiteX14" fmla="*/ 121264 w 564229"/>
              <a:gd name="connsiteY14" fmla="*/ 476653 h 557265"/>
              <a:gd name="connsiteX15" fmla="*/ 106976 w 564229"/>
              <a:gd name="connsiteY15" fmla="*/ 514753 h 557265"/>
              <a:gd name="connsiteX16" fmla="*/ 92689 w 564229"/>
              <a:gd name="connsiteY16" fmla="*/ 550472 h 557265"/>
              <a:gd name="connsiteX17" fmla="*/ 64114 w 564229"/>
              <a:gd name="connsiteY17" fmla="*/ 555234 h 557265"/>
              <a:gd name="connsiteX18" fmla="*/ 26014 w 564229"/>
              <a:gd name="connsiteY18" fmla="*/ 526659 h 557265"/>
              <a:gd name="connsiteX19" fmla="*/ 9345 w 564229"/>
              <a:gd name="connsiteY19" fmla="*/ 502847 h 557265"/>
              <a:gd name="connsiteX20" fmla="*/ 4582 w 564229"/>
              <a:gd name="connsiteY20" fmla="*/ 464747 h 557265"/>
              <a:gd name="connsiteX21" fmla="*/ 6964 w 564229"/>
              <a:gd name="connsiteY21" fmla="*/ 433790 h 557265"/>
              <a:gd name="connsiteX22" fmla="*/ 87926 w 564229"/>
              <a:gd name="connsiteY22" fmla="*/ 383784 h 557265"/>
              <a:gd name="connsiteX23" fmla="*/ 173651 w 564229"/>
              <a:gd name="connsiteY23" fmla="*/ 283772 h 557265"/>
              <a:gd name="connsiteX24" fmla="*/ 245089 w 564229"/>
              <a:gd name="connsiteY24" fmla="*/ 212334 h 557265"/>
              <a:gd name="connsiteX25" fmla="*/ 326051 w 564229"/>
              <a:gd name="connsiteY25" fmla="*/ 124228 h 557265"/>
              <a:gd name="connsiteX26" fmla="*/ 399870 w 564229"/>
              <a:gd name="connsiteY26" fmla="*/ 45647 h 557265"/>
              <a:gd name="connsiteX27" fmla="*/ 449876 w 564229"/>
              <a:gd name="connsiteY27" fmla="*/ 9928 h 557265"/>
              <a:gd name="connsiteX28" fmla="*/ 476070 w 564229"/>
              <a:gd name="connsiteY28" fmla="*/ 2784 h 557265"/>
              <a:gd name="connsiteX29" fmla="*/ 492739 w 564229"/>
              <a:gd name="connsiteY29" fmla="*/ 50409 h 557265"/>
              <a:gd name="connsiteX30" fmla="*/ 526076 w 564229"/>
              <a:gd name="connsiteY30" fmla="*/ 64697 h 557265"/>
              <a:gd name="connsiteX31" fmla="*/ 564176 w 564229"/>
              <a:gd name="connsiteY31" fmla="*/ 67078 h 557265"/>
              <a:gd name="connsiteX32" fmla="*/ 533220 w 564229"/>
              <a:gd name="connsiteY32" fmla="*/ 121847 h 557265"/>
              <a:gd name="connsiteX33" fmla="*/ 483214 w 564229"/>
              <a:gd name="connsiteY33" fmla="*/ 181378 h 5572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564229" h="557265">
                <a:moveTo>
                  <a:pt x="483214" y="181378"/>
                </a:moveTo>
                <a:cubicBezTo>
                  <a:pt x="482023" y="200825"/>
                  <a:pt x="523298" y="228209"/>
                  <a:pt x="526076" y="238528"/>
                </a:cubicBezTo>
                <a:cubicBezTo>
                  <a:pt x="528854" y="248847"/>
                  <a:pt x="511391" y="243687"/>
                  <a:pt x="499882" y="243290"/>
                </a:cubicBezTo>
                <a:cubicBezTo>
                  <a:pt x="488373" y="242893"/>
                  <a:pt x="472895" y="236544"/>
                  <a:pt x="457020" y="236147"/>
                </a:cubicBezTo>
                <a:cubicBezTo>
                  <a:pt x="441145" y="235750"/>
                  <a:pt x="417729" y="236940"/>
                  <a:pt x="404632" y="240909"/>
                </a:cubicBezTo>
                <a:cubicBezTo>
                  <a:pt x="391535" y="244878"/>
                  <a:pt x="386773" y="249243"/>
                  <a:pt x="378439" y="259959"/>
                </a:cubicBezTo>
                <a:cubicBezTo>
                  <a:pt x="370105" y="270675"/>
                  <a:pt x="363754" y="292900"/>
                  <a:pt x="354626" y="305203"/>
                </a:cubicBezTo>
                <a:cubicBezTo>
                  <a:pt x="345498" y="317506"/>
                  <a:pt x="333989" y="325047"/>
                  <a:pt x="323670" y="333778"/>
                </a:cubicBezTo>
                <a:cubicBezTo>
                  <a:pt x="313351" y="342509"/>
                  <a:pt x="301445" y="352034"/>
                  <a:pt x="292714" y="357590"/>
                </a:cubicBezTo>
                <a:cubicBezTo>
                  <a:pt x="283983" y="363146"/>
                  <a:pt x="282791" y="363940"/>
                  <a:pt x="271282" y="367115"/>
                </a:cubicBezTo>
                <a:cubicBezTo>
                  <a:pt x="259773" y="370290"/>
                  <a:pt x="237944" y="374259"/>
                  <a:pt x="223657" y="376640"/>
                </a:cubicBezTo>
                <a:cubicBezTo>
                  <a:pt x="209370" y="379021"/>
                  <a:pt x="196669" y="375847"/>
                  <a:pt x="185557" y="381403"/>
                </a:cubicBezTo>
                <a:cubicBezTo>
                  <a:pt x="174444" y="386959"/>
                  <a:pt x="165316" y="399659"/>
                  <a:pt x="156982" y="409978"/>
                </a:cubicBezTo>
                <a:cubicBezTo>
                  <a:pt x="148648" y="420297"/>
                  <a:pt x="141504" y="432203"/>
                  <a:pt x="135551" y="443315"/>
                </a:cubicBezTo>
                <a:cubicBezTo>
                  <a:pt x="129598" y="454427"/>
                  <a:pt x="126026" y="464747"/>
                  <a:pt x="121264" y="476653"/>
                </a:cubicBezTo>
                <a:cubicBezTo>
                  <a:pt x="116502" y="488559"/>
                  <a:pt x="111738" y="502450"/>
                  <a:pt x="106976" y="514753"/>
                </a:cubicBezTo>
                <a:cubicBezTo>
                  <a:pt x="102214" y="527056"/>
                  <a:pt x="99833" y="543725"/>
                  <a:pt x="92689" y="550472"/>
                </a:cubicBezTo>
                <a:cubicBezTo>
                  <a:pt x="85545" y="557219"/>
                  <a:pt x="75226" y="559203"/>
                  <a:pt x="64114" y="555234"/>
                </a:cubicBezTo>
                <a:cubicBezTo>
                  <a:pt x="53002" y="551265"/>
                  <a:pt x="35142" y="535390"/>
                  <a:pt x="26014" y="526659"/>
                </a:cubicBezTo>
                <a:cubicBezTo>
                  <a:pt x="16886" y="517928"/>
                  <a:pt x="12917" y="513166"/>
                  <a:pt x="9345" y="502847"/>
                </a:cubicBezTo>
                <a:cubicBezTo>
                  <a:pt x="5773" y="492528"/>
                  <a:pt x="4979" y="476256"/>
                  <a:pt x="4582" y="464747"/>
                </a:cubicBezTo>
                <a:cubicBezTo>
                  <a:pt x="4185" y="453238"/>
                  <a:pt x="-6927" y="447284"/>
                  <a:pt x="6964" y="433790"/>
                </a:cubicBezTo>
                <a:cubicBezTo>
                  <a:pt x="20855" y="420296"/>
                  <a:pt x="60145" y="408787"/>
                  <a:pt x="87926" y="383784"/>
                </a:cubicBezTo>
                <a:cubicBezTo>
                  <a:pt x="115707" y="358781"/>
                  <a:pt x="147457" y="312347"/>
                  <a:pt x="173651" y="283772"/>
                </a:cubicBezTo>
                <a:cubicBezTo>
                  <a:pt x="199845" y="255197"/>
                  <a:pt x="219689" y="238925"/>
                  <a:pt x="245089" y="212334"/>
                </a:cubicBezTo>
                <a:cubicBezTo>
                  <a:pt x="270489" y="185743"/>
                  <a:pt x="300254" y="152009"/>
                  <a:pt x="326051" y="124228"/>
                </a:cubicBezTo>
                <a:cubicBezTo>
                  <a:pt x="351848" y="96447"/>
                  <a:pt x="379233" y="64697"/>
                  <a:pt x="399870" y="45647"/>
                </a:cubicBezTo>
                <a:cubicBezTo>
                  <a:pt x="420507" y="26597"/>
                  <a:pt x="437176" y="17072"/>
                  <a:pt x="449876" y="9928"/>
                </a:cubicBezTo>
                <a:cubicBezTo>
                  <a:pt x="462576" y="2784"/>
                  <a:pt x="468926" y="-3963"/>
                  <a:pt x="476070" y="2784"/>
                </a:cubicBezTo>
                <a:cubicBezTo>
                  <a:pt x="483214" y="9531"/>
                  <a:pt x="484405" y="40090"/>
                  <a:pt x="492739" y="50409"/>
                </a:cubicBezTo>
                <a:cubicBezTo>
                  <a:pt x="501073" y="60728"/>
                  <a:pt x="514170" y="61919"/>
                  <a:pt x="526076" y="64697"/>
                </a:cubicBezTo>
                <a:cubicBezTo>
                  <a:pt x="537982" y="67475"/>
                  <a:pt x="562985" y="57553"/>
                  <a:pt x="564176" y="67078"/>
                </a:cubicBezTo>
                <a:cubicBezTo>
                  <a:pt x="565367" y="76603"/>
                  <a:pt x="546317" y="104781"/>
                  <a:pt x="533220" y="121847"/>
                </a:cubicBezTo>
                <a:cubicBezTo>
                  <a:pt x="520123" y="138913"/>
                  <a:pt x="484405" y="161931"/>
                  <a:pt x="483214" y="181378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p:sp>
        <p:nvSpPr>
          <p:cNvPr id="56" name="31 tottori">
            <a:extLst>
              <a:ext uri="{FF2B5EF4-FFF2-40B4-BE49-F238E27FC236}">
                <a16:creationId xmlns:a16="http://schemas.microsoft.com/office/drawing/2014/main" id="{7BCB5E20-800C-D7C9-F7D0-79B4E07842DF}"/>
              </a:ext>
            </a:extLst>
          </p:cNvPr>
          <p:cNvSpPr/>
          <p:nvPr/>
        </p:nvSpPr>
        <p:spPr>
          <a:xfrm>
            <a:off x="4849950" y="4721163"/>
            <a:ext cx="498039" cy="255650"/>
          </a:xfrm>
          <a:custGeom>
            <a:avLst/>
            <a:gdLst>
              <a:gd name="connsiteX0" fmla="*/ 217350 w 498039"/>
              <a:gd name="connsiteY0" fmla="*/ 58006 h 255650"/>
              <a:gd name="connsiteX1" fmla="*/ 155438 w 498039"/>
              <a:gd name="connsiteY1" fmla="*/ 55625 h 255650"/>
              <a:gd name="connsiteX2" fmla="*/ 134006 w 498039"/>
              <a:gd name="connsiteY2" fmla="*/ 65150 h 255650"/>
              <a:gd name="connsiteX3" fmla="*/ 114956 w 498039"/>
              <a:gd name="connsiteY3" fmla="*/ 77056 h 255650"/>
              <a:gd name="connsiteX4" fmla="*/ 91144 w 498039"/>
              <a:gd name="connsiteY4" fmla="*/ 81818 h 255650"/>
              <a:gd name="connsiteX5" fmla="*/ 76856 w 498039"/>
              <a:gd name="connsiteY5" fmla="*/ 84200 h 255650"/>
              <a:gd name="connsiteX6" fmla="*/ 74475 w 498039"/>
              <a:gd name="connsiteY6" fmla="*/ 103250 h 255650"/>
              <a:gd name="connsiteX7" fmla="*/ 74475 w 498039"/>
              <a:gd name="connsiteY7" fmla="*/ 127062 h 255650"/>
              <a:gd name="connsiteX8" fmla="*/ 53044 w 498039"/>
              <a:gd name="connsiteY8" fmla="*/ 146112 h 255650"/>
              <a:gd name="connsiteX9" fmla="*/ 17325 w 498039"/>
              <a:gd name="connsiteY9" fmla="*/ 174687 h 255650"/>
              <a:gd name="connsiteX10" fmla="*/ 656 w 498039"/>
              <a:gd name="connsiteY10" fmla="*/ 200881 h 255650"/>
              <a:gd name="connsiteX11" fmla="*/ 5419 w 498039"/>
              <a:gd name="connsiteY11" fmla="*/ 227075 h 255650"/>
              <a:gd name="connsiteX12" fmla="*/ 24469 w 498039"/>
              <a:gd name="connsiteY12" fmla="*/ 243743 h 255650"/>
              <a:gd name="connsiteX13" fmla="*/ 62569 w 498039"/>
              <a:gd name="connsiteY13" fmla="*/ 255650 h 255650"/>
              <a:gd name="connsiteX14" fmla="*/ 86381 w 498039"/>
              <a:gd name="connsiteY14" fmla="*/ 243743 h 255650"/>
              <a:gd name="connsiteX15" fmla="*/ 126863 w 498039"/>
              <a:gd name="connsiteY15" fmla="*/ 208025 h 255650"/>
              <a:gd name="connsiteX16" fmla="*/ 155438 w 498039"/>
              <a:gd name="connsiteY16" fmla="*/ 184212 h 255650"/>
              <a:gd name="connsiteX17" fmla="*/ 184013 w 498039"/>
              <a:gd name="connsiteY17" fmla="*/ 155637 h 255650"/>
              <a:gd name="connsiteX18" fmla="*/ 212588 w 498039"/>
              <a:gd name="connsiteY18" fmla="*/ 131825 h 255650"/>
              <a:gd name="connsiteX19" fmla="*/ 253069 w 498039"/>
              <a:gd name="connsiteY19" fmla="*/ 138968 h 255650"/>
              <a:gd name="connsiteX20" fmla="*/ 284025 w 498039"/>
              <a:gd name="connsiteY20" fmla="*/ 131825 h 255650"/>
              <a:gd name="connsiteX21" fmla="*/ 303075 w 498039"/>
              <a:gd name="connsiteY21" fmla="*/ 117537 h 255650"/>
              <a:gd name="connsiteX22" fmla="*/ 326888 w 498039"/>
              <a:gd name="connsiteY22" fmla="*/ 105631 h 255650"/>
              <a:gd name="connsiteX23" fmla="*/ 348319 w 498039"/>
              <a:gd name="connsiteY23" fmla="*/ 131825 h 255650"/>
              <a:gd name="connsiteX24" fmla="*/ 384038 w 498039"/>
              <a:gd name="connsiteY24" fmla="*/ 158018 h 255650"/>
              <a:gd name="connsiteX25" fmla="*/ 436425 w 498039"/>
              <a:gd name="connsiteY25" fmla="*/ 160400 h 255650"/>
              <a:gd name="connsiteX26" fmla="*/ 479288 w 498039"/>
              <a:gd name="connsiteY26" fmla="*/ 150875 h 255650"/>
              <a:gd name="connsiteX27" fmla="*/ 495956 w 498039"/>
              <a:gd name="connsiteY27" fmla="*/ 119918 h 255650"/>
              <a:gd name="connsiteX28" fmla="*/ 495956 w 498039"/>
              <a:gd name="connsiteY28" fmla="*/ 67531 h 255650"/>
              <a:gd name="connsiteX29" fmla="*/ 479288 w 498039"/>
              <a:gd name="connsiteY29" fmla="*/ 17525 h 255650"/>
              <a:gd name="connsiteX30" fmla="*/ 448331 w 498039"/>
              <a:gd name="connsiteY30" fmla="*/ 856 h 255650"/>
              <a:gd name="connsiteX31" fmla="*/ 405469 w 498039"/>
              <a:gd name="connsiteY31" fmla="*/ 3237 h 255650"/>
              <a:gd name="connsiteX32" fmla="*/ 384038 w 498039"/>
              <a:gd name="connsiteY32" fmla="*/ 10381 h 255650"/>
              <a:gd name="connsiteX33" fmla="*/ 360225 w 498039"/>
              <a:gd name="connsiteY33" fmla="*/ 22287 h 255650"/>
              <a:gd name="connsiteX34" fmla="*/ 319744 w 498039"/>
              <a:gd name="connsiteY34" fmla="*/ 24668 h 255650"/>
              <a:gd name="connsiteX35" fmla="*/ 295931 w 498039"/>
              <a:gd name="connsiteY35" fmla="*/ 34193 h 255650"/>
              <a:gd name="connsiteX36" fmla="*/ 217350 w 498039"/>
              <a:gd name="connsiteY36" fmla="*/ 58006 h 255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498039" h="255650">
                <a:moveTo>
                  <a:pt x="217350" y="58006"/>
                </a:moveTo>
                <a:cubicBezTo>
                  <a:pt x="193339" y="56220"/>
                  <a:pt x="169329" y="54434"/>
                  <a:pt x="155438" y="55625"/>
                </a:cubicBezTo>
                <a:cubicBezTo>
                  <a:pt x="141547" y="56816"/>
                  <a:pt x="140753" y="61578"/>
                  <a:pt x="134006" y="65150"/>
                </a:cubicBezTo>
                <a:cubicBezTo>
                  <a:pt x="127259" y="68722"/>
                  <a:pt x="122100" y="74278"/>
                  <a:pt x="114956" y="77056"/>
                </a:cubicBezTo>
                <a:cubicBezTo>
                  <a:pt x="107812" y="79834"/>
                  <a:pt x="97494" y="80627"/>
                  <a:pt x="91144" y="81818"/>
                </a:cubicBezTo>
                <a:cubicBezTo>
                  <a:pt x="84794" y="83009"/>
                  <a:pt x="79634" y="80628"/>
                  <a:pt x="76856" y="84200"/>
                </a:cubicBezTo>
                <a:cubicBezTo>
                  <a:pt x="74078" y="87772"/>
                  <a:pt x="74872" y="96106"/>
                  <a:pt x="74475" y="103250"/>
                </a:cubicBezTo>
                <a:cubicBezTo>
                  <a:pt x="74078" y="110394"/>
                  <a:pt x="78047" y="119918"/>
                  <a:pt x="74475" y="127062"/>
                </a:cubicBezTo>
                <a:cubicBezTo>
                  <a:pt x="70903" y="134206"/>
                  <a:pt x="62569" y="138175"/>
                  <a:pt x="53044" y="146112"/>
                </a:cubicBezTo>
                <a:cubicBezTo>
                  <a:pt x="43519" y="154049"/>
                  <a:pt x="26056" y="165559"/>
                  <a:pt x="17325" y="174687"/>
                </a:cubicBezTo>
                <a:cubicBezTo>
                  <a:pt x="8594" y="183815"/>
                  <a:pt x="2640" y="192150"/>
                  <a:pt x="656" y="200881"/>
                </a:cubicBezTo>
                <a:cubicBezTo>
                  <a:pt x="-1328" y="209612"/>
                  <a:pt x="1450" y="219932"/>
                  <a:pt x="5419" y="227075"/>
                </a:cubicBezTo>
                <a:cubicBezTo>
                  <a:pt x="9388" y="234218"/>
                  <a:pt x="14944" y="238980"/>
                  <a:pt x="24469" y="243743"/>
                </a:cubicBezTo>
                <a:cubicBezTo>
                  <a:pt x="33994" y="248506"/>
                  <a:pt x="52250" y="255650"/>
                  <a:pt x="62569" y="255650"/>
                </a:cubicBezTo>
                <a:cubicBezTo>
                  <a:pt x="72888" y="255650"/>
                  <a:pt x="75665" y="251680"/>
                  <a:pt x="86381" y="243743"/>
                </a:cubicBezTo>
                <a:cubicBezTo>
                  <a:pt x="97097" y="235806"/>
                  <a:pt x="115354" y="217947"/>
                  <a:pt x="126863" y="208025"/>
                </a:cubicBezTo>
                <a:cubicBezTo>
                  <a:pt x="138372" y="198103"/>
                  <a:pt x="145913" y="192943"/>
                  <a:pt x="155438" y="184212"/>
                </a:cubicBezTo>
                <a:cubicBezTo>
                  <a:pt x="164963" y="175481"/>
                  <a:pt x="174488" y="164368"/>
                  <a:pt x="184013" y="155637"/>
                </a:cubicBezTo>
                <a:cubicBezTo>
                  <a:pt x="193538" y="146906"/>
                  <a:pt x="201079" y="134603"/>
                  <a:pt x="212588" y="131825"/>
                </a:cubicBezTo>
                <a:cubicBezTo>
                  <a:pt x="224097" y="129047"/>
                  <a:pt x="241163" y="138968"/>
                  <a:pt x="253069" y="138968"/>
                </a:cubicBezTo>
                <a:cubicBezTo>
                  <a:pt x="264975" y="138968"/>
                  <a:pt x="275691" y="135397"/>
                  <a:pt x="284025" y="131825"/>
                </a:cubicBezTo>
                <a:cubicBezTo>
                  <a:pt x="292359" y="128253"/>
                  <a:pt x="295931" y="121903"/>
                  <a:pt x="303075" y="117537"/>
                </a:cubicBezTo>
                <a:cubicBezTo>
                  <a:pt x="310219" y="113171"/>
                  <a:pt x="319347" y="103250"/>
                  <a:pt x="326888" y="105631"/>
                </a:cubicBezTo>
                <a:cubicBezTo>
                  <a:pt x="334429" y="108012"/>
                  <a:pt x="338794" y="123094"/>
                  <a:pt x="348319" y="131825"/>
                </a:cubicBezTo>
                <a:cubicBezTo>
                  <a:pt x="357844" y="140556"/>
                  <a:pt x="369354" y="153255"/>
                  <a:pt x="384038" y="158018"/>
                </a:cubicBezTo>
                <a:cubicBezTo>
                  <a:pt x="398722" y="162781"/>
                  <a:pt x="420550" y="161591"/>
                  <a:pt x="436425" y="160400"/>
                </a:cubicBezTo>
                <a:cubicBezTo>
                  <a:pt x="452300" y="159210"/>
                  <a:pt x="469366" y="157622"/>
                  <a:pt x="479288" y="150875"/>
                </a:cubicBezTo>
                <a:cubicBezTo>
                  <a:pt x="489210" y="144128"/>
                  <a:pt x="493178" y="133809"/>
                  <a:pt x="495956" y="119918"/>
                </a:cubicBezTo>
                <a:cubicBezTo>
                  <a:pt x="498734" y="106027"/>
                  <a:pt x="498734" y="84597"/>
                  <a:pt x="495956" y="67531"/>
                </a:cubicBezTo>
                <a:cubicBezTo>
                  <a:pt x="493178" y="50465"/>
                  <a:pt x="487226" y="28637"/>
                  <a:pt x="479288" y="17525"/>
                </a:cubicBezTo>
                <a:cubicBezTo>
                  <a:pt x="471351" y="6412"/>
                  <a:pt x="460634" y="3237"/>
                  <a:pt x="448331" y="856"/>
                </a:cubicBezTo>
                <a:cubicBezTo>
                  <a:pt x="436028" y="-1525"/>
                  <a:pt x="416184" y="1650"/>
                  <a:pt x="405469" y="3237"/>
                </a:cubicBezTo>
                <a:cubicBezTo>
                  <a:pt x="394754" y="4824"/>
                  <a:pt x="391579" y="7206"/>
                  <a:pt x="384038" y="10381"/>
                </a:cubicBezTo>
                <a:cubicBezTo>
                  <a:pt x="376497" y="13556"/>
                  <a:pt x="370941" y="19906"/>
                  <a:pt x="360225" y="22287"/>
                </a:cubicBezTo>
                <a:cubicBezTo>
                  <a:pt x="349509" y="24668"/>
                  <a:pt x="330460" y="22684"/>
                  <a:pt x="319744" y="24668"/>
                </a:cubicBezTo>
                <a:cubicBezTo>
                  <a:pt x="309028" y="26652"/>
                  <a:pt x="295931" y="34193"/>
                  <a:pt x="295931" y="34193"/>
                </a:cubicBezTo>
                <a:lnTo>
                  <a:pt x="217350" y="58006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p:sp>
        <p:nvSpPr>
          <p:cNvPr id="160" name="30 wakayama">
            <a:extLst>
              <a:ext uri="{FF2B5EF4-FFF2-40B4-BE49-F238E27FC236}">
                <a16:creationId xmlns:a16="http://schemas.microsoft.com/office/drawing/2014/main" id="{A2875182-71D7-9E78-221E-D5046243E862}"/>
              </a:ext>
            </a:extLst>
          </p:cNvPr>
          <p:cNvSpPr/>
          <p:nvPr/>
        </p:nvSpPr>
        <p:spPr>
          <a:xfrm>
            <a:off x="5593347" y="5192354"/>
            <a:ext cx="344012" cy="396560"/>
          </a:xfrm>
          <a:custGeom>
            <a:avLst/>
            <a:gdLst>
              <a:gd name="connsiteX0" fmla="*/ 245478 w 344012"/>
              <a:gd name="connsiteY0" fmla="*/ 220227 h 396560"/>
              <a:gd name="connsiteX1" fmla="*/ 314534 w 344012"/>
              <a:gd name="connsiteY1" fmla="*/ 258327 h 396560"/>
              <a:gd name="connsiteX2" fmla="*/ 340728 w 344012"/>
              <a:gd name="connsiteY2" fmla="*/ 279759 h 396560"/>
              <a:gd name="connsiteX3" fmla="*/ 343109 w 344012"/>
              <a:gd name="connsiteY3" fmla="*/ 296427 h 396560"/>
              <a:gd name="connsiteX4" fmla="*/ 335966 w 344012"/>
              <a:gd name="connsiteY4" fmla="*/ 325002 h 396560"/>
              <a:gd name="connsiteX5" fmla="*/ 326441 w 344012"/>
              <a:gd name="connsiteY5" fmla="*/ 348815 h 396560"/>
              <a:gd name="connsiteX6" fmla="*/ 302628 w 344012"/>
              <a:gd name="connsiteY6" fmla="*/ 360721 h 396560"/>
              <a:gd name="connsiteX7" fmla="*/ 285959 w 344012"/>
              <a:gd name="connsiteY7" fmla="*/ 365484 h 396560"/>
              <a:gd name="connsiteX8" fmla="*/ 269291 w 344012"/>
              <a:gd name="connsiteY8" fmla="*/ 384534 h 396560"/>
              <a:gd name="connsiteX9" fmla="*/ 250241 w 344012"/>
              <a:gd name="connsiteY9" fmla="*/ 396440 h 396560"/>
              <a:gd name="connsiteX10" fmla="*/ 190709 w 344012"/>
              <a:gd name="connsiteY10" fmla="*/ 377390 h 396560"/>
              <a:gd name="connsiteX11" fmla="*/ 147847 w 344012"/>
              <a:gd name="connsiteY11" fmla="*/ 348815 h 396560"/>
              <a:gd name="connsiteX12" fmla="*/ 104984 w 344012"/>
              <a:gd name="connsiteY12" fmla="*/ 322621 h 396560"/>
              <a:gd name="connsiteX13" fmla="*/ 69266 w 344012"/>
              <a:gd name="connsiteY13" fmla="*/ 279759 h 396560"/>
              <a:gd name="connsiteX14" fmla="*/ 45453 w 344012"/>
              <a:gd name="connsiteY14" fmla="*/ 246421 h 396560"/>
              <a:gd name="connsiteX15" fmla="*/ 16878 w 344012"/>
              <a:gd name="connsiteY15" fmla="*/ 224990 h 396560"/>
              <a:gd name="connsiteX16" fmla="*/ 209 w 344012"/>
              <a:gd name="connsiteY16" fmla="*/ 203559 h 396560"/>
              <a:gd name="connsiteX17" fmla="*/ 7353 w 344012"/>
              <a:gd name="connsiteY17" fmla="*/ 158315 h 396560"/>
              <a:gd name="connsiteX18" fmla="*/ 4972 w 344012"/>
              <a:gd name="connsiteY18" fmla="*/ 110690 h 396560"/>
              <a:gd name="connsiteX19" fmla="*/ 4972 w 344012"/>
              <a:gd name="connsiteY19" fmla="*/ 63065 h 396560"/>
              <a:gd name="connsiteX20" fmla="*/ 21641 w 344012"/>
              <a:gd name="connsiteY20" fmla="*/ 36871 h 396560"/>
              <a:gd name="connsiteX21" fmla="*/ 52597 w 344012"/>
              <a:gd name="connsiteY21" fmla="*/ 17821 h 396560"/>
              <a:gd name="connsiteX22" fmla="*/ 76409 w 344012"/>
              <a:gd name="connsiteY22" fmla="*/ 3534 h 396560"/>
              <a:gd name="connsiteX23" fmla="*/ 119272 w 344012"/>
              <a:gd name="connsiteY23" fmla="*/ 1152 h 396560"/>
              <a:gd name="connsiteX24" fmla="*/ 150228 w 344012"/>
              <a:gd name="connsiteY24" fmla="*/ 3534 h 396560"/>
              <a:gd name="connsiteX25" fmla="*/ 178803 w 344012"/>
              <a:gd name="connsiteY25" fmla="*/ 1152 h 396560"/>
              <a:gd name="connsiteX26" fmla="*/ 193091 w 344012"/>
              <a:gd name="connsiteY26" fmla="*/ 1152 h 396560"/>
              <a:gd name="connsiteX27" fmla="*/ 204997 w 344012"/>
              <a:gd name="connsiteY27" fmla="*/ 15440 h 396560"/>
              <a:gd name="connsiteX28" fmla="*/ 200234 w 344012"/>
              <a:gd name="connsiteY28" fmla="*/ 44015 h 396560"/>
              <a:gd name="connsiteX29" fmla="*/ 185947 w 344012"/>
              <a:gd name="connsiteY29" fmla="*/ 79734 h 396560"/>
              <a:gd name="connsiteX30" fmla="*/ 174041 w 344012"/>
              <a:gd name="connsiteY30" fmla="*/ 117834 h 396560"/>
              <a:gd name="connsiteX31" fmla="*/ 162134 w 344012"/>
              <a:gd name="connsiteY31" fmla="*/ 146409 h 396560"/>
              <a:gd name="connsiteX32" fmla="*/ 166897 w 344012"/>
              <a:gd name="connsiteY32" fmla="*/ 191652 h 396560"/>
              <a:gd name="connsiteX33" fmla="*/ 181184 w 344012"/>
              <a:gd name="connsiteY33" fmla="*/ 208321 h 396560"/>
              <a:gd name="connsiteX34" fmla="*/ 245478 w 344012"/>
              <a:gd name="connsiteY34" fmla="*/ 220227 h 3965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344012" h="396560">
                <a:moveTo>
                  <a:pt x="245478" y="220227"/>
                </a:moveTo>
                <a:cubicBezTo>
                  <a:pt x="267703" y="228561"/>
                  <a:pt x="298659" y="248405"/>
                  <a:pt x="314534" y="258327"/>
                </a:cubicBezTo>
                <a:cubicBezTo>
                  <a:pt x="330409" y="268249"/>
                  <a:pt x="335966" y="273409"/>
                  <a:pt x="340728" y="279759"/>
                </a:cubicBezTo>
                <a:cubicBezTo>
                  <a:pt x="345490" y="286109"/>
                  <a:pt x="343903" y="288887"/>
                  <a:pt x="343109" y="296427"/>
                </a:cubicBezTo>
                <a:cubicBezTo>
                  <a:pt x="342315" y="303967"/>
                  <a:pt x="338744" y="316271"/>
                  <a:pt x="335966" y="325002"/>
                </a:cubicBezTo>
                <a:cubicBezTo>
                  <a:pt x="333188" y="333733"/>
                  <a:pt x="331997" y="342862"/>
                  <a:pt x="326441" y="348815"/>
                </a:cubicBezTo>
                <a:cubicBezTo>
                  <a:pt x="320885" y="354768"/>
                  <a:pt x="309375" y="357943"/>
                  <a:pt x="302628" y="360721"/>
                </a:cubicBezTo>
                <a:cubicBezTo>
                  <a:pt x="295881" y="363499"/>
                  <a:pt x="291515" y="361515"/>
                  <a:pt x="285959" y="365484"/>
                </a:cubicBezTo>
                <a:cubicBezTo>
                  <a:pt x="280403" y="369453"/>
                  <a:pt x="275244" y="379375"/>
                  <a:pt x="269291" y="384534"/>
                </a:cubicBezTo>
                <a:cubicBezTo>
                  <a:pt x="263338" y="389693"/>
                  <a:pt x="263338" y="397631"/>
                  <a:pt x="250241" y="396440"/>
                </a:cubicBezTo>
                <a:cubicBezTo>
                  <a:pt x="237144" y="395249"/>
                  <a:pt x="207775" y="385327"/>
                  <a:pt x="190709" y="377390"/>
                </a:cubicBezTo>
                <a:cubicBezTo>
                  <a:pt x="173643" y="369453"/>
                  <a:pt x="162134" y="357943"/>
                  <a:pt x="147847" y="348815"/>
                </a:cubicBezTo>
                <a:cubicBezTo>
                  <a:pt x="133560" y="339687"/>
                  <a:pt x="118081" y="334130"/>
                  <a:pt x="104984" y="322621"/>
                </a:cubicBezTo>
                <a:cubicBezTo>
                  <a:pt x="91887" y="311112"/>
                  <a:pt x="79188" y="292459"/>
                  <a:pt x="69266" y="279759"/>
                </a:cubicBezTo>
                <a:cubicBezTo>
                  <a:pt x="59344" y="267059"/>
                  <a:pt x="54184" y="255549"/>
                  <a:pt x="45453" y="246421"/>
                </a:cubicBezTo>
                <a:cubicBezTo>
                  <a:pt x="36722" y="237293"/>
                  <a:pt x="24419" y="232134"/>
                  <a:pt x="16878" y="224990"/>
                </a:cubicBezTo>
                <a:cubicBezTo>
                  <a:pt x="9337" y="217846"/>
                  <a:pt x="1796" y="214671"/>
                  <a:pt x="209" y="203559"/>
                </a:cubicBezTo>
                <a:cubicBezTo>
                  <a:pt x="-1378" y="192447"/>
                  <a:pt x="6559" y="173793"/>
                  <a:pt x="7353" y="158315"/>
                </a:cubicBezTo>
                <a:cubicBezTo>
                  <a:pt x="8147" y="142837"/>
                  <a:pt x="5369" y="126565"/>
                  <a:pt x="4972" y="110690"/>
                </a:cubicBezTo>
                <a:cubicBezTo>
                  <a:pt x="4575" y="94815"/>
                  <a:pt x="2194" y="75368"/>
                  <a:pt x="4972" y="63065"/>
                </a:cubicBezTo>
                <a:cubicBezTo>
                  <a:pt x="7750" y="50762"/>
                  <a:pt x="13704" y="44412"/>
                  <a:pt x="21641" y="36871"/>
                </a:cubicBezTo>
                <a:cubicBezTo>
                  <a:pt x="29578" y="29330"/>
                  <a:pt x="43469" y="23377"/>
                  <a:pt x="52597" y="17821"/>
                </a:cubicBezTo>
                <a:cubicBezTo>
                  <a:pt x="61725" y="12265"/>
                  <a:pt x="65297" y="6312"/>
                  <a:pt x="76409" y="3534"/>
                </a:cubicBezTo>
                <a:cubicBezTo>
                  <a:pt x="87521" y="756"/>
                  <a:pt x="106969" y="1152"/>
                  <a:pt x="119272" y="1152"/>
                </a:cubicBezTo>
                <a:cubicBezTo>
                  <a:pt x="131575" y="1152"/>
                  <a:pt x="140306" y="3534"/>
                  <a:pt x="150228" y="3534"/>
                </a:cubicBezTo>
                <a:cubicBezTo>
                  <a:pt x="160150" y="3534"/>
                  <a:pt x="171659" y="1549"/>
                  <a:pt x="178803" y="1152"/>
                </a:cubicBezTo>
                <a:cubicBezTo>
                  <a:pt x="185947" y="755"/>
                  <a:pt x="188725" y="-1229"/>
                  <a:pt x="193091" y="1152"/>
                </a:cubicBezTo>
                <a:cubicBezTo>
                  <a:pt x="197457" y="3533"/>
                  <a:pt x="203807" y="8296"/>
                  <a:pt x="204997" y="15440"/>
                </a:cubicBezTo>
                <a:cubicBezTo>
                  <a:pt x="206187" y="22584"/>
                  <a:pt x="203409" y="33299"/>
                  <a:pt x="200234" y="44015"/>
                </a:cubicBezTo>
                <a:cubicBezTo>
                  <a:pt x="197059" y="54731"/>
                  <a:pt x="190312" y="67431"/>
                  <a:pt x="185947" y="79734"/>
                </a:cubicBezTo>
                <a:cubicBezTo>
                  <a:pt x="181581" y="92037"/>
                  <a:pt x="178010" y="106722"/>
                  <a:pt x="174041" y="117834"/>
                </a:cubicBezTo>
                <a:cubicBezTo>
                  <a:pt x="170072" y="128946"/>
                  <a:pt x="163325" y="134106"/>
                  <a:pt x="162134" y="146409"/>
                </a:cubicBezTo>
                <a:cubicBezTo>
                  <a:pt x="160943" y="158712"/>
                  <a:pt x="163722" y="181333"/>
                  <a:pt x="166897" y="191652"/>
                </a:cubicBezTo>
                <a:cubicBezTo>
                  <a:pt x="170072" y="201971"/>
                  <a:pt x="171659" y="203558"/>
                  <a:pt x="181184" y="208321"/>
                </a:cubicBezTo>
                <a:cubicBezTo>
                  <a:pt x="190709" y="213084"/>
                  <a:pt x="223253" y="211893"/>
                  <a:pt x="245478" y="220227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p:sp>
        <p:nvSpPr>
          <p:cNvPr id="104" name="29 Nara">
            <a:extLst>
              <a:ext uri="{FF2B5EF4-FFF2-40B4-BE49-F238E27FC236}">
                <a16:creationId xmlns:a16="http://schemas.microsoft.com/office/drawing/2014/main" id="{6A354DF9-52B6-84D6-D6B1-17E390341CA6}"/>
              </a:ext>
            </a:extLst>
          </p:cNvPr>
          <p:cNvSpPr/>
          <p:nvPr/>
        </p:nvSpPr>
        <p:spPr>
          <a:xfrm>
            <a:off x="5752115" y="5018476"/>
            <a:ext cx="189263" cy="396487"/>
          </a:xfrm>
          <a:custGeom>
            <a:avLst/>
            <a:gdLst>
              <a:gd name="connsiteX0" fmla="*/ 84329 w 189263"/>
              <a:gd name="connsiteY0" fmla="*/ 396487 h 396487"/>
              <a:gd name="connsiteX1" fmla="*/ 24798 w 189263"/>
              <a:gd name="connsiteY1" fmla="*/ 379818 h 396487"/>
              <a:gd name="connsiteX2" fmla="*/ 5748 w 189263"/>
              <a:gd name="connsiteY2" fmla="*/ 375055 h 396487"/>
              <a:gd name="connsiteX3" fmla="*/ 985 w 189263"/>
              <a:gd name="connsiteY3" fmla="*/ 322668 h 396487"/>
              <a:gd name="connsiteX4" fmla="*/ 22416 w 189263"/>
              <a:gd name="connsiteY4" fmla="*/ 263137 h 396487"/>
              <a:gd name="connsiteX5" fmla="*/ 46229 w 189263"/>
              <a:gd name="connsiteY5" fmla="*/ 217893 h 396487"/>
              <a:gd name="connsiteX6" fmla="*/ 46229 w 189263"/>
              <a:gd name="connsiteY6" fmla="*/ 194080 h 396487"/>
              <a:gd name="connsiteX7" fmla="*/ 34323 w 189263"/>
              <a:gd name="connsiteY7" fmla="*/ 163124 h 396487"/>
              <a:gd name="connsiteX8" fmla="*/ 27179 w 189263"/>
              <a:gd name="connsiteY8" fmla="*/ 122643 h 396487"/>
              <a:gd name="connsiteX9" fmla="*/ 27179 w 189263"/>
              <a:gd name="connsiteY9" fmla="*/ 75018 h 396487"/>
              <a:gd name="connsiteX10" fmla="*/ 31941 w 189263"/>
              <a:gd name="connsiteY10" fmla="*/ 39299 h 396487"/>
              <a:gd name="connsiteX11" fmla="*/ 29560 w 189263"/>
              <a:gd name="connsiteY11" fmla="*/ 1199 h 396487"/>
              <a:gd name="connsiteX12" fmla="*/ 43848 w 189263"/>
              <a:gd name="connsiteY12" fmla="*/ 10724 h 396487"/>
              <a:gd name="connsiteX13" fmla="*/ 62898 w 189263"/>
              <a:gd name="connsiteY13" fmla="*/ 22630 h 396487"/>
              <a:gd name="connsiteX14" fmla="*/ 77185 w 189263"/>
              <a:gd name="connsiteY14" fmla="*/ 27393 h 396487"/>
              <a:gd name="connsiteX15" fmla="*/ 110523 w 189263"/>
              <a:gd name="connsiteY15" fmla="*/ 17868 h 396487"/>
              <a:gd name="connsiteX16" fmla="*/ 136716 w 189263"/>
              <a:gd name="connsiteY16" fmla="*/ 17868 h 396487"/>
              <a:gd name="connsiteX17" fmla="*/ 160529 w 189263"/>
              <a:gd name="connsiteY17" fmla="*/ 44062 h 396487"/>
              <a:gd name="connsiteX18" fmla="*/ 179579 w 189263"/>
              <a:gd name="connsiteY18" fmla="*/ 75018 h 396487"/>
              <a:gd name="connsiteX19" fmla="*/ 186723 w 189263"/>
              <a:gd name="connsiteY19" fmla="*/ 120262 h 396487"/>
              <a:gd name="connsiteX20" fmla="*/ 184341 w 189263"/>
              <a:gd name="connsiteY20" fmla="*/ 127405 h 396487"/>
              <a:gd name="connsiteX21" fmla="*/ 186723 w 189263"/>
              <a:gd name="connsiteY21" fmla="*/ 172649 h 396487"/>
              <a:gd name="connsiteX22" fmla="*/ 189104 w 189263"/>
              <a:gd name="connsiteY22" fmla="*/ 213130 h 396487"/>
              <a:gd name="connsiteX23" fmla="*/ 181960 w 189263"/>
              <a:gd name="connsiteY23" fmla="*/ 277424 h 396487"/>
              <a:gd name="connsiteX24" fmla="*/ 165291 w 189263"/>
              <a:gd name="connsiteY24" fmla="*/ 308380 h 396487"/>
              <a:gd name="connsiteX25" fmla="*/ 131954 w 189263"/>
              <a:gd name="connsiteY25" fmla="*/ 346480 h 396487"/>
              <a:gd name="connsiteX26" fmla="*/ 84329 w 189263"/>
              <a:gd name="connsiteY26" fmla="*/ 396487 h 3964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189263" h="396487">
                <a:moveTo>
                  <a:pt x="84329" y="396487"/>
                </a:moveTo>
                <a:lnTo>
                  <a:pt x="24798" y="379818"/>
                </a:lnTo>
                <a:cubicBezTo>
                  <a:pt x="11701" y="376246"/>
                  <a:pt x="9717" y="384580"/>
                  <a:pt x="5748" y="375055"/>
                </a:cubicBezTo>
                <a:cubicBezTo>
                  <a:pt x="1779" y="365530"/>
                  <a:pt x="-1793" y="341321"/>
                  <a:pt x="985" y="322668"/>
                </a:cubicBezTo>
                <a:cubicBezTo>
                  <a:pt x="3763" y="304015"/>
                  <a:pt x="14875" y="280599"/>
                  <a:pt x="22416" y="263137"/>
                </a:cubicBezTo>
                <a:cubicBezTo>
                  <a:pt x="29957" y="245675"/>
                  <a:pt x="42260" y="229402"/>
                  <a:pt x="46229" y="217893"/>
                </a:cubicBezTo>
                <a:cubicBezTo>
                  <a:pt x="50198" y="206384"/>
                  <a:pt x="48213" y="203208"/>
                  <a:pt x="46229" y="194080"/>
                </a:cubicBezTo>
                <a:cubicBezTo>
                  <a:pt x="44245" y="184952"/>
                  <a:pt x="37498" y="175030"/>
                  <a:pt x="34323" y="163124"/>
                </a:cubicBezTo>
                <a:cubicBezTo>
                  <a:pt x="31148" y="151218"/>
                  <a:pt x="28370" y="137327"/>
                  <a:pt x="27179" y="122643"/>
                </a:cubicBezTo>
                <a:cubicBezTo>
                  <a:pt x="25988" y="107959"/>
                  <a:pt x="26385" y="88909"/>
                  <a:pt x="27179" y="75018"/>
                </a:cubicBezTo>
                <a:cubicBezTo>
                  <a:pt x="27973" y="61127"/>
                  <a:pt x="31544" y="51602"/>
                  <a:pt x="31941" y="39299"/>
                </a:cubicBezTo>
                <a:cubicBezTo>
                  <a:pt x="32338" y="26996"/>
                  <a:pt x="27576" y="5961"/>
                  <a:pt x="29560" y="1199"/>
                </a:cubicBezTo>
                <a:cubicBezTo>
                  <a:pt x="31544" y="-3563"/>
                  <a:pt x="38292" y="7152"/>
                  <a:pt x="43848" y="10724"/>
                </a:cubicBezTo>
                <a:cubicBezTo>
                  <a:pt x="49404" y="14296"/>
                  <a:pt x="57342" y="19852"/>
                  <a:pt x="62898" y="22630"/>
                </a:cubicBezTo>
                <a:cubicBezTo>
                  <a:pt x="68454" y="25408"/>
                  <a:pt x="69248" y="28187"/>
                  <a:pt x="77185" y="27393"/>
                </a:cubicBezTo>
                <a:cubicBezTo>
                  <a:pt x="85122" y="26599"/>
                  <a:pt x="100601" y="19456"/>
                  <a:pt x="110523" y="17868"/>
                </a:cubicBezTo>
                <a:cubicBezTo>
                  <a:pt x="120445" y="16280"/>
                  <a:pt x="128382" y="13502"/>
                  <a:pt x="136716" y="17868"/>
                </a:cubicBezTo>
                <a:cubicBezTo>
                  <a:pt x="145050" y="22234"/>
                  <a:pt x="153385" y="34537"/>
                  <a:pt x="160529" y="44062"/>
                </a:cubicBezTo>
                <a:cubicBezTo>
                  <a:pt x="167673" y="53587"/>
                  <a:pt x="175213" y="62318"/>
                  <a:pt x="179579" y="75018"/>
                </a:cubicBezTo>
                <a:cubicBezTo>
                  <a:pt x="183945" y="87718"/>
                  <a:pt x="185929" y="111531"/>
                  <a:pt x="186723" y="120262"/>
                </a:cubicBezTo>
                <a:cubicBezTo>
                  <a:pt x="187517" y="128993"/>
                  <a:pt x="184341" y="118674"/>
                  <a:pt x="184341" y="127405"/>
                </a:cubicBezTo>
                <a:cubicBezTo>
                  <a:pt x="184341" y="136136"/>
                  <a:pt x="185929" y="158362"/>
                  <a:pt x="186723" y="172649"/>
                </a:cubicBezTo>
                <a:cubicBezTo>
                  <a:pt x="187517" y="186936"/>
                  <a:pt x="189898" y="195668"/>
                  <a:pt x="189104" y="213130"/>
                </a:cubicBezTo>
                <a:cubicBezTo>
                  <a:pt x="188310" y="230592"/>
                  <a:pt x="185929" y="261549"/>
                  <a:pt x="181960" y="277424"/>
                </a:cubicBezTo>
                <a:cubicBezTo>
                  <a:pt x="177991" y="293299"/>
                  <a:pt x="173625" y="296871"/>
                  <a:pt x="165291" y="308380"/>
                </a:cubicBezTo>
                <a:cubicBezTo>
                  <a:pt x="156957" y="319889"/>
                  <a:pt x="140288" y="336955"/>
                  <a:pt x="131954" y="346480"/>
                </a:cubicBezTo>
                <a:lnTo>
                  <a:pt x="84329" y="396487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p:sp>
        <p:nvSpPr>
          <p:cNvPr id="49" name="baby hyogo">
            <a:extLst>
              <a:ext uri="{FF2B5EF4-FFF2-40B4-BE49-F238E27FC236}">
                <a16:creationId xmlns:a16="http://schemas.microsoft.com/office/drawing/2014/main" id="{2B4AE314-4579-50A2-422B-25CF4A245C5A}"/>
              </a:ext>
            </a:extLst>
          </p:cNvPr>
          <p:cNvSpPr/>
          <p:nvPr/>
        </p:nvSpPr>
        <p:spPr>
          <a:xfrm>
            <a:off x="5453812" y="5128144"/>
            <a:ext cx="104492" cy="160612"/>
          </a:xfrm>
          <a:custGeom>
            <a:avLst/>
            <a:gdLst>
              <a:gd name="connsiteX0" fmla="*/ 6394 w 104492"/>
              <a:gd name="connsiteY0" fmla="*/ 72506 h 160612"/>
              <a:gd name="connsiteX1" fmla="*/ 73069 w 104492"/>
              <a:gd name="connsiteY1" fmla="*/ 5831 h 160612"/>
              <a:gd name="connsiteX2" fmla="*/ 94501 w 104492"/>
              <a:gd name="connsiteY2" fmla="*/ 5831 h 160612"/>
              <a:gd name="connsiteX3" fmla="*/ 104026 w 104492"/>
              <a:gd name="connsiteY3" fmla="*/ 27262 h 160612"/>
              <a:gd name="connsiteX4" fmla="*/ 101644 w 104492"/>
              <a:gd name="connsiteY4" fmla="*/ 53456 h 160612"/>
              <a:gd name="connsiteX5" fmla="*/ 89738 w 104492"/>
              <a:gd name="connsiteY5" fmla="*/ 72506 h 160612"/>
              <a:gd name="connsiteX6" fmla="*/ 77832 w 104492"/>
              <a:gd name="connsiteY6" fmla="*/ 89175 h 160612"/>
              <a:gd name="connsiteX7" fmla="*/ 75451 w 104492"/>
              <a:gd name="connsiteY7" fmla="*/ 120131 h 160612"/>
              <a:gd name="connsiteX8" fmla="*/ 68307 w 104492"/>
              <a:gd name="connsiteY8" fmla="*/ 148706 h 160612"/>
              <a:gd name="connsiteX9" fmla="*/ 51638 w 104492"/>
              <a:gd name="connsiteY9" fmla="*/ 160612 h 160612"/>
              <a:gd name="connsiteX10" fmla="*/ 15919 w 104492"/>
              <a:gd name="connsiteY10" fmla="*/ 148706 h 160612"/>
              <a:gd name="connsiteX11" fmla="*/ 4013 w 104492"/>
              <a:gd name="connsiteY11" fmla="*/ 124894 h 160612"/>
              <a:gd name="connsiteX12" fmla="*/ 6394 w 104492"/>
              <a:gd name="connsiteY12" fmla="*/ 72506 h 1606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04492" h="160612">
                <a:moveTo>
                  <a:pt x="6394" y="72506"/>
                </a:moveTo>
                <a:cubicBezTo>
                  <a:pt x="17903" y="52662"/>
                  <a:pt x="58385" y="16943"/>
                  <a:pt x="73069" y="5831"/>
                </a:cubicBezTo>
                <a:cubicBezTo>
                  <a:pt x="87753" y="-5281"/>
                  <a:pt x="89342" y="2259"/>
                  <a:pt x="94501" y="5831"/>
                </a:cubicBezTo>
                <a:cubicBezTo>
                  <a:pt x="99661" y="9403"/>
                  <a:pt x="102836" y="19325"/>
                  <a:pt x="104026" y="27262"/>
                </a:cubicBezTo>
                <a:cubicBezTo>
                  <a:pt x="105216" y="35199"/>
                  <a:pt x="104025" y="45915"/>
                  <a:pt x="101644" y="53456"/>
                </a:cubicBezTo>
                <a:cubicBezTo>
                  <a:pt x="99263" y="60997"/>
                  <a:pt x="93707" y="66553"/>
                  <a:pt x="89738" y="72506"/>
                </a:cubicBezTo>
                <a:cubicBezTo>
                  <a:pt x="85769" y="78459"/>
                  <a:pt x="80213" y="81238"/>
                  <a:pt x="77832" y="89175"/>
                </a:cubicBezTo>
                <a:cubicBezTo>
                  <a:pt x="75451" y="97112"/>
                  <a:pt x="77039" y="110209"/>
                  <a:pt x="75451" y="120131"/>
                </a:cubicBezTo>
                <a:cubicBezTo>
                  <a:pt x="73863" y="130053"/>
                  <a:pt x="72276" y="141959"/>
                  <a:pt x="68307" y="148706"/>
                </a:cubicBezTo>
                <a:cubicBezTo>
                  <a:pt x="64338" y="155453"/>
                  <a:pt x="60369" y="160612"/>
                  <a:pt x="51638" y="160612"/>
                </a:cubicBezTo>
                <a:cubicBezTo>
                  <a:pt x="42907" y="160612"/>
                  <a:pt x="23857" y="154659"/>
                  <a:pt x="15919" y="148706"/>
                </a:cubicBezTo>
                <a:cubicBezTo>
                  <a:pt x="7982" y="142753"/>
                  <a:pt x="5997" y="133228"/>
                  <a:pt x="4013" y="124894"/>
                </a:cubicBezTo>
                <a:cubicBezTo>
                  <a:pt x="2029" y="116560"/>
                  <a:pt x="-5115" y="92350"/>
                  <a:pt x="6394" y="72506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p:sp>
        <p:nvSpPr>
          <p:cNvPr id="48" name="28 Hyogo">
            <a:extLst>
              <a:ext uri="{FF2B5EF4-FFF2-40B4-BE49-F238E27FC236}">
                <a16:creationId xmlns:a16="http://schemas.microsoft.com/office/drawing/2014/main" id="{80B74C5F-D10D-386E-C8A2-54646E6F8AA9}"/>
              </a:ext>
            </a:extLst>
          </p:cNvPr>
          <p:cNvSpPr/>
          <p:nvPr/>
        </p:nvSpPr>
        <p:spPr>
          <a:xfrm>
            <a:off x="5267292" y="4674541"/>
            <a:ext cx="435992" cy="423759"/>
          </a:xfrm>
          <a:custGeom>
            <a:avLst/>
            <a:gdLst>
              <a:gd name="connsiteX0" fmla="*/ 50039 w 435992"/>
              <a:gd name="connsiteY0" fmla="*/ 407047 h 423759"/>
              <a:gd name="connsiteX1" fmla="*/ 11939 w 435992"/>
              <a:gd name="connsiteY1" fmla="*/ 337990 h 423759"/>
              <a:gd name="connsiteX2" fmla="*/ 4796 w 435992"/>
              <a:gd name="connsiteY2" fmla="*/ 292747 h 423759"/>
              <a:gd name="connsiteX3" fmla="*/ 33 w 435992"/>
              <a:gd name="connsiteY3" fmla="*/ 266553 h 423759"/>
              <a:gd name="connsiteX4" fmla="*/ 7177 w 435992"/>
              <a:gd name="connsiteY4" fmla="*/ 240359 h 423759"/>
              <a:gd name="connsiteX5" fmla="*/ 38133 w 435992"/>
              <a:gd name="connsiteY5" fmla="*/ 207022 h 423759"/>
              <a:gd name="connsiteX6" fmla="*/ 69089 w 435992"/>
              <a:gd name="connsiteY6" fmla="*/ 173684 h 423759"/>
              <a:gd name="connsiteX7" fmla="*/ 83377 w 435992"/>
              <a:gd name="connsiteY7" fmla="*/ 135584 h 423759"/>
              <a:gd name="connsiteX8" fmla="*/ 69089 w 435992"/>
              <a:gd name="connsiteY8" fmla="*/ 87959 h 423759"/>
              <a:gd name="connsiteX9" fmla="*/ 45277 w 435992"/>
              <a:gd name="connsiteY9" fmla="*/ 49859 h 423759"/>
              <a:gd name="connsiteX10" fmla="*/ 38133 w 435992"/>
              <a:gd name="connsiteY10" fmla="*/ 21284 h 423759"/>
              <a:gd name="connsiteX11" fmla="*/ 64327 w 435992"/>
              <a:gd name="connsiteY11" fmla="*/ 2234 h 423759"/>
              <a:gd name="connsiteX12" fmla="*/ 104808 w 435992"/>
              <a:gd name="connsiteY12" fmla="*/ 2234 h 423759"/>
              <a:gd name="connsiteX13" fmla="*/ 161958 w 435992"/>
              <a:gd name="connsiteY13" fmla="*/ 18903 h 423759"/>
              <a:gd name="connsiteX14" fmla="*/ 181008 w 435992"/>
              <a:gd name="connsiteY14" fmla="*/ 23665 h 423759"/>
              <a:gd name="connsiteX15" fmla="*/ 197677 w 435992"/>
              <a:gd name="connsiteY15" fmla="*/ 21284 h 423759"/>
              <a:gd name="connsiteX16" fmla="*/ 216727 w 435992"/>
              <a:gd name="connsiteY16" fmla="*/ 37953 h 423759"/>
              <a:gd name="connsiteX17" fmla="*/ 226252 w 435992"/>
              <a:gd name="connsiteY17" fmla="*/ 52240 h 423759"/>
              <a:gd name="connsiteX18" fmla="*/ 245302 w 435992"/>
              <a:gd name="connsiteY18" fmla="*/ 59384 h 423759"/>
              <a:gd name="connsiteX19" fmla="*/ 261971 w 435992"/>
              <a:gd name="connsiteY19" fmla="*/ 83197 h 423759"/>
              <a:gd name="connsiteX20" fmla="*/ 271496 w 435992"/>
              <a:gd name="connsiteY20" fmla="*/ 102247 h 423759"/>
              <a:gd name="connsiteX21" fmla="*/ 271496 w 435992"/>
              <a:gd name="connsiteY21" fmla="*/ 116534 h 423759"/>
              <a:gd name="connsiteX22" fmla="*/ 242921 w 435992"/>
              <a:gd name="connsiteY22" fmla="*/ 133203 h 423759"/>
              <a:gd name="connsiteX23" fmla="*/ 242921 w 435992"/>
              <a:gd name="connsiteY23" fmla="*/ 147490 h 423759"/>
              <a:gd name="connsiteX24" fmla="*/ 257208 w 435992"/>
              <a:gd name="connsiteY24" fmla="*/ 164159 h 423759"/>
              <a:gd name="connsiteX25" fmla="*/ 288164 w 435992"/>
              <a:gd name="connsiteY25" fmla="*/ 168922 h 423759"/>
              <a:gd name="connsiteX26" fmla="*/ 319121 w 435992"/>
              <a:gd name="connsiteY26" fmla="*/ 173684 h 423759"/>
              <a:gd name="connsiteX27" fmla="*/ 352458 w 435992"/>
              <a:gd name="connsiteY27" fmla="*/ 197497 h 423759"/>
              <a:gd name="connsiteX28" fmla="*/ 373889 w 435992"/>
              <a:gd name="connsiteY28" fmla="*/ 230834 h 423759"/>
              <a:gd name="connsiteX29" fmla="*/ 400083 w 435992"/>
              <a:gd name="connsiteY29" fmla="*/ 249884 h 423759"/>
              <a:gd name="connsiteX30" fmla="*/ 414371 w 435992"/>
              <a:gd name="connsiteY30" fmla="*/ 276078 h 423759"/>
              <a:gd name="connsiteX31" fmla="*/ 433421 w 435992"/>
              <a:gd name="connsiteY31" fmla="*/ 330847 h 423759"/>
              <a:gd name="connsiteX32" fmla="*/ 435802 w 435992"/>
              <a:gd name="connsiteY32" fmla="*/ 387997 h 423759"/>
              <a:gd name="connsiteX33" fmla="*/ 433421 w 435992"/>
              <a:gd name="connsiteY33" fmla="*/ 407047 h 423759"/>
              <a:gd name="connsiteX34" fmla="*/ 419133 w 435992"/>
              <a:gd name="connsiteY34" fmla="*/ 416572 h 423759"/>
              <a:gd name="connsiteX35" fmla="*/ 381033 w 435992"/>
              <a:gd name="connsiteY35" fmla="*/ 421334 h 423759"/>
              <a:gd name="connsiteX36" fmla="*/ 321502 w 435992"/>
              <a:gd name="connsiteY36" fmla="*/ 421334 h 423759"/>
              <a:gd name="connsiteX37" fmla="*/ 281021 w 435992"/>
              <a:gd name="connsiteY37" fmla="*/ 423715 h 423759"/>
              <a:gd name="connsiteX38" fmla="*/ 245302 w 435992"/>
              <a:gd name="connsiteY38" fmla="*/ 418953 h 423759"/>
              <a:gd name="connsiteX39" fmla="*/ 195296 w 435992"/>
              <a:gd name="connsiteY39" fmla="*/ 411809 h 423759"/>
              <a:gd name="connsiteX40" fmla="*/ 154814 w 435992"/>
              <a:gd name="connsiteY40" fmla="*/ 399903 h 423759"/>
              <a:gd name="connsiteX41" fmla="*/ 100046 w 435992"/>
              <a:gd name="connsiteY41" fmla="*/ 399903 h 423759"/>
              <a:gd name="connsiteX42" fmla="*/ 50039 w 435992"/>
              <a:gd name="connsiteY42" fmla="*/ 407047 h 423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435992" h="423759">
                <a:moveTo>
                  <a:pt x="50039" y="407047"/>
                </a:moveTo>
                <a:cubicBezTo>
                  <a:pt x="35355" y="396728"/>
                  <a:pt x="19479" y="357040"/>
                  <a:pt x="11939" y="337990"/>
                </a:cubicBezTo>
                <a:cubicBezTo>
                  <a:pt x="4399" y="318940"/>
                  <a:pt x="6780" y="304653"/>
                  <a:pt x="4796" y="292747"/>
                </a:cubicBezTo>
                <a:cubicBezTo>
                  <a:pt x="2812" y="280841"/>
                  <a:pt x="-364" y="275284"/>
                  <a:pt x="33" y="266553"/>
                </a:cubicBezTo>
                <a:cubicBezTo>
                  <a:pt x="430" y="257822"/>
                  <a:pt x="827" y="250281"/>
                  <a:pt x="7177" y="240359"/>
                </a:cubicBezTo>
                <a:cubicBezTo>
                  <a:pt x="13527" y="230437"/>
                  <a:pt x="38133" y="207022"/>
                  <a:pt x="38133" y="207022"/>
                </a:cubicBezTo>
                <a:cubicBezTo>
                  <a:pt x="48452" y="195909"/>
                  <a:pt x="61548" y="185590"/>
                  <a:pt x="69089" y="173684"/>
                </a:cubicBezTo>
                <a:cubicBezTo>
                  <a:pt x="76630" y="161778"/>
                  <a:pt x="83377" y="149871"/>
                  <a:pt x="83377" y="135584"/>
                </a:cubicBezTo>
                <a:cubicBezTo>
                  <a:pt x="83377" y="121297"/>
                  <a:pt x="75439" y="102247"/>
                  <a:pt x="69089" y="87959"/>
                </a:cubicBezTo>
                <a:cubicBezTo>
                  <a:pt x="62739" y="73671"/>
                  <a:pt x="50436" y="60971"/>
                  <a:pt x="45277" y="49859"/>
                </a:cubicBezTo>
                <a:cubicBezTo>
                  <a:pt x="40118" y="38747"/>
                  <a:pt x="34958" y="29222"/>
                  <a:pt x="38133" y="21284"/>
                </a:cubicBezTo>
                <a:cubicBezTo>
                  <a:pt x="41308" y="13346"/>
                  <a:pt x="53214" y="5409"/>
                  <a:pt x="64327" y="2234"/>
                </a:cubicBezTo>
                <a:cubicBezTo>
                  <a:pt x="75440" y="-941"/>
                  <a:pt x="88536" y="-544"/>
                  <a:pt x="104808" y="2234"/>
                </a:cubicBezTo>
                <a:cubicBezTo>
                  <a:pt x="121080" y="5012"/>
                  <a:pt x="149258" y="15331"/>
                  <a:pt x="161958" y="18903"/>
                </a:cubicBezTo>
                <a:cubicBezTo>
                  <a:pt x="174658" y="22475"/>
                  <a:pt x="175055" y="23268"/>
                  <a:pt x="181008" y="23665"/>
                </a:cubicBezTo>
                <a:cubicBezTo>
                  <a:pt x="186961" y="24062"/>
                  <a:pt x="191724" y="18903"/>
                  <a:pt x="197677" y="21284"/>
                </a:cubicBezTo>
                <a:cubicBezTo>
                  <a:pt x="203630" y="23665"/>
                  <a:pt x="211965" y="32794"/>
                  <a:pt x="216727" y="37953"/>
                </a:cubicBezTo>
                <a:cubicBezTo>
                  <a:pt x="221490" y="43112"/>
                  <a:pt x="221490" y="48668"/>
                  <a:pt x="226252" y="52240"/>
                </a:cubicBezTo>
                <a:cubicBezTo>
                  <a:pt x="231014" y="55812"/>
                  <a:pt x="239349" y="54225"/>
                  <a:pt x="245302" y="59384"/>
                </a:cubicBezTo>
                <a:cubicBezTo>
                  <a:pt x="251255" y="64543"/>
                  <a:pt x="257605" y="76053"/>
                  <a:pt x="261971" y="83197"/>
                </a:cubicBezTo>
                <a:cubicBezTo>
                  <a:pt x="266337" y="90341"/>
                  <a:pt x="269909" y="96691"/>
                  <a:pt x="271496" y="102247"/>
                </a:cubicBezTo>
                <a:cubicBezTo>
                  <a:pt x="273083" y="107803"/>
                  <a:pt x="276259" y="111375"/>
                  <a:pt x="271496" y="116534"/>
                </a:cubicBezTo>
                <a:cubicBezTo>
                  <a:pt x="266734" y="121693"/>
                  <a:pt x="247684" y="128044"/>
                  <a:pt x="242921" y="133203"/>
                </a:cubicBezTo>
                <a:cubicBezTo>
                  <a:pt x="238159" y="138362"/>
                  <a:pt x="240540" y="142331"/>
                  <a:pt x="242921" y="147490"/>
                </a:cubicBezTo>
                <a:cubicBezTo>
                  <a:pt x="245302" y="152649"/>
                  <a:pt x="249668" y="160587"/>
                  <a:pt x="257208" y="164159"/>
                </a:cubicBezTo>
                <a:cubicBezTo>
                  <a:pt x="264749" y="167731"/>
                  <a:pt x="288164" y="168922"/>
                  <a:pt x="288164" y="168922"/>
                </a:cubicBezTo>
                <a:cubicBezTo>
                  <a:pt x="298483" y="170509"/>
                  <a:pt x="308405" y="168922"/>
                  <a:pt x="319121" y="173684"/>
                </a:cubicBezTo>
                <a:cubicBezTo>
                  <a:pt x="329837" y="178446"/>
                  <a:pt x="343330" y="187972"/>
                  <a:pt x="352458" y="197497"/>
                </a:cubicBezTo>
                <a:cubicBezTo>
                  <a:pt x="361586" y="207022"/>
                  <a:pt x="365952" y="222103"/>
                  <a:pt x="373889" y="230834"/>
                </a:cubicBezTo>
                <a:cubicBezTo>
                  <a:pt x="381826" y="239565"/>
                  <a:pt x="393336" y="242343"/>
                  <a:pt x="400083" y="249884"/>
                </a:cubicBezTo>
                <a:cubicBezTo>
                  <a:pt x="406830" y="257425"/>
                  <a:pt x="408815" y="262584"/>
                  <a:pt x="414371" y="276078"/>
                </a:cubicBezTo>
                <a:cubicBezTo>
                  <a:pt x="419927" y="289572"/>
                  <a:pt x="429849" y="312194"/>
                  <a:pt x="433421" y="330847"/>
                </a:cubicBezTo>
                <a:cubicBezTo>
                  <a:pt x="436993" y="349500"/>
                  <a:pt x="435802" y="375297"/>
                  <a:pt x="435802" y="387997"/>
                </a:cubicBezTo>
                <a:cubicBezTo>
                  <a:pt x="435802" y="400697"/>
                  <a:pt x="436199" y="402284"/>
                  <a:pt x="433421" y="407047"/>
                </a:cubicBezTo>
                <a:cubicBezTo>
                  <a:pt x="430643" y="411810"/>
                  <a:pt x="427864" y="414191"/>
                  <a:pt x="419133" y="416572"/>
                </a:cubicBezTo>
                <a:cubicBezTo>
                  <a:pt x="410402" y="418953"/>
                  <a:pt x="397305" y="420540"/>
                  <a:pt x="381033" y="421334"/>
                </a:cubicBezTo>
                <a:cubicBezTo>
                  <a:pt x="364761" y="422128"/>
                  <a:pt x="338171" y="420937"/>
                  <a:pt x="321502" y="421334"/>
                </a:cubicBezTo>
                <a:cubicBezTo>
                  <a:pt x="304833" y="421731"/>
                  <a:pt x="293721" y="424112"/>
                  <a:pt x="281021" y="423715"/>
                </a:cubicBezTo>
                <a:cubicBezTo>
                  <a:pt x="268321" y="423318"/>
                  <a:pt x="245302" y="418953"/>
                  <a:pt x="245302" y="418953"/>
                </a:cubicBezTo>
                <a:cubicBezTo>
                  <a:pt x="231015" y="416969"/>
                  <a:pt x="210377" y="414984"/>
                  <a:pt x="195296" y="411809"/>
                </a:cubicBezTo>
                <a:cubicBezTo>
                  <a:pt x="180215" y="408634"/>
                  <a:pt x="170689" y="401887"/>
                  <a:pt x="154814" y="399903"/>
                </a:cubicBezTo>
                <a:cubicBezTo>
                  <a:pt x="138939" y="397919"/>
                  <a:pt x="114730" y="398315"/>
                  <a:pt x="100046" y="399903"/>
                </a:cubicBezTo>
                <a:cubicBezTo>
                  <a:pt x="85362" y="401490"/>
                  <a:pt x="64723" y="417366"/>
                  <a:pt x="50039" y="407047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p:sp>
        <p:nvSpPr>
          <p:cNvPr id="148" name="27 Osaka">
            <a:extLst>
              <a:ext uri="{FF2B5EF4-FFF2-40B4-BE49-F238E27FC236}">
                <a16:creationId xmlns:a16="http://schemas.microsoft.com/office/drawing/2014/main" id="{38D8F616-CD5B-B2D1-F863-5333907606C0}"/>
              </a:ext>
            </a:extLst>
          </p:cNvPr>
          <p:cNvSpPr/>
          <p:nvPr/>
        </p:nvSpPr>
        <p:spPr>
          <a:xfrm>
            <a:off x="5667219" y="4942656"/>
            <a:ext cx="114808" cy="258600"/>
          </a:xfrm>
          <a:custGeom>
            <a:avLst/>
            <a:gdLst>
              <a:gd name="connsiteX0" fmla="*/ 97787 w 114808"/>
              <a:gd name="connsiteY0" fmla="*/ 257994 h 258600"/>
              <a:gd name="connsiteX1" fmla="*/ 33494 w 114808"/>
              <a:gd name="connsiteY1" fmla="*/ 257994 h 258600"/>
              <a:gd name="connsiteX2" fmla="*/ 156 w 114808"/>
              <a:gd name="connsiteY2" fmla="*/ 255613 h 258600"/>
              <a:gd name="connsiteX3" fmla="*/ 21587 w 114808"/>
              <a:gd name="connsiteY3" fmla="*/ 227038 h 258600"/>
              <a:gd name="connsiteX4" fmla="*/ 35875 w 114808"/>
              <a:gd name="connsiteY4" fmla="*/ 193700 h 258600"/>
              <a:gd name="connsiteX5" fmla="*/ 35875 w 114808"/>
              <a:gd name="connsiteY5" fmla="*/ 157982 h 258600"/>
              <a:gd name="connsiteX6" fmla="*/ 38256 w 114808"/>
              <a:gd name="connsiteY6" fmla="*/ 105594 h 258600"/>
              <a:gd name="connsiteX7" fmla="*/ 33494 w 114808"/>
              <a:gd name="connsiteY7" fmla="*/ 60350 h 258600"/>
              <a:gd name="connsiteX8" fmla="*/ 23969 w 114808"/>
              <a:gd name="connsiteY8" fmla="*/ 24632 h 258600"/>
              <a:gd name="connsiteX9" fmla="*/ 19206 w 114808"/>
              <a:gd name="connsiteY9" fmla="*/ 3200 h 258600"/>
              <a:gd name="connsiteX10" fmla="*/ 45400 w 114808"/>
              <a:gd name="connsiteY10" fmla="*/ 819 h 258600"/>
              <a:gd name="connsiteX11" fmla="*/ 59687 w 114808"/>
              <a:gd name="connsiteY11" fmla="*/ 10344 h 258600"/>
              <a:gd name="connsiteX12" fmla="*/ 78737 w 114808"/>
              <a:gd name="connsiteY12" fmla="*/ 31775 h 258600"/>
              <a:gd name="connsiteX13" fmla="*/ 100169 w 114808"/>
              <a:gd name="connsiteY13" fmla="*/ 57969 h 258600"/>
              <a:gd name="connsiteX14" fmla="*/ 109694 w 114808"/>
              <a:gd name="connsiteY14" fmla="*/ 69875 h 258600"/>
              <a:gd name="connsiteX15" fmla="*/ 114456 w 114808"/>
              <a:gd name="connsiteY15" fmla="*/ 91307 h 258600"/>
              <a:gd name="connsiteX16" fmla="*/ 114456 w 114808"/>
              <a:gd name="connsiteY16" fmla="*/ 146075 h 258600"/>
              <a:gd name="connsiteX17" fmla="*/ 97787 w 114808"/>
              <a:gd name="connsiteY17" fmla="*/ 257994 h 258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14808" h="258600">
                <a:moveTo>
                  <a:pt x="97787" y="257994"/>
                </a:moveTo>
                <a:lnTo>
                  <a:pt x="33494" y="257994"/>
                </a:lnTo>
                <a:cubicBezTo>
                  <a:pt x="17222" y="257597"/>
                  <a:pt x="2141" y="260772"/>
                  <a:pt x="156" y="255613"/>
                </a:cubicBezTo>
                <a:cubicBezTo>
                  <a:pt x="-1829" y="250454"/>
                  <a:pt x="15634" y="237357"/>
                  <a:pt x="21587" y="227038"/>
                </a:cubicBezTo>
                <a:cubicBezTo>
                  <a:pt x="27540" y="216719"/>
                  <a:pt x="33494" y="205209"/>
                  <a:pt x="35875" y="193700"/>
                </a:cubicBezTo>
                <a:cubicBezTo>
                  <a:pt x="38256" y="182191"/>
                  <a:pt x="35478" y="172666"/>
                  <a:pt x="35875" y="157982"/>
                </a:cubicBezTo>
                <a:cubicBezTo>
                  <a:pt x="36272" y="143298"/>
                  <a:pt x="38653" y="121866"/>
                  <a:pt x="38256" y="105594"/>
                </a:cubicBezTo>
                <a:cubicBezTo>
                  <a:pt x="37859" y="89322"/>
                  <a:pt x="35875" y="73844"/>
                  <a:pt x="33494" y="60350"/>
                </a:cubicBezTo>
                <a:cubicBezTo>
                  <a:pt x="31113" y="46856"/>
                  <a:pt x="26350" y="34157"/>
                  <a:pt x="23969" y="24632"/>
                </a:cubicBezTo>
                <a:cubicBezTo>
                  <a:pt x="21588" y="15107"/>
                  <a:pt x="15634" y="7169"/>
                  <a:pt x="19206" y="3200"/>
                </a:cubicBezTo>
                <a:cubicBezTo>
                  <a:pt x="22778" y="-769"/>
                  <a:pt x="38653" y="-372"/>
                  <a:pt x="45400" y="819"/>
                </a:cubicBezTo>
                <a:cubicBezTo>
                  <a:pt x="52147" y="2010"/>
                  <a:pt x="54131" y="5185"/>
                  <a:pt x="59687" y="10344"/>
                </a:cubicBezTo>
                <a:cubicBezTo>
                  <a:pt x="65243" y="15503"/>
                  <a:pt x="71990" y="23838"/>
                  <a:pt x="78737" y="31775"/>
                </a:cubicBezTo>
                <a:cubicBezTo>
                  <a:pt x="85484" y="39712"/>
                  <a:pt x="95010" y="51619"/>
                  <a:pt x="100169" y="57969"/>
                </a:cubicBezTo>
                <a:cubicBezTo>
                  <a:pt x="105328" y="64319"/>
                  <a:pt x="107313" y="64319"/>
                  <a:pt x="109694" y="69875"/>
                </a:cubicBezTo>
                <a:cubicBezTo>
                  <a:pt x="112075" y="75431"/>
                  <a:pt x="113662" y="78607"/>
                  <a:pt x="114456" y="91307"/>
                </a:cubicBezTo>
                <a:cubicBezTo>
                  <a:pt x="115250" y="104007"/>
                  <a:pt x="114456" y="146075"/>
                  <a:pt x="114456" y="146075"/>
                </a:cubicBezTo>
                <a:lnTo>
                  <a:pt x="97787" y="257994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p:sp>
        <p:nvSpPr>
          <p:cNvPr id="91" name="26 Kyoto">
            <a:extLst>
              <a:ext uri="{FF2B5EF4-FFF2-40B4-BE49-F238E27FC236}">
                <a16:creationId xmlns:a16="http://schemas.microsoft.com/office/drawing/2014/main" id="{D218530F-7685-4FCF-C6D5-EDDA740929A9}"/>
              </a:ext>
            </a:extLst>
          </p:cNvPr>
          <p:cNvSpPr/>
          <p:nvPr/>
        </p:nvSpPr>
        <p:spPr>
          <a:xfrm>
            <a:off x="5483989" y="4617234"/>
            <a:ext cx="378479" cy="419477"/>
          </a:xfrm>
          <a:custGeom>
            <a:avLst/>
            <a:gdLst>
              <a:gd name="connsiteX0" fmla="*/ 128617 w 378479"/>
              <a:gd name="connsiteY0" fmla="*/ 245279 h 419477"/>
              <a:gd name="connsiteX1" fmla="*/ 61942 w 378479"/>
              <a:gd name="connsiteY1" fmla="*/ 223847 h 419477"/>
              <a:gd name="connsiteX2" fmla="*/ 38130 w 378479"/>
              <a:gd name="connsiteY2" fmla="*/ 216704 h 419477"/>
              <a:gd name="connsiteX3" fmla="*/ 35749 w 378479"/>
              <a:gd name="connsiteY3" fmla="*/ 185747 h 419477"/>
              <a:gd name="connsiteX4" fmla="*/ 52417 w 378479"/>
              <a:gd name="connsiteY4" fmla="*/ 154791 h 419477"/>
              <a:gd name="connsiteX5" fmla="*/ 52417 w 378479"/>
              <a:gd name="connsiteY5" fmla="*/ 121454 h 419477"/>
              <a:gd name="connsiteX6" fmla="*/ 30 w 378479"/>
              <a:gd name="connsiteY6" fmla="*/ 80972 h 419477"/>
              <a:gd name="connsiteX7" fmla="*/ 45274 w 378479"/>
              <a:gd name="connsiteY7" fmla="*/ 23822 h 419477"/>
              <a:gd name="connsiteX8" fmla="*/ 71467 w 378479"/>
              <a:gd name="connsiteY8" fmla="*/ 10 h 419477"/>
              <a:gd name="connsiteX9" fmla="*/ 100042 w 378479"/>
              <a:gd name="connsiteY9" fmla="*/ 26204 h 419477"/>
              <a:gd name="connsiteX10" fmla="*/ 107186 w 378479"/>
              <a:gd name="connsiteY10" fmla="*/ 88116 h 419477"/>
              <a:gd name="connsiteX11" fmla="*/ 123855 w 378479"/>
              <a:gd name="connsiteY11" fmla="*/ 126216 h 419477"/>
              <a:gd name="connsiteX12" fmla="*/ 169099 w 378479"/>
              <a:gd name="connsiteY12" fmla="*/ 90497 h 419477"/>
              <a:gd name="connsiteX13" fmla="*/ 190530 w 378479"/>
              <a:gd name="connsiteY13" fmla="*/ 119072 h 419477"/>
              <a:gd name="connsiteX14" fmla="*/ 252442 w 378479"/>
              <a:gd name="connsiteY14" fmla="*/ 166697 h 419477"/>
              <a:gd name="connsiteX15" fmla="*/ 297686 w 378479"/>
              <a:gd name="connsiteY15" fmla="*/ 169079 h 419477"/>
              <a:gd name="connsiteX16" fmla="*/ 316736 w 378479"/>
              <a:gd name="connsiteY16" fmla="*/ 209560 h 419477"/>
              <a:gd name="connsiteX17" fmla="*/ 335786 w 378479"/>
              <a:gd name="connsiteY17" fmla="*/ 292904 h 419477"/>
              <a:gd name="connsiteX18" fmla="*/ 352455 w 378479"/>
              <a:gd name="connsiteY18" fmla="*/ 345291 h 419477"/>
              <a:gd name="connsiteX19" fmla="*/ 376267 w 378479"/>
              <a:gd name="connsiteY19" fmla="*/ 395297 h 419477"/>
              <a:gd name="connsiteX20" fmla="*/ 371505 w 378479"/>
              <a:gd name="connsiteY20" fmla="*/ 419110 h 419477"/>
              <a:gd name="connsiteX21" fmla="*/ 323880 w 378479"/>
              <a:gd name="connsiteY21" fmla="*/ 407204 h 419477"/>
              <a:gd name="connsiteX22" fmla="*/ 292924 w 378479"/>
              <a:gd name="connsiteY22" fmla="*/ 373866 h 419477"/>
              <a:gd name="connsiteX23" fmla="*/ 254824 w 378479"/>
              <a:gd name="connsiteY23" fmla="*/ 342910 h 419477"/>
              <a:gd name="connsiteX24" fmla="*/ 211961 w 378479"/>
              <a:gd name="connsiteY24" fmla="*/ 326241 h 419477"/>
              <a:gd name="connsiteX25" fmla="*/ 190530 w 378479"/>
              <a:gd name="connsiteY25" fmla="*/ 326241 h 419477"/>
              <a:gd name="connsiteX26" fmla="*/ 128617 w 378479"/>
              <a:gd name="connsiteY26" fmla="*/ 245279 h 4194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378479" h="419477">
                <a:moveTo>
                  <a:pt x="128617" y="245279"/>
                </a:moveTo>
                <a:cubicBezTo>
                  <a:pt x="107186" y="228213"/>
                  <a:pt x="77023" y="228609"/>
                  <a:pt x="61942" y="223847"/>
                </a:cubicBezTo>
                <a:cubicBezTo>
                  <a:pt x="46861" y="219085"/>
                  <a:pt x="42495" y="223054"/>
                  <a:pt x="38130" y="216704"/>
                </a:cubicBezTo>
                <a:cubicBezTo>
                  <a:pt x="33765" y="210354"/>
                  <a:pt x="33368" y="196066"/>
                  <a:pt x="35749" y="185747"/>
                </a:cubicBezTo>
                <a:cubicBezTo>
                  <a:pt x="38130" y="175428"/>
                  <a:pt x="49639" y="165507"/>
                  <a:pt x="52417" y="154791"/>
                </a:cubicBezTo>
                <a:cubicBezTo>
                  <a:pt x="55195" y="144075"/>
                  <a:pt x="61148" y="133757"/>
                  <a:pt x="52417" y="121454"/>
                </a:cubicBezTo>
                <a:cubicBezTo>
                  <a:pt x="43686" y="109151"/>
                  <a:pt x="1220" y="97244"/>
                  <a:pt x="30" y="80972"/>
                </a:cubicBezTo>
                <a:cubicBezTo>
                  <a:pt x="-1160" y="64700"/>
                  <a:pt x="33368" y="37316"/>
                  <a:pt x="45274" y="23822"/>
                </a:cubicBezTo>
                <a:cubicBezTo>
                  <a:pt x="57180" y="10328"/>
                  <a:pt x="62339" y="-387"/>
                  <a:pt x="71467" y="10"/>
                </a:cubicBezTo>
                <a:cubicBezTo>
                  <a:pt x="80595" y="407"/>
                  <a:pt x="94089" y="11520"/>
                  <a:pt x="100042" y="26204"/>
                </a:cubicBezTo>
                <a:cubicBezTo>
                  <a:pt x="105995" y="40888"/>
                  <a:pt x="103217" y="71447"/>
                  <a:pt x="107186" y="88116"/>
                </a:cubicBezTo>
                <a:cubicBezTo>
                  <a:pt x="111155" y="104785"/>
                  <a:pt x="113536" y="125819"/>
                  <a:pt x="123855" y="126216"/>
                </a:cubicBezTo>
                <a:cubicBezTo>
                  <a:pt x="134174" y="126613"/>
                  <a:pt x="157987" y="91688"/>
                  <a:pt x="169099" y="90497"/>
                </a:cubicBezTo>
                <a:cubicBezTo>
                  <a:pt x="180212" y="89306"/>
                  <a:pt x="176640" y="106372"/>
                  <a:pt x="190530" y="119072"/>
                </a:cubicBezTo>
                <a:cubicBezTo>
                  <a:pt x="204421" y="131772"/>
                  <a:pt x="234583" y="158362"/>
                  <a:pt x="252442" y="166697"/>
                </a:cubicBezTo>
                <a:cubicBezTo>
                  <a:pt x="270301" y="175031"/>
                  <a:pt x="286970" y="161935"/>
                  <a:pt x="297686" y="169079"/>
                </a:cubicBezTo>
                <a:cubicBezTo>
                  <a:pt x="308402" y="176223"/>
                  <a:pt x="310386" y="188923"/>
                  <a:pt x="316736" y="209560"/>
                </a:cubicBezTo>
                <a:cubicBezTo>
                  <a:pt x="323086" y="230197"/>
                  <a:pt x="329833" y="270282"/>
                  <a:pt x="335786" y="292904"/>
                </a:cubicBezTo>
                <a:cubicBezTo>
                  <a:pt x="341739" y="315526"/>
                  <a:pt x="345708" y="328226"/>
                  <a:pt x="352455" y="345291"/>
                </a:cubicBezTo>
                <a:cubicBezTo>
                  <a:pt x="359202" y="362357"/>
                  <a:pt x="373092" y="382994"/>
                  <a:pt x="376267" y="395297"/>
                </a:cubicBezTo>
                <a:cubicBezTo>
                  <a:pt x="379442" y="407600"/>
                  <a:pt x="380236" y="417126"/>
                  <a:pt x="371505" y="419110"/>
                </a:cubicBezTo>
                <a:cubicBezTo>
                  <a:pt x="362774" y="421094"/>
                  <a:pt x="336977" y="414745"/>
                  <a:pt x="323880" y="407204"/>
                </a:cubicBezTo>
                <a:cubicBezTo>
                  <a:pt x="310783" y="399663"/>
                  <a:pt x="304433" y="384582"/>
                  <a:pt x="292924" y="373866"/>
                </a:cubicBezTo>
                <a:cubicBezTo>
                  <a:pt x="281415" y="363150"/>
                  <a:pt x="268318" y="350847"/>
                  <a:pt x="254824" y="342910"/>
                </a:cubicBezTo>
                <a:cubicBezTo>
                  <a:pt x="241330" y="334973"/>
                  <a:pt x="222677" y="329019"/>
                  <a:pt x="211961" y="326241"/>
                </a:cubicBezTo>
                <a:cubicBezTo>
                  <a:pt x="201245" y="323463"/>
                  <a:pt x="199261" y="334178"/>
                  <a:pt x="190530" y="326241"/>
                </a:cubicBezTo>
                <a:cubicBezTo>
                  <a:pt x="181799" y="318304"/>
                  <a:pt x="150048" y="262345"/>
                  <a:pt x="128617" y="245279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p:sp>
        <p:nvSpPr>
          <p:cNvPr id="38" name="25 shiga">
            <a:extLst>
              <a:ext uri="{FF2B5EF4-FFF2-40B4-BE49-F238E27FC236}">
                <a16:creationId xmlns:a16="http://schemas.microsoft.com/office/drawing/2014/main" id="{9D0CCEF9-79F1-B547-C623-945C3F5AA5B6}"/>
              </a:ext>
            </a:extLst>
          </p:cNvPr>
          <p:cNvSpPr/>
          <p:nvPr/>
        </p:nvSpPr>
        <p:spPr>
          <a:xfrm>
            <a:off x="5785678" y="4628808"/>
            <a:ext cx="238885" cy="398997"/>
          </a:xfrm>
          <a:custGeom>
            <a:avLst/>
            <a:gdLst>
              <a:gd name="connsiteX0" fmla="*/ 760 w 238885"/>
              <a:gd name="connsiteY0" fmla="*/ 150361 h 398997"/>
              <a:gd name="connsiteX1" fmla="*/ 22191 w 238885"/>
              <a:gd name="connsiteY1" fmla="*/ 217036 h 398997"/>
              <a:gd name="connsiteX2" fmla="*/ 24572 w 238885"/>
              <a:gd name="connsiteY2" fmla="*/ 264661 h 398997"/>
              <a:gd name="connsiteX3" fmla="*/ 34097 w 238885"/>
              <a:gd name="connsiteY3" fmla="*/ 302761 h 398997"/>
              <a:gd name="connsiteX4" fmla="*/ 48385 w 238885"/>
              <a:gd name="connsiteY4" fmla="*/ 333717 h 398997"/>
              <a:gd name="connsiteX5" fmla="*/ 72197 w 238885"/>
              <a:gd name="connsiteY5" fmla="*/ 364673 h 398997"/>
              <a:gd name="connsiteX6" fmla="*/ 84103 w 238885"/>
              <a:gd name="connsiteY6" fmla="*/ 383723 h 398997"/>
              <a:gd name="connsiteX7" fmla="*/ 96010 w 238885"/>
              <a:gd name="connsiteY7" fmla="*/ 395630 h 398997"/>
              <a:gd name="connsiteX8" fmla="*/ 105535 w 238885"/>
              <a:gd name="connsiteY8" fmla="*/ 398011 h 398997"/>
              <a:gd name="connsiteX9" fmla="*/ 119822 w 238885"/>
              <a:gd name="connsiteY9" fmla="*/ 381342 h 398997"/>
              <a:gd name="connsiteX10" fmla="*/ 141253 w 238885"/>
              <a:gd name="connsiteY10" fmla="*/ 362292 h 398997"/>
              <a:gd name="connsiteX11" fmla="*/ 157922 w 238885"/>
              <a:gd name="connsiteY11" fmla="*/ 343242 h 398997"/>
              <a:gd name="connsiteX12" fmla="*/ 176972 w 238885"/>
              <a:gd name="connsiteY12" fmla="*/ 333717 h 398997"/>
              <a:gd name="connsiteX13" fmla="*/ 205547 w 238885"/>
              <a:gd name="connsiteY13" fmla="*/ 328955 h 398997"/>
              <a:gd name="connsiteX14" fmla="*/ 226978 w 238885"/>
              <a:gd name="connsiteY14" fmla="*/ 321811 h 398997"/>
              <a:gd name="connsiteX15" fmla="*/ 234122 w 238885"/>
              <a:gd name="connsiteY15" fmla="*/ 278948 h 398997"/>
              <a:gd name="connsiteX16" fmla="*/ 238885 w 238885"/>
              <a:gd name="connsiteY16" fmla="*/ 209892 h 398997"/>
              <a:gd name="connsiteX17" fmla="*/ 234122 w 238885"/>
              <a:gd name="connsiteY17" fmla="*/ 159886 h 398997"/>
              <a:gd name="connsiteX18" fmla="*/ 231741 w 238885"/>
              <a:gd name="connsiteY18" fmla="*/ 133692 h 398997"/>
              <a:gd name="connsiteX19" fmla="*/ 215072 w 238885"/>
              <a:gd name="connsiteY19" fmla="*/ 100355 h 398997"/>
              <a:gd name="connsiteX20" fmla="*/ 193641 w 238885"/>
              <a:gd name="connsiteY20" fmla="*/ 69398 h 398997"/>
              <a:gd name="connsiteX21" fmla="*/ 176972 w 238885"/>
              <a:gd name="connsiteY21" fmla="*/ 40823 h 398997"/>
              <a:gd name="connsiteX22" fmla="*/ 167447 w 238885"/>
              <a:gd name="connsiteY22" fmla="*/ 24155 h 398997"/>
              <a:gd name="connsiteX23" fmla="*/ 167447 w 238885"/>
              <a:gd name="connsiteY23" fmla="*/ 5105 h 398997"/>
              <a:gd name="connsiteX24" fmla="*/ 160303 w 238885"/>
              <a:gd name="connsiteY24" fmla="*/ 342 h 398997"/>
              <a:gd name="connsiteX25" fmla="*/ 143635 w 238885"/>
              <a:gd name="connsiteY25" fmla="*/ 12248 h 398997"/>
              <a:gd name="connsiteX26" fmla="*/ 131728 w 238885"/>
              <a:gd name="connsiteY26" fmla="*/ 28917 h 398997"/>
              <a:gd name="connsiteX27" fmla="*/ 110297 w 238885"/>
              <a:gd name="connsiteY27" fmla="*/ 57492 h 398997"/>
              <a:gd name="connsiteX28" fmla="*/ 79341 w 238885"/>
              <a:gd name="connsiteY28" fmla="*/ 88448 h 398997"/>
              <a:gd name="connsiteX29" fmla="*/ 53147 w 238885"/>
              <a:gd name="connsiteY29" fmla="*/ 107498 h 398997"/>
              <a:gd name="connsiteX30" fmla="*/ 760 w 238885"/>
              <a:gd name="connsiteY30" fmla="*/ 150361 h 398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238885" h="398997">
                <a:moveTo>
                  <a:pt x="760" y="150361"/>
                </a:moveTo>
                <a:cubicBezTo>
                  <a:pt x="-4399" y="168617"/>
                  <a:pt x="18222" y="197986"/>
                  <a:pt x="22191" y="217036"/>
                </a:cubicBezTo>
                <a:cubicBezTo>
                  <a:pt x="26160" y="236086"/>
                  <a:pt x="22588" y="250374"/>
                  <a:pt x="24572" y="264661"/>
                </a:cubicBezTo>
                <a:cubicBezTo>
                  <a:pt x="26556" y="278948"/>
                  <a:pt x="30128" y="291252"/>
                  <a:pt x="34097" y="302761"/>
                </a:cubicBezTo>
                <a:cubicBezTo>
                  <a:pt x="38066" y="314270"/>
                  <a:pt x="42035" y="323398"/>
                  <a:pt x="48385" y="333717"/>
                </a:cubicBezTo>
                <a:cubicBezTo>
                  <a:pt x="54735" y="344036"/>
                  <a:pt x="66244" y="356339"/>
                  <a:pt x="72197" y="364673"/>
                </a:cubicBezTo>
                <a:cubicBezTo>
                  <a:pt x="78150" y="373007"/>
                  <a:pt x="80134" y="378563"/>
                  <a:pt x="84103" y="383723"/>
                </a:cubicBezTo>
                <a:cubicBezTo>
                  <a:pt x="88072" y="388883"/>
                  <a:pt x="96010" y="395630"/>
                  <a:pt x="96010" y="395630"/>
                </a:cubicBezTo>
                <a:cubicBezTo>
                  <a:pt x="99582" y="398011"/>
                  <a:pt x="101566" y="400392"/>
                  <a:pt x="105535" y="398011"/>
                </a:cubicBezTo>
                <a:cubicBezTo>
                  <a:pt x="109504" y="395630"/>
                  <a:pt x="113869" y="387295"/>
                  <a:pt x="119822" y="381342"/>
                </a:cubicBezTo>
                <a:cubicBezTo>
                  <a:pt x="125775" y="375389"/>
                  <a:pt x="134903" y="368642"/>
                  <a:pt x="141253" y="362292"/>
                </a:cubicBezTo>
                <a:cubicBezTo>
                  <a:pt x="147603" y="355942"/>
                  <a:pt x="151969" y="348004"/>
                  <a:pt x="157922" y="343242"/>
                </a:cubicBezTo>
                <a:cubicBezTo>
                  <a:pt x="163875" y="338480"/>
                  <a:pt x="169035" y="336098"/>
                  <a:pt x="176972" y="333717"/>
                </a:cubicBezTo>
                <a:cubicBezTo>
                  <a:pt x="184909" y="331336"/>
                  <a:pt x="197213" y="330939"/>
                  <a:pt x="205547" y="328955"/>
                </a:cubicBezTo>
                <a:cubicBezTo>
                  <a:pt x="213881" y="326971"/>
                  <a:pt x="222216" y="330146"/>
                  <a:pt x="226978" y="321811"/>
                </a:cubicBezTo>
                <a:cubicBezTo>
                  <a:pt x="231741" y="313477"/>
                  <a:pt x="232138" y="297601"/>
                  <a:pt x="234122" y="278948"/>
                </a:cubicBezTo>
                <a:cubicBezTo>
                  <a:pt x="236107" y="260295"/>
                  <a:pt x="238885" y="229736"/>
                  <a:pt x="238885" y="209892"/>
                </a:cubicBezTo>
                <a:cubicBezTo>
                  <a:pt x="238885" y="190048"/>
                  <a:pt x="235313" y="172586"/>
                  <a:pt x="234122" y="159886"/>
                </a:cubicBezTo>
                <a:cubicBezTo>
                  <a:pt x="232931" y="147186"/>
                  <a:pt x="234916" y="143614"/>
                  <a:pt x="231741" y="133692"/>
                </a:cubicBezTo>
                <a:cubicBezTo>
                  <a:pt x="228566" y="123770"/>
                  <a:pt x="221422" y="111071"/>
                  <a:pt x="215072" y="100355"/>
                </a:cubicBezTo>
                <a:cubicBezTo>
                  <a:pt x="208722" y="89639"/>
                  <a:pt x="199991" y="79320"/>
                  <a:pt x="193641" y="69398"/>
                </a:cubicBezTo>
                <a:cubicBezTo>
                  <a:pt x="187291" y="59476"/>
                  <a:pt x="181338" y="48363"/>
                  <a:pt x="176972" y="40823"/>
                </a:cubicBezTo>
                <a:cubicBezTo>
                  <a:pt x="172606" y="33282"/>
                  <a:pt x="169035" y="30108"/>
                  <a:pt x="167447" y="24155"/>
                </a:cubicBezTo>
                <a:cubicBezTo>
                  <a:pt x="165860" y="18202"/>
                  <a:pt x="167447" y="5105"/>
                  <a:pt x="167447" y="5105"/>
                </a:cubicBezTo>
                <a:cubicBezTo>
                  <a:pt x="166256" y="1136"/>
                  <a:pt x="164272" y="-848"/>
                  <a:pt x="160303" y="342"/>
                </a:cubicBezTo>
                <a:cubicBezTo>
                  <a:pt x="156334" y="1532"/>
                  <a:pt x="148397" y="7486"/>
                  <a:pt x="143635" y="12248"/>
                </a:cubicBezTo>
                <a:cubicBezTo>
                  <a:pt x="138873" y="17010"/>
                  <a:pt x="137284" y="21376"/>
                  <a:pt x="131728" y="28917"/>
                </a:cubicBezTo>
                <a:cubicBezTo>
                  <a:pt x="126172" y="36458"/>
                  <a:pt x="119028" y="47570"/>
                  <a:pt x="110297" y="57492"/>
                </a:cubicBezTo>
                <a:cubicBezTo>
                  <a:pt x="101566" y="67414"/>
                  <a:pt x="88866" y="80114"/>
                  <a:pt x="79341" y="88448"/>
                </a:cubicBezTo>
                <a:cubicBezTo>
                  <a:pt x="69816" y="96782"/>
                  <a:pt x="65450" y="97576"/>
                  <a:pt x="53147" y="107498"/>
                </a:cubicBezTo>
                <a:cubicBezTo>
                  <a:pt x="40844" y="117420"/>
                  <a:pt x="5919" y="132105"/>
                  <a:pt x="760" y="150361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p:sp>
        <p:nvSpPr>
          <p:cNvPr id="139" name="24 mie">
            <a:extLst>
              <a:ext uri="{FF2B5EF4-FFF2-40B4-BE49-F238E27FC236}">
                <a16:creationId xmlns:a16="http://schemas.microsoft.com/office/drawing/2014/main" id="{71ACF3F6-0EF0-1E18-0247-9C615194D12D}"/>
              </a:ext>
            </a:extLst>
          </p:cNvPr>
          <p:cNvSpPr/>
          <p:nvPr/>
        </p:nvSpPr>
        <p:spPr>
          <a:xfrm>
            <a:off x="5846749" y="4798215"/>
            <a:ext cx="396978" cy="658049"/>
          </a:xfrm>
          <a:custGeom>
            <a:avLst/>
            <a:gdLst>
              <a:gd name="connsiteX0" fmla="*/ 292114 w 396978"/>
              <a:gd name="connsiteY0" fmla="*/ 85729 h 658049"/>
              <a:gd name="connsiteX1" fmla="*/ 265920 w 396978"/>
              <a:gd name="connsiteY1" fmla="*/ 130973 h 658049"/>
              <a:gd name="connsiteX2" fmla="*/ 237345 w 396978"/>
              <a:gd name="connsiteY2" fmla="*/ 173835 h 658049"/>
              <a:gd name="connsiteX3" fmla="*/ 218295 w 396978"/>
              <a:gd name="connsiteY3" fmla="*/ 209554 h 658049"/>
              <a:gd name="connsiteX4" fmla="*/ 251632 w 396978"/>
              <a:gd name="connsiteY4" fmla="*/ 257179 h 658049"/>
              <a:gd name="connsiteX5" fmla="*/ 301639 w 396978"/>
              <a:gd name="connsiteY5" fmla="*/ 283373 h 658049"/>
              <a:gd name="connsiteX6" fmla="*/ 377839 w 396978"/>
              <a:gd name="connsiteY6" fmla="*/ 321473 h 658049"/>
              <a:gd name="connsiteX7" fmla="*/ 392126 w 396978"/>
              <a:gd name="connsiteY7" fmla="*/ 340523 h 658049"/>
              <a:gd name="connsiteX8" fmla="*/ 394507 w 396978"/>
              <a:gd name="connsiteY8" fmla="*/ 373860 h 658049"/>
              <a:gd name="connsiteX9" fmla="*/ 358789 w 396978"/>
              <a:gd name="connsiteY9" fmla="*/ 411960 h 658049"/>
              <a:gd name="connsiteX10" fmla="*/ 308782 w 396978"/>
              <a:gd name="connsiteY10" fmla="*/ 421485 h 658049"/>
              <a:gd name="connsiteX11" fmla="*/ 234964 w 396978"/>
              <a:gd name="connsiteY11" fmla="*/ 433391 h 658049"/>
              <a:gd name="connsiteX12" fmla="*/ 199245 w 396978"/>
              <a:gd name="connsiteY12" fmla="*/ 452441 h 658049"/>
              <a:gd name="connsiteX13" fmla="*/ 177814 w 396978"/>
              <a:gd name="connsiteY13" fmla="*/ 509591 h 658049"/>
              <a:gd name="connsiteX14" fmla="*/ 156382 w 396978"/>
              <a:gd name="connsiteY14" fmla="*/ 554835 h 658049"/>
              <a:gd name="connsiteX15" fmla="*/ 111139 w 396978"/>
              <a:gd name="connsiteY15" fmla="*/ 578648 h 658049"/>
              <a:gd name="connsiteX16" fmla="*/ 99232 w 396978"/>
              <a:gd name="connsiteY16" fmla="*/ 607223 h 658049"/>
              <a:gd name="connsiteX17" fmla="*/ 92089 w 396978"/>
              <a:gd name="connsiteY17" fmla="*/ 633416 h 658049"/>
              <a:gd name="connsiteX18" fmla="*/ 75420 w 396978"/>
              <a:gd name="connsiteY18" fmla="*/ 652466 h 658049"/>
              <a:gd name="connsiteX19" fmla="*/ 51607 w 396978"/>
              <a:gd name="connsiteY19" fmla="*/ 657229 h 658049"/>
              <a:gd name="connsiteX20" fmla="*/ 23032 w 396978"/>
              <a:gd name="connsiteY20" fmla="*/ 638179 h 658049"/>
              <a:gd name="connsiteX21" fmla="*/ 6364 w 396978"/>
              <a:gd name="connsiteY21" fmla="*/ 623891 h 658049"/>
              <a:gd name="connsiteX22" fmla="*/ 1601 w 396978"/>
              <a:gd name="connsiteY22" fmla="*/ 609604 h 658049"/>
              <a:gd name="connsiteX23" fmla="*/ 32557 w 396978"/>
              <a:gd name="connsiteY23" fmla="*/ 583410 h 658049"/>
              <a:gd name="connsiteX24" fmla="*/ 56370 w 396978"/>
              <a:gd name="connsiteY24" fmla="*/ 554835 h 658049"/>
              <a:gd name="connsiteX25" fmla="*/ 68276 w 396978"/>
              <a:gd name="connsiteY25" fmla="*/ 526260 h 658049"/>
              <a:gd name="connsiteX26" fmla="*/ 87326 w 396978"/>
              <a:gd name="connsiteY26" fmla="*/ 500066 h 658049"/>
              <a:gd name="connsiteX27" fmla="*/ 94470 w 396978"/>
              <a:gd name="connsiteY27" fmla="*/ 454823 h 658049"/>
              <a:gd name="connsiteX28" fmla="*/ 94470 w 396978"/>
              <a:gd name="connsiteY28" fmla="*/ 388148 h 658049"/>
              <a:gd name="connsiteX29" fmla="*/ 94470 w 396978"/>
              <a:gd name="connsiteY29" fmla="*/ 333379 h 658049"/>
              <a:gd name="connsiteX30" fmla="*/ 84945 w 396978"/>
              <a:gd name="connsiteY30" fmla="*/ 276229 h 658049"/>
              <a:gd name="connsiteX31" fmla="*/ 61132 w 396978"/>
              <a:gd name="connsiteY31" fmla="*/ 245273 h 658049"/>
              <a:gd name="connsiteX32" fmla="*/ 49226 w 396978"/>
              <a:gd name="connsiteY32" fmla="*/ 226223 h 658049"/>
              <a:gd name="connsiteX33" fmla="*/ 49226 w 396978"/>
              <a:gd name="connsiteY33" fmla="*/ 204791 h 658049"/>
              <a:gd name="connsiteX34" fmla="*/ 70657 w 396978"/>
              <a:gd name="connsiteY34" fmla="*/ 183360 h 658049"/>
              <a:gd name="connsiteX35" fmla="*/ 103995 w 396978"/>
              <a:gd name="connsiteY35" fmla="*/ 173835 h 658049"/>
              <a:gd name="connsiteX36" fmla="*/ 123045 w 396978"/>
              <a:gd name="connsiteY36" fmla="*/ 166691 h 658049"/>
              <a:gd name="connsiteX37" fmla="*/ 154001 w 396978"/>
              <a:gd name="connsiteY37" fmla="*/ 157166 h 658049"/>
              <a:gd name="connsiteX38" fmla="*/ 173051 w 396978"/>
              <a:gd name="connsiteY38" fmla="*/ 150023 h 658049"/>
              <a:gd name="connsiteX39" fmla="*/ 177814 w 396978"/>
              <a:gd name="connsiteY39" fmla="*/ 104779 h 658049"/>
              <a:gd name="connsiteX40" fmla="*/ 180195 w 396978"/>
              <a:gd name="connsiteY40" fmla="*/ 76204 h 658049"/>
              <a:gd name="connsiteX41" fmla="*/ 187339 w 396978"/>
              <a:gd name="connsiteY41" fmla="*/ 33341 h 658049"/>
              <a:gd name="connsiteX42" fmla="*/ 189720 w 396978"/>
              <a:gd name="connsiteY42" fmla="*/ 4 h 658049"/>
              <a:gd name="connsiteX43" fmla="*/ 213532 w 396978"/>
              <a:gd name="connsiteY43" fmla="*/ 30960 h 658049"/>
              <a:gd name="connsiteX44" fmla="*/ 234964 w 396978"/>
              <a:gd name="connsiteY44" fmla="*/ 35723 h 658049"/>
              <a:gd name="connsiteX45" fmla="*/ 263539 w 396978"/>
              <a:gd name="connsiteY45" fmla="*/ 33341 h 658049"/>
              <a:gd name="connsiteX46" fmla="*/ 292114 w 396978"/>
              <a:gd name="connsiteY46" fmla="*/ 85729 h 6580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</a:cxnLst>
            <a:rect l="l" t="t" r="r" b="b"/>
            <a:pathLst>
              <a:path w="396978" h="658049">
                <a:moveTo>
                  <a:pt x="292114" y="85729"/>
                </a:moveTo>
                <a:cubicBezTo>
                  <a:pt x="292511" y="102001"/>
                  <a:pt x="275048" y="116289"/>
                  <a:pt x="265920" y="130973"/>
                </a:cubicBezTo>
                <a:cubicBezTo>
                  <a:pt x="256792" y="145657"/>
                  <a:pt x="245282" y="160738"/>
                  <a:pt x="237345" y="173835"/>
                </a:cubicBezTo>
                <a:cubicBezTo>
                  <a:pt x="229408" y="186932"/>
                  <a:pt x="215914" y="195663"/>
                  <a:pt x="218295" y="209554"/>
                </a:cubicBezTo>
                <a:cubicBezTo>
                  <a:pt x="220676" y="223445"/>
                  <a:pt x="237741" y="244876"/>
                  <a:pt x="251632" y="257179"/>
                </a:cubicBezTo>
                <a:cubicBezTo>
                  <a:pt x="265523" y="269482"/>
                  <a:pt x="301639" y="283373"/>
                  <a:pt x="301639" y="283373"/>
                </a:cubicBezTo>
                <a:cubicBezTo>
                  <a:pt x="322674" y="294089"/>
                  <a:pt x="362758" y="311948"/>
                  <a:pt x="377839" y="321473"/>
                </a:cubicBezTo>
                <a:cubicBezTo>
                  <a:pt x="392920" y="330998"/>
                  <a:pt x="389348" y="331792"/>
                  <a:pt x="392126" y="340523"/>
                </a:cubicBezTo>
                <a:cubicBezTo>
                  <a:pt x="394904" y="349254"/>
                  <a:pt x="400063" y="361954"/>
                  <a:pt x="394507" y="373860"/>
                </a:cubicBezTo>
                <a:cubicBezTo>
                  <a:pt x="388951" y="385766"/>
                  <a:pt x="373076" y="404023"/>
                  <a:pt x="358789" y="411960"/>
                </a:cubicBezTo>
                <a:cubicBezTo>
                  <a:pt x="344502" y="419897"/>
                  <a:pt x="329419" y="417913"/>
                  <a:pt x="308782" y="421485"/>
                </a:cubicBezTo>
                <a:cubicBezTo>
                  <a:pt x="288145" y="425057"/>
                  <a:pt x="253220" y="428232"/>
                  <a:pt x="234964" y="433391"/>
                </a:cubicBezTo>
                <a:cubicBezTo>
                  <a:pt x="216708" y="438550"/>
                  <a:pt x="208770" y="439741"/>
                  <a:pt x="199245" y="452441"/>
                </a:cubicBezTo>
                <a:cubicBezTo>
                  <a:pt x="189720" y="465141"/>
                  <a:pt x="184958" y="492525"/>
                  <a:pt x="177814" y="509591"/>
                </a:cubicBezTo>
                <a:cubicBezTo>
                  <a:pt x="170670" y="526657"/>
                  <a:pt x="167494" y="543326"/>
                  <a:pt x="156382" y="554835"/>
                </a:cubicBezTo>
                <a:cubicBezTo>
                  <a:pt x="145270" y="566344"/>
                  <a:pt x="120664" y="569917"/>
                  <a:pt x="111139" y="578648"/>
                </a:cubicBezTo>
                <a:cubicBezTo>
                  <a:pt x="101614" y="587379"/>
                  <a:pt x="102407" y="598095"/>
                  <a:pt x="99232" y="607223"/>
                </a:cubicBezTo>
                <a:cubicBezTo>
                  <a:pt x="96057" y="616351"/>
                  <a:pt x="96058" y="625876"/>
                  <a:pt x="92089" y="633416"/>
                </a:cubicBezTo>
                <a:cubicBezTo>
                  <a:pt x="88120" y="640957"/>
                  <a:pt x="82167" y="648497"/>
                  <a:pt x="75420" y="652466"/>
                </a:cubicBezTo>
                <a:cubicBezTo>
                  <a:pt x="68673" y="656435"/>
                  <a:pt x="60338" y="659610"/>
                  <a:pt x="51607" y="657229"/>
                </a:cubicBezTo>
                <a:cubicBezTo>
                  <a:pt x="42876" y="654848"/>
                  <a:pt x="30572" y="643735"/>
                  <a:pt x="23032" y="638179"/>
                </a:cubicBezTo>
                <a:cubicBezTo>
                  <a:pt x="15492" y="632623"/>
                  <a:pt x="9936" y="628653"/>
                  <a:pt x="6364" y="623891"/>
                </a:cubicBezTo>
                <a:cubicBezTo>
                  <a:pt x="2792" y="619129"/>
                  <a:pt x="-2764" y="616351"/>
                  <a:pt x="1601" y="609604"/>
                </a:cubicBezTo>
                <a:cubicBezTo>
                  <a:pt x="5966" y="602857"/>
                  <a:pt x="23429" y="592538"/>
                  <a:pt x="32557" y="583410"/>
                </a:cubicBezTo>
                <a:cubicBezTo>
                  <a:pt x="41685" y="574282"/>
                  <a:pt x="50417" y="564360"/>
                  <a:pt x="56370" y="554835"/>
                </a:cubicBezTo>
                <a:cubicBezTo>
                  <a:pt x="62323" y="545310"/>
                  <a:pt x="63117" y="535388"/>
                  <a:pt x="68276" y="526260"/>
                </a:cubicBezTo>
                <a:cubicBezTo>
                  <a:pt x="73435" y="517132"/>
                  <a:pt x="82960" y="511972"/>
                  <a:pt x="87326" y="500066"/>
                </a:cubicBezTo>
                <a:cubicBezTo>
                  <a:pt x="91692" y="488160"/>
                  <a:pt x="93279" y="473476"/>
                  <a:pt x="94470" y="454823"/>
                </a:cubicBezTo>
                <a:cubicBezTo>
                  <a:pt x="95661" y="436170"/>
                  <a:pt x="94470" y="388148"/>
                  <a:pt x="94470" y="388148"/>
                </a:cubicBezTo>
                <a:cubicBezTo>
                  <a:pt x="94470" y="367907"/>
                  <a:pt x="96057" y="352032"/>
                  <a:pt x="94470" y="333379"/>
                </a:cubicBezTo>
                <a:cubicBezTo>
                  <a:pt x="92882" y="314726"/>
                  <a:pt x="90501" y="290913"/>
                  <a:pt x="84945" y="276229"/>
                </a:cubicBezTo>
                <a:cubicBezTo>
                  <a:pt x="79389" y="261545"/>
                  <a:pt x="67085" y="253607"/>
                  <a:pt x="61132" y="245273"/>
                </a:cubicBezTo>
                <a:cubicBezTo>
                  <a:pt x="55179" y="236939"/>
                  <a:pt x="51210" y="232970"/>
                  <a:pt x="49226" y="226223"/>
                </a:cubicBezTo>
                <a:cubicBezTo>
                  <a:pt x="47242" y="219476"/>
                  <a:pt x="45654" y="211935"/>
                  <a:pt x="49226" y="204791"/>
                </a:cubicBezTo>
                <a:cubicBezTo>
                  <a:pt x="52798" y="197647"/>
                  <a:pt x="61529" y="188519"/>
                  <a:pt x="70657" y="183360"/>
                </a:cubicBezTo>
                <a:cubicBezTo>
                  <a:pt x="79785" y="178201"/>
                  <a:pt x="95264" y="176613"/>
                  <a:pt x="103995" y="173835"/>
                </a:cubicBezTo>
                <a:cubicBezTo>
                  <a:pt x="112726" y="171057"/>
                  <a:pt x="114711" y="169469"/>
                  <a:pt x="123045" y="166691"/>
                </a:cubicBezTo>
                <a:cubicBezTo>
                  <a:pt x="131379" y="163913"/>
                  <a:pt x="145667" y="159944"/>
                  <a:pt x="154001" y="157166"/>
                </a:cubicBezTo>
                <a:cubicBezTo>
                  <a:pt x="162335" y="154388"/>
                  <a:pt x="169082" y="158754"/>
                  <a:pt x="173051" y="150023"/>
                </a:cubicBezTo>
                <a:cubicBezTo>
                  <a:pt x="177020" y="141292"/>
                  <a:pt x="176623" y="117082"/>
                  <a:pt x="177814" y="104779"/>
                </a:cubicBezTo>
                <a:cubicBezTo>
                  <a:pt x="179005" y="92476"/>
                  <a:pt x="178608" y="88110"/>
                  <a:pt x="180195" y="76204"/>
                </a:cubicBezTo>
                <a:cubicBezTo>
                  <a:pt x="181782" y="64298"/>
                  <a:pt x="185752" y="46041"/>
                  <a:pt x="187339" y="33341"/>
                </a:cubicBezTo>
                <a:cubicBezTo>
                  <a:pt x="188926" y="20641"/>
                  <a:pt x="185355" y="401"/>
                  <a:pt x="189720" y="4"/>
                </a:cubicBezTo>
                <a:cubicBezTo>
                  <a:pt x="194085" y="-393"/>
                  <a:pt x="205991" y="25007"/>
                  <a:pt x="213532" y="30960"/>
                </a:cubicBezTo>
                <a:cubicBezTo>
                  <a:pt x="221073" y="36913"/>
                  <a:pt x="226630" y="35326"/>
                  <a:pt x="234964" y="35723"/>
                </a:cubicBezTo>
                <a:cubicBezTo>
                  <a:pt x="243298" y="36120"/>
                  <a:pt x="256792" y="26594"/>
                  <a:pt x="263539" y="33341"/>
                </a:cubicBezTo>
                <a:cubicBezTo>
                  <a:pt x="270286" y="40088"/>
                  <a:pt x="291717" y="69457"/>
                  <a:pt x="292114" y="85729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p:sp>
        <p:nvSpPr>
          <p:cNvPr id="81" name="23 Aichi">
            <a:extLst>
              <a:ext uri="{FF2B5EF4-FFF2-40B4-BE49-F238E27FC236}">
                <a16:creationId xmlns:a16="http://schemas.microsoft.com/office/drawing/2014/main" id="{1234E0ED-DB5F-D01E-6F68-67FB090CDF6A}"/>
              </a:ext>
            </a:extLst>
          </p:cNvPr>
          <p:cNvSpPr/>
          <p:nvPr/>
        </p:nvSpPr>
        <p:spPr>
          <a:xfrm>
            <a:off x="6105158" y="4733628"/>
            <a:ext cx="413397" cy="328833"/>
          </a:xfrm>
          <a:custGeom>
            <a:avLst/>
            <a:gdLst>
              <a:gd name="connsiteX0" fmla="*/ 309930 w 413397"/>
              <a:gd name="connsiteY0" fmla="*/ 288428 h 328833"/>
              <a:gd name="connsiteX1" fmla="*/ 207536 w 413397"/>
              <a:gd name="connsiteY1" fmla="*/ 317003 h 328833"/>
              <a:gd name="connsiteX2" fmla="*/ 178961 w 413397"/>
              <a:gd name="connsiteY2" fmla="*/ 324147 h 328833"/>
              <a:gd name="connsiteX3" fmla="*/ 164673 w 413397"/>
              <a:gd name="connsiteY3" fmla="*/ 324147 h 328833"/>
              <a:gd name="connsiteX4" fmla="*/ 233730 w 413397"/>
              <a:gd name="connsiteY4" fmla="*/ 264616 h 328833"/>
              <a:gd name="connsiteX5" fmla="*/ 231348 w 413397"/>
              <a:gd name="connsiteY5" fmla="*/ 250328 h 328833"/>
              <a:gd name="connsiteX6" fmla="*/ 221823 w 413397"/>
              <a:gd name="connsiteY6" fmla="*/ 245566 h 328833"/>
              <a:gd name="connsiteX7" fmla="*/ 181342 w 413397"/>
              <a:gd name="connsiteY7" fmla="*/ 243185 h 328833"/>
              <a:gd name="connsiteX8" fmla="*/ 140861 w 413397"/>
              <a:gd name="connsiteY8" fmla="*/ 259853 h 328833"/>
              <a:gd name="connsiteX9" fmla="*/ 131336 w 413397"/>
              <a:gd name="connsiteY9" fmla="*/ 276522 h 328833"/>
              <a:gd name="connsiteX10" fmla="*/ 117048 w 413397"/>
              <a:gd name="connsiteY10" fmla="*/ 283666 h 328833"/>
              <a:gd name="connsiteX11" fmla="*/ 90855 w 413397"/>
              <a:gd name="connsiteY11" fmla="*/ 255091 h 328833"/>
              <a:gd name="connsiteX12" fmla="*/ 81330 w 413397"/>
              <a:gd name="connsiteY12" fmla="*/ 226516 h 328833"/>
              <a:gd name="connsiteX13" fmla="*/ 78948 w 413397"/>
              <a:gd name="connsiteY13" fmla="*/ 190797 h 328833"/>
              <a:gd name="connsiteX14" fmla="*/ 78948 w 413397"/>
              <a:gd name="connsiteY14" fmla="*/ 164603 h 328833"/>
              <a:gd name="connsiteX15" fmla="*/ 62280 w 413397"/>
              <a:gd name="connsiteY15" fmla="*/ 159841 h 328833"/>
              <a:gd name="connsiteX16" fmla="*/ 45611 w 413397"/>
              <a:gd name="connsiteY16" fmla="*/ 162222 h 328833"/>
              <a:gd name="connsiteX17" fmla="*/ 12273 w 413397"/>
              <a:gd name="connsiteY17" fmla="*/ 138410 h 328833"/>
              <a:gd name="connsiteX18" fmla="*/ 367 w 413397"/>
              <a:gd name="connsiteY18" fmla="*/ 109835 h 328833"/>
              <a:gd name="connsiteX19" fmla="*/ 24180 w 413397"/>
              <a:gd name="connsiteY19" fmla="*/ 83641 h 328833"/>
              <a:gd name="connsiteX20" fmla="*/ 31323 w 413397"/>
              <a:gd name="connsiteY20" fmla="*/ 43160 h 328833"/>
              <a:gd name="connsiteX21" fmla="*/ 47992 w 413397"/>
              <a:gd name="connsiteY21" fmla="*/ 14585 h 328833"/>
              <a:gd name="connsiteX22" fmla="*/ 100380 w 413397"/>
              <a:gd name="connsiteY22" fmla="*/ 297 h 328833"/>
              <a:gd name="connsiteX23" fmla="*/ 152767 w 413397"/>
              <a:gd name="connsiteY23" fmla="*/ 7441 h 328833"/>
              <a:gd name="connsiteX24" fmla="*/ 209917 w 413397"/>
              <a:gd name="connsiteY24" fmla="*/ 36016 h 328833"/>
              <a:gd name="connsiteX25" fmla="*/ 288498 w 413397"/>
              <a:gd name="connsiteY25" fmla="*/ 43160 h 328833"/>
              <a:gd name="connsiteX26" fmla="*/ 369461 w 413397"/>
              <a:gd name="connsiteY26" fmla="*/ 50303 h 328833"/>
              <a:gd name="connsiteX27" fmla="*/ 407561 w 413397"/>
              <a:gd name="connsiteY27" fmla="*/ 50303 h 328833"/>
              <a:gd name="connsiteX28" fmla="*/ 412323 w 413397"/>
              <a:gd name="connsiteY28" fmla="*/ 69353 h 328833"/>
              <a:gd name="connsiteX29" fmla="*/ 398036 w 413397"/>
              <a:gd name="connsiteY29" fmla="*/ 90785 h 328833"/>
              <a:gd name="connsiteX30" fmla="*/ 359936 w 413397"/>
              <a:gd name="connsiteY30" fmla="*/ 126503 h 328833"/>
              <a:gd name="connsiteX31" fmla="*/ 324217 w 413397"/>
              <a:gd name="connsiteY31" fmla="*/ 157460 h 328833"/>
              <a:gd name="connsiteX32" fmla="*/ 307548 w 413397"/>
              <a:gd name="connsiteY32" fmla="*/ 181272 h 328833"/>
              <a:gd name="connsiteX33" fmla="*/ 307548 w 413397"/>
              <a:gd name="connsiteY33" fmla="*/ 216991 h 328833"/>
              <a:gd name="connsiteX34" fmla="*/ 309930 w 413397"/>
              <a:gd name="connsiteY34" fmla="*/ 288428 h 3288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413397" h="328833">
                <a:moveTo>
                  <a:pt x="309930" y="288428"/>
                </a:moveTo>
                <a:lnTo>
                  <a:pt x="207536" y="317003"/>
                </a:lnTo>
                <a:cubicBezTo>
                  <a:pt x="185708" y="322956"/>
                  <a:pt x="186105" y="322956"/>
                  <a:pt x="178961" y="324147"/>
                </a:cubicBezTo>
                <a:cubicBezTo>
                  <a:pt x="171817" y="325338"/>
                  <a:pt x="155545" y="334069"/>
                  <a:pt x="164673" y="324147"/>
                </a:cubicBezTo>
                <a:cubicBezTo>
                  <a:pt x="173801" y="314225"/>
                  <a:pt x="222618" y="276919"/>
                  <a:pt x="233730" y="264616"/>
                </a:cubicBezTo>
                <a:cubicBezTo>
                  <a:pt x="244842" y="252313"/>
                  <a:pt x="231348" y="250328"/>
                  <a:pt x="231348" y="250328"/>
                </a:cubicBezTo>
                <a:cubicBezTo>
                  <a:pt x="229364" y="247153"/>
                  <a:pt x="230157" y="246756"/>
                  <a:pt x="221823" y="245566"/>
                </a:cubicBezTo>
                <a:cubicBezTo>
                  <a:pt x="213489" y="244376"/>
                  <a:pt x="194836" y="240804"/>
                  <a:pt x="181342" y="243185"/>
                </a:cubicBezTo>
                <a:cubicBezTo>
                  <a:pt x="167848" y="245566"/>
                  <a:pt x="149195" y="254297"/>
                  <a:pt x="140861" y="259853"/>
                </a:cubicBezTo>
                <a:cubicBezTo>
                  <a:pt x="132527" y="265409"/>
                  <a:pt x="135305" y="272553"/>
                  <a:pt x="131336" y="276522"/>
                </a:cubicBezTo>
                <a:cubicBezTo>
                  <a:pt x="127367" y="280491"/>
                  <a:pt x="123795" y="287238"/>
                  <a:pt x="117048" y="283666"/>
                </a:cubicBezTo>
                <a:cubicBezTo>
                  <a:pt x="110301" y="280094"/>
                  <a:pt x="96808" y="264616"/>
                  <a:pt x="90855" y="255091"/>
                </a:cubicBezTo>
                <a:cubicBezTo>
                  <a:pt x="84902" y="245566"/>
                  <a:pt x="83314" y="237232"/>
                  <a:pt x="81330" y="226516"/>
                </a:cubicBezTo>
                <a:cubicBezTo>
                  <a:pt x="79345" y="215800"/>
                  <a:pt x="79345" y="201116"/>
                  <a:pt x="78948" y="190797"/>
                </a:cubicBezTo>
                <a:cubicBezTo>
                  <a:pt x="78551" y="180478"/>
                  <a:pt x="81726" y="169762"/>
                  <a:pt x="78948" y="164603"/>
                </a:cubicBezTo>
                <a:cubicBezTo>
                  <a:pt x="76170" y="159444"/>
                  <a:pt x="67836" y="160238"/>
                  <a:pt x="62280" y="159841"/>
                </a:cubicBezTo>
                <a:cubicBezTo>
                  <a:pt x="56724" y="159444"/>
                  <a:pt x="53945" y="165794"/>
                  <a:pt x="45611" y="162222"/>
                </a:cubicBezTo>
                <a:cubicBezTo>
                  <a:pt x="37276" y="158650"/>
                  <a:pt x="19814" y="147141"/>
                  <a:pt x="12273" y="138410"/>
                </a:cubicBezTo>
                <a:cubicBezTo>
                  <a:pt x="4732" y="129679"/>
                  <a:pt x="-1617" y="118963"/>
                  <a:pt x="367" y="109835"/>
                </a:cubicBezTo>
                <a:cubicBezTo>
                  <a:pt x="2351" y="100707"/>
                  <a:pt x="19021" y="94753"/>
                  <a:pt x="24180" y="83641"/>
                </a:cubicBezTo>
                <a:cubicBezTo>
                  <a:pt x="29339" y="72529"/>
                  <a:pt x="27354" y="54669"/>
                  <a:pt x="31323" y="43160"/>
                </a:cubicBezTo>
                <a:cubicBezTo>
                  <a:pt x="35292" y="31651"/>
                  <a:pt x="36482" y="21729"/>
                  <a:pt x="47992" y="14585"/>
                </a:cubicBezTo>
                <a:cubicBezTo>
                  <a:pt x="59502" y="7441"/>
                  <a:pt x="82917" y="1488"/>
                  <a:pt x="100380" y="297"/>
                </a:cubicBezTo>
                <a:cubicBezTo>
                  <a:pt x="117842" y="-894"/>
                  <a:pt x="134511" y="1488"/>
                  <a:pt x="152767" y="7441"/>
                </a:cubicBezTo>
                <a:cubicBezTo>
                  <a:pt x="171023" y="13394"/>
                  <a:pt x="187295" y="30063"/>
                  <a:pt x="209917" y="36016"/>
                </a:cubicBezTo>
                <a:cubicBezTo>
                  <a:pt x="232539" y="41969"/>
                  <a:pt x="288498" y="43160"/>
                  <a:pt x="288498" y="43160"/>
                </a:cubicBezTo>
                <a:lnTo>
                  <a:pt x="369461" y="50303"/>
                </a:lnTo>
                <a:cubicBezTo>
                  <a:pt x="389305" y="51493"/>
                  <a:pt x="400417" y="47128"/>
                  <a:pt x="407561" y="50303"/>
                </a:cubicBezTo>
                <a:cubicBezTo>
                  <a:pt x="414705" y="53478"/>
                  <a:pt x="413911" y="62606"/>
                  <a:pt x="412323" y="69353"/>
                </a:cubicBezTo>
                <a:cubicBezTo>
                  <a:pt x="410736" y="76100"/>
                  <a:pt x="406767" y="81260"/>
                  <a:pt x="398036" y="90785"/>
                </a:cubicBezTo>
                <a:cubicBezTo>
                  <a:pt x="389305" y="100310"/>
                  <a:pt x="372239" y="115391"/>
                  <a:pt x="359936" y="126503"/>
                </a:cubicBezTo>
                <a:cubicBezTo>
                  <a:pt x="347633" y="137615"/>
                  <a:pt x="332948" y="148332"/>
                  <a:pt x="324217" y="157460"/>
                </a:cubicBezTo>
                <a:cubicBezTo>
                  <a:pt x="315486" y="166588"/>
                  <a:pt x="310326" y="171350"/>
                  <a:pt x="307548" y="181272"/>
                </a:cubicBezTo>
                <a:cubicBezTo>
                  <a:pt x="304770" y="191194"/>
                  <a:pt x="307548" y="216991"/>
                  <a:pt x="307548" y="216991"/>
                </a:cubicBezTo>
                <a:lnTo>
                  <a:pt x="309930" y="28842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p:sp>
        <p:nvSpPr>
          <p:cNvPr id="27" name="22 Shizuoka">
            <a:extLst>
              <a:ext uri="{FF2B5EF4-FFF2-40B4-BE49-F238E27FC236}">
                <a16:creationId xmlns:a16="http://schemas.microsoft.com/office/drawing/2014/main" id="{FC594401-4A52-6880-4E1D-628F4589773F}"/>
              </a:ext>
            </a:extLst>
          </p:cNvPr>
          <p:cNvSpPr/>
          <p:nvPr/>
        </p:nvSpPr>
        <p:spPr>
          <a:xfrm>
            <a:off x="6404092" y="4607513"/>
            <a:ext cx="599631" cy="409885"/>
          </a:xfrm>
          <a:custGeom>
            <a:avLst/>
            <a:gdLst>
              <a:gd name="connsiteX0" fmla="*/ 13377 w 599631"/>
              <a:gd name="connsiteY0" fmla="*/ 402637 h 409885"/>
              <a:gd name="connsiteX1" fmla="*/ 10996 w 599631"/>
              <a:gd name="connsiteY1" fmla="*/ 328818 h 409885"/>
              <a:gd name="connsiteX2" fmla="*/ 130058 w 599631"/>
              <a:gd name="connsiteY2" fmla="*/ 195468 h 409885"/>
              <a:gd name="connsiteX3" fmla="*/ 194352 w 599631"/>
              <a:gd name="connsiteY3" fmla="*/ 93075 h 409885"/>
              <a:gd name="connsiteX4" fmla="*/ 222927 w 599631"/>
              <a:gd name="connsiteY4" fmla="*/ 33543 h 409885"/>
              <a:gd name="connsiteX5" fmla="*/ 237214 w 599631"/>
              <a:gd name="connsiteY5" fmla="*/ 206 h 409885"/>
              <a:gd name="connsiteX6" fmla="*/ 265789 w 599631"/>
              <a:gd name="connsiteY6" fmla="*/ 21637 h 409885"/>
              <a:gd name="connsiteX7" fmla="*/ 291983 w 599631"/>
              <a:gd name="connsiteY7" fmla="*/ 64500 h 409885"/>
              <a:gd name="connsiteX8" fmla="*/ 327702 w 599631"/>
              <a:gd name="connsiteY8" fmla="*/ 116887 h 409885"/>
              <a:gd name="connsiteX9" fmla="*/ 341989 w 599631"/>
              <a:gd name="connsiteY9" fmla="*/ 124031 h 409885"/>
              <a:gd name="connsiteX10" fmla="*/ 365802 w 599631"/>
              <a:gd name="connsiteY10" fmla="*/ 104981 h 409885"/>
              <a:gd name="connsiteX11" fmla="*/ 377708 w 599631"/>
              <a:gd name="connsiteY11" fmla="*/ 59737 h 409885"/>
              <a:gd name="connsiteX12" fmla="*/ 391996 w 599631"/>
              <a:gd name="connsiteY12" fmla="*/ 40687 h 409885"/>
              <a:gd name="connsiteX13" fmla="*/ 422952 w 599631"/>
              <a:gd name="connsiteY13" fmla="*/ 31162 h 409885"/>
              <a:gd name="connsiteX14" fmla="*/ 458671 w 599631"/>
              <a:gd name="connsiteY14" fmla="*/ 33543 h 409885"/>
              <a:gd name="connsiteX15" fmla="*/ 482483 w 599631"/>
              <a:gd name="connsiteY15" fmla="*/ 33543 h 409885"/>
              <a:gd name="connsiteX16" fmla="*/ 508677 w 599631"/>
              <a:gd name="connsiteY16" fmla="*/ 43068 h 409885"/>
              <a:gd name="connsiteX17" fmla="*/ 522964 w 599631"/>
              <a:gd name="connsiteY17" fmla="*/ 102600 h 409885"/>
              <a:gd name="connsiteX18" fmla="*/ 561064 w 599631"/>
              <a:gd name="connsiteY18" fmla="*/ 126412 h 409885"/>
              <a:gd name="connsiteX19" fmla="*/ 589639 w 599631"/>
              <a:gd name="connsiteY19" fmla="*/ 171656 h 409885"/>
              <a:gd name="connsiteX20" fmla="*/ 599164 w 599631"/>
              <a:gd name="connsiteY20" fmla="*/ 216900 h 409885"/>
              <a:gd name="connsiteX21" fmla="*/ 596783 w 599631"/>
              <a:gd name="connsiteY21" fmla="*/ 250237 h 409885"/>
              <a:gd name="connsiteX22" fmla="*/ 584877 w 599631"/>
              <a:gd name="connsiteY22" fmla="*/ 278812 h 409885"/>
              <a:gd name="connsiteX23" fmla="*/ 553921 w 599631"/>
              <a:gd name="connsiteY23" fmla="*/ 295481 h 409885"/>
              <a:gd name="connsiteX24" fmla="*/ 537252 w 599631"/>
              <a:gd name="connsiteY24" fmla="*/ 326437 h 409885"/>
              <a:gd name="connsiteX25" fmla="*/ 530108 w 599631"/>
              <a:gd name="connsiteY25" fmla="*/ 343106 h 409885"/>
              <a:gd name="connsiteX26" fmla="*/ 522964 w 599631"/>
              <a:gd name="connsiteY26" fmla="*/ 359775 h 409885"/>
              <a:gd name="connsiteX27" fmla="*/ 501533 w 599631"/>
              <a:gd name="connsiteY27" fmla="*/ 362156 h 409885"/>
              <a:gd name="connsiteX28" fmla="*/ 475339 w 599631"/>
              <a:gd name="connsiteY28" fmla="*/ 345487 h 409885"/>
              <a:gd name="connsiteX29" fmla="*/ 463433 w 599631"/>
              <a:gd name="connsiteY29" fmla="*/ 285956 h 409885"/>
              <a:gd name="connsiteX30" fmla="*/ 463433 w 599631"/>
              <a:gd name="connsiteY30" fmla="*/ 245475 h 409885"/>
              <a:gd name="connsiteX31" fmla="*/ 470577 w 599631"/>
              <a:gd name="connsiteY31" fmla="*/ 207375 h 409885"/>
              <a:gd name="connsiteX32" fmla="*/ 468196 w 599631"/>
              <a:gd name="connsiteY32" fmla="*/ 171656 h 409885"/>
              <a:gd name="connsiteX33" fmla="*/ 437239 w 599631"/>
              <a:gd name="connsiteY33" fmla="*/ 164512 h 409885"/>
              <a:gd name="connsiteX34" fmla="*/ 389614 w 599631"/>
              <a:gd name="connsiteY34" fmla="*/ 188325 h 409885"/>
              <a:gd name="connsiteX35" fmla="*/ 353896 w 599631"/>
              <a:gd name="connsiteY35" fmla="*/ 219281 h 409885"/>
              <a:gd name="connsiteX36" fmla="*/ 341989 w 599631"/>
              <a:gd name="connsiteY36" fmla="*/ 235950 h 409885"/>
              <a:gd name="connsiteX37" fmla="*/ 341989 w 599631"/>
              <a:gd name="connsiteY37" fmla="*/ 266906 h 409885"/>
              <a:gd name="connsiteX38" fmla="*/ 337227 w 599631"/>
              <a:gd name="connsiteY38" fmla="*/ 300243 h 409885"/>
              <a:gd name="connsiteX39" fmla="*/ 313414 w 599631"/>
              <a:gd name="connsiteY39" fmla="*/ 321675 h 409885"/>
              <a:gd name="connsiteX40" fmla="*/ 296746 w 599631"/>
              <a:gd name="connsiteY40" fmla="*/ 343106 h 409885"/>
              <a:gd name="connsiteX41" fmla="*/ 291983 w 599631"/>
              <a:gd name="connsiteY41" fmla="*/ 376443 h 409885"/>
              <a:gd name="connsiteX42" fmla="*/ 284839 w 599631"/>
              <a:gd name="connsiteY42" fmla="*/ 400256 h 409885"/>
              <a:gd name="connsiteX43" fmla="*/ 237214 w 599631"/>
              <a:gd name="connsiteY43" fmla="*/ 407400 h 409885"/>
              <a:gd name="connsiteX44" fmla="*/ 151489 w 599631"/>
              <a:gd name="connsiteY44" fmla="*/ 409781 h 409885"/>
              <a:gd name="connsiteX45" fmla="*/ 82433 w 599631"/>
              <a:gd name="connsiteY45" fmla="*/ 407400 h 409885"/>
              <a:gd name="connsiteX46" fmla="*/ 13377 w 599631"/>
              <a:gd name="connsiteY46" fmla="*/ 402637 h 4098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</a:cxnLst>
            <a:rect l="l" t="t" r="r" b="b"/>
            <a:pathLst>
              <a:path w="599631" h="409885">
                <a:moveTo>
                  <a:pt x="13377" y="402637"/>
                </a:moveTo>
                <a:cubicBezTo>
                  <a:pt x="1471" y="389540"/>
                  <a:pt x="-8451" y="363346"/>
                  <a:pt x="10996" y="328818"/>
                </a:cubicBezTo>
                <a:cubicBezTo>
                  <a:pt x="30443" y="294290"/>
                  <a:pt x="99499" y="234758"/>
                  <a:pt x="130058" y="195468"/>
                </a:cubicBezTo>
                <a:cubicBezTo>
                  <a:pt x="160617" y="156178"/>
                  <a:pt x="178874" y="120062"/>
                  <a:pt x="194352" y="93075"/>
                </a:cubicBezTo>
                <a:cubicBezTo>
                  <a:pt x="209830" y="66088"/>
                  <a:pt x="215783" y="49021"/>
                  <a:pt x="222927" y="33543"/>
                </a:cubicBezTo>
                <a:cubicBezTo>
                  <a:pt x="230071" y="18065"/>
                  <a:pt x="230070" y="2190"/>
                  <a:pt x="237214" y="206"/>
                </a:cubicBezTo>
                <a:cubicBezTo>
                  <a:pt x="244358" y="-1778"/>
                  <a:pt x="256661" y="10921"/>
                  <a:pt x="265789" y="21637"/>
                </a:cubicBezTo>
                <a:cubicBezTo>
                  <a:pt x="274917" y="32353"/>
                  <a:pt x="281664" y="48625"/>
                  <a:pt x="291983" y="64500"/>
                </a:cubicBezTo>
                <a:cubicBezTo>
                  <a:pt x="302302" y="80375"/>
                  <a:pt x="319368" y="106965"/>
                  <a:pt x="327702" y="116887"/>
                </a:cubicBezTo>
                <a:cubicBezTo>
                  <a:pt x="336036" y="126809"/>
                  <a:pt x="335639" y="126015"/>
                  <a:pt x="341989" y="124031"/>
                </a:cubicBezTo>
                <a:cubicBezTo>
                  <a:pt x="348339" y="122047"/>
                  <a:pt x="359849" y="115697"/>
                  <a:pt x="365802" y="104981"/>
                </a:cubicBezTo>
                <a:cubicBezTo>
                  <a:pt x="371755" y="94265"/>
                  <a:pt x="373342" y="70453"/>
                  <a:pt x="377708" y="59737"/>
                </a:cubicBezTo>
                <a:cubicBezTo>
                  <a:pt x="382074" y="49021"/>
                  <a:pt x="384455" y="45449"/>
                  <a:pt x="391996" y="40687"/>
                </a:cubicBezTo>
                <a:cubicBezTo>
                  <a:pt x="399537" y="35925"/>
                  <a:pt x="411840" y="32353"/>
                  <a:pt x="422952" y="31162"/>
                </a:cubicBezTo>
                <a:cubicBezTo>
                  <a:pt x="434065" y="29971"/>
                  <a:pt x="448749" y="33146"/>
                  <a:pt x="458671" y="33543"/>
                </a:cubicBezTo>
                <a:cubicBezTo>
                  <a:pt x="468593" y="33940"/>
                  <a:pt x="474149" y="31956"/>
                  <a:pt x="482483" y="33543"/>
                </a:cubicBezTo>
                <a:cubicBezTo>
                  <a:pt x="490817" y="35130"/>
                  <a:pt x="501930" y="31559"/>
                  <a:pt x="508677" y="43068"/>
                </a:cubicBezTo>
                <a:cubicBezTo>
                  <a:pt x="515424" y="54577"/>
                  <a:pt x="514233" y="88709"/>
                  <a:pt x="522964" y="102600"/>
                </a:cubicBezTo>
                <a:cubicBezTo>
                  <a:pt x="531695" y="116491"/>
                  <a:pt x="549952" y="114903"/>
                  <a:pt x="561064" y="126412"/>
                </a:cubicBezTo>
                <a:cubicBezTo>
                  <a:pt x="572176" y="137921"/>
                  <a:pt x="583289" y="156575"/>
                  <a:pt x="589639" y="171656"/>
                </a:cubicBezTo>
                <a:cubicBezTo>
                  <a:pt x="595989" y="186737"/>
                  <a:pt x="597973" y="203803"/>
                  <a:pt x="599164" y="216900"/>
                </a:cubicBezTo>
                <a:cubicBezTo>
                  <a:pt x="600355" y="229997"/>
                  <a:pt x="599164" y="239918"/>
                  <a:pt x="596783" y="250237"/>
                </a:cubicBezTo>
                <a:cubicBezTo>
                  <a:pt x="594402" y="260556"/>
                  <a:pt x="592021" y="271271"/>
                  <a:pt x="584877" y="278812"/>
                </a:cubicBezTo>
                <a:cubicBezTo>
                  <a:pt x="577733" y="286353"/>
                  <a:pt x="561858" y="287544"/>
                  <a:pt x="553921" y="295481"/>
                </a:cubicBezTo>
                <a:cubicBezTo>
                  <a:pt x="545984" y="303418"/>
                  <a:pt x="541221" y="318499"/>
                  <a:pt x="537252" y="326437"/>
                </a:cubicBezTo>
                <a:cubicBezTo>
                  <a:pt x="533283" y="334374"/>
                  <a:pt x="532489" y="337550"/>
                  <a:pt x="530108" y="343106"/>
                </a:cubicBezTo>
                <a:cubicBezTo>
                  <a:pt x="527727" y="348662"/>
                  <a:pt x="527726" y="356600"/>
                  <a:pt x="522964" y="359775"/>
                </a:cubicBezTo>
                <a:cubicBezTo>
                  <a:pt x="518202" y="362950"/>
                  <a:pt x="509470" y="364537"/>
                  <a:pt x="501533" y="362156"/>
                </a:cubicBezTo>
                <a:cubicBezTo>
                  <a:pt x="493596" y="359775"/>
                  <a:pt x="481689" y="358187"/>
                  <a:pt x="475339" y="345487"/>
                </a:cubicBezTo>
                <a:cubicBezTo>
                  <a:pt x="468989" y="332787"/>
                  <a:pt x="465417" y="302625"/>
                  <a:pt x="463433" y="285956"/>
                </a:cubicBezTo>
                <a:cubicBezTo>
                  <a:pt x="461449" y="269287"/>
                  <a:pt x="462242" y="258572"/>
                  <a:pt x="463433" y="245475"/>
                </a:cubicBezTo>
                <a:cubicBezTo>
                  <a:pt x="464624" y="232378"/>
                  <a:pt x="469783" y="219678"/>
                  <a:pt x="470577" y="207375"/>
                </a:cubicBezTo>
                <a:cubicBezTo>
                  <a:pt x="471371" y="195072"/>
                  <a:pt x="473752" y="178800"/>
                  <a:pt x="468196" y="171656"/>
                </a:cubicBezTo>
                <a:cubicBezTo>
                  <a:pt x="462640" y="164512"/>
                  <a:pt x="450336" y="161734"/>
                  <a:pt x="437239" y="164512"/>
                </a:cubicBezTo>
                <a:cubicBezTo>
                  <a:pt x="424142" y="167290"/>
                  <a:pt x="403504" y="179197"/>
                  <a:pt x="389614" y="188325"/>
                </a:cubicBezTo>
                <a:cubicBezTo>
                  <a:pt x="375724" y="197453"/>
                  <a:pt x="361833" y="211344"/>
                  <a:pt x="353896" y="219281"/>
                </a:cubicBezTo>
                <a:cubicBezTo>
                  <a:pt x="345959" y="227218"/>
                  <a:pt x="343974" y="228012"/>
                  <a:pt x="341989" y="235950"/>
                </a:cubicBezTo>
                <a:cubicBezTo>
                  <a:pt x="340005" y="243887"/>
                  <a:pt x="342783" y="256191"/>
                  <a:pt x="341989" y="266906"/>
                </a:cubicBezTo>
                <a:cubicBezTo>
                  <a:pt x="341195" y="277621"/>
                  <a:pt x="341989" y="291115"/>
                  <a:pt x="337227" y="300243"/>
                </a:cubicBezTo>
                <a:cubicBezTo>
                  <a:pt x="332465" y="309371"/>
                  <a:pt x="320161" y="314531"/>
                  <a:pt x="313414" y="321675"/>
                </a:cubicBezTo>
                <a:cubicBezTo>
                  <a:pt x="306667" y="328819"/>
                  <a:pt x="300318" y="333978"/>
                  <a:pt x="296746" y="343106"/>
                </a:cubicBezTo>
                <a:cubicBezTo>
                  <a:pt x="293174" y="352234"/>
                  <a:pt x="293968" y="366918"/>
                  <a:pt x="291983" y="376443"/>
                </a:cubicBezTo>
                <a:cubicBezTo>
                  <a:pt x="289999" y="385968"/>
                  <a:pt x="293967" y="395096"/>
                  <a:pt x="284839" y="400256"/>
                </a:cubicBezTo>
                <a:cubicBezTo>
                  <a:pt x="275711" y="405416"/>
                  <a:pt x="259439" y="405813"/>
                  <a:pt x="237214" y="407400"/>
                </a:cubicBezTo>
                <a:cubicBezTo>
                  <a:pt x="214989" y="408987"/>
                  <a:pt x="177286" y="409781"/>
                  <a:pt x="151489" y="409781"/>
                </a:cubicBezTo>
                <a:cubicBezTo>
                  <a:pt x="125692" y="409781"/>
                  <a:pt x="100292" y="407797"/>
                  <a:pt x="82433" y="407400"/>
                </a:cubicBezTo>
                <a:cubicBezTo>
                  <a:pt x="64574" y="407003"/>
                  <a:pt x="25283" y="415734"/>
                  <a:pt x="13377" y="402637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p:sp>
        <p:nvSpPr>
          <p:cNvPr id="129" name="21 gifu">
            <a:extLst>
              <a:ext uri="{FF2B5EF4-FFF2-40B4-BE49-F238E27FC236}">
                <a16:creationId xmlns:a16="http://schemas.microsoft.com/office/drawing/2014/main" id="{A872E74A-E31D-4B38-E2CC-DAD0E120FBF4}"/>
              </a:ext>
            </a:extLst>
          </p:cNvPr>
          <p:cNvSpPr/>
          <p:nvPr/>
        </p:nvSpPr>
        <p:spPr>
          <a:xfrm>
            <a:off x="5955501" y="4281277"/>
            <a:ext cx="471543" cy="553099"/>
          </a:xfrm>
          <a:custGeom>
            <a:avLst/>
            <a:gdLst>
              <a:gd name="connsiteX0" fmla="*/ 180980 w 471543"/>
              <a:gd name="connsiteY0" fmla="*/ 26404 h 553099"/>
              <a:gd name="connsiteX1" fmla="*/ 228605 w 471543"/>
              <a:gd name="connsiteY1" fmla="*/ 47836 h 553099"/>
              <a:gd name="connsiteX2" fmla="*/ 252418 w 471543"/>
              <a:gd name="connsiteY2" fmla="*/ 28786 h 553099"/>
              <a:gd name="connsiteX3" fmla="*/ 290518 w 471543"/>
              <a:gd name="connsiteY3" fmla="*/ 7354 h 553099"/>
              <a:gd name="connsiteX4" fmla="*/ 347668 w 471543"/>
              <a:gd name="connsiteY4" fmla="*/ 211 h 553099"/>
              <a:gd name="connsiteX5" fmla="*/ 404818 w 471543"/>
              <a:gd name="connsiteY5" fmla="*/ 2592 h 553099"/>
              <a:gd name="connsiteX6" fmla="*/ 423868 w 471543"/>
              <a:gd name="connsiteY6" fmla="*/ 9736 h 553099"/>
              <a:gd name="connsiteX7" fmla="*/ 411962 w 471543"/>
              <a:gd name="connsiteY7" fmla="*/ 50217 h 553099"/>
              <a:gd name="connsiteX8" fmla="*/ 438155 w 471543"/>
              <a:gd name="connsiteY8" fmla="*/ 97842 h 553099"/>
              <a:gd name="connsiteX9" fmla="*/ 435774 w 471543"/>
              <a:gd name="connsiteY9" fmla="*/ 135942 h 553099"/>
              <a:gd name="connsiteX10" fmla="*/ 419105 w 471543"/>
              <a:gd name="connsiteY10" fmla="*/ 178804 h 553099"/>
              <a:gd name="connsiteX11" fmla="*/ 392912 w 471543"/>
              <a:gd name="connsiteY11" fmla="*/ 214523 h 553099"/>
              <a:gd name="connsiteX12" fmla="*/ 378624 w 471543"/>
              <a:gd name="connsiteY12" fmla="*/ 247861 h 553099"/>
              <a:gd name="connsiteX13" fmla="*/ 411962 w 471543"/>
              <a:gd name="connsiteY13" fmla="*/ 297867 h 553099"/>
              <a:gd name="connsiteX14" fmla="*/ 452443 w 471543"/>
              <a:gd name="connsiteY14" fmla="*/ 338348 h 553099"/>
              <a:gd name="connsiteX15" fmla="*/ 466730 w 471543"/>
              <a:gd name="connsiteY15" fmla="*/ 357398 h 553099"/>
              <a:gd name="connsiteX16" fmla="*/ 471493 w 471543"/>
              <a:gd name="connsiteY16" fmla="*/ 381211 h 553099"/>
              <a:gd name="connsiteX17" fmla="*/ 464349 w 471543"/>
              <a:gd name="connsiteY17" fmla="*/ 419311 h 553099"/>
              <a:gd name="connsiteX18" fmla="*/ 457205 w 471543"/>
              <a:gd name="connsiteY18" fmla="*/ 469317 h 553099"/>
              <a:gd name="connsiteX19" fmla="*/ 450062 w 471543"/>
              <a:gd name="connsiteY19" fmla="*/ 493129 h 553099"/>
              <a:gd name="connsiteX20" fmla="*/ 409580 w 471543"/>
              <a:gd name="connsiteY20" fmla="*/ 497892 h 553099"/>
              <a:gd name="connsiteX21" fmla="*/ 350049 w 471543"/>
              <a:gd name="connsiteY21" fmla="*/ 485986 h 553099"/>
              <a:gd name="connsiteX22" fmla="*/ 309568 w 471543"/>
              <a:gd name="connsiteY22" fmla="*/ 464554 h 553099"/>
              <a:gd name="connsiteX23" fmla="*/ 259562 w 471543"/>
              <a:gd name="connsiteY23" fmla="*/ 457411 h 553099"/>
              <a:gd name="connsiteX24" fmla="*/ 223843 w 471543"/>
              <a:gd name="connsiteY24" fmla="*/ 459792 h 553099"/>
              <a:gd name="connsiteX25" fmla="*/ 192887 w 471543"/>
              <a:gd name="connsiteY25" fmla="*/ 474079 h 553099"/>
              <a:gd name="connsiteX26" fmla="*/ 176218 w 471543"/>
              <a:gd name="connsiteY26" fmla="*/ 497892 h 553099"/>
              <a:gd name="connsiteX27" fmla="*/ 161930 w 471543"/>
              <a:gd name="connsiteY27" fmla="*/ 528848 h 553099"/>
              <a:gd name="connsiteX28" fmla="*/ 147643 w 471543"/>
              <a:gd name="connsiteY28" fmla="*/ 545517 h 553099"/>
              <a:gd name="connsiteX29" fmla="*/ 130974 w 471543"/>
              <a:gd name="connsiteY29" fmla="*/ 552661 h 553099"/>
              <a:gd name="connsiteX30" fmla="*/ 90493 w 471543"/>
              <a:gd name="connsiteY30" fmla="*/ 533611 h 553099"/>
              <a:gd name="connsiteX31" fmla="*/ 73824 w 471543"/>
              <a:gd name="connsiteY31" fmla="*/ 507417 h 553099"/>
              <a:gd name="connsiteX32" fmla="*/ 50012 w 471543"/>
              <a:gd name="connsiteY32" fmla="*/ 457411 h 553099"/>
              <a:gd name="connsiteX33" fmla="*/ 35724 w 471543"/>
              <a:gd name="connsiteY33" fmla="*/ 424073 h 553099"/>
              <a:gd name="connsiteX34" fmla="*/ 21437 w 471543"/>
              <a:gd name="connsiteY34" fmla="*/ 383592 h 553099"/>
              <a:gd name="connsiteX35" fmla="*/ 2387 w 471543"/>
              <a:gd name="connsiteY35" fmla="*/ 347873 h 553099"/>
              <a:gd name="connsiteX36" fmla="*/ 4768 w 471543"/>
              <a:gd name="connsiteY36" fmla="*/ 321679 h 553099"/>
              <a:gd name="connsiteX37" fmla="*/ 42868 w 471543"/>
              <a:gd name="connsiteY37" fmla="*/ 302629 h 553099"/>
              <a:gd name="connsiteX38" fmla="*/ 95255 w 471543"/>
              <a:gd name="connsiteY38" fmla="*/ 295486 h 553099"/>
              <a:gd name="connsiteX39" fmla="*/ 133355 w 471543"/>
              <a:gd name="connsiteY39" fmla="*/ 290723 h 553099"/>
              <a:gd name="connsiteX40" fmla="*/ 154787 w 471543"/>
              <a:gd name="connsiteY40" fmla="*/ 259767 h 553099"/>
              <a:gd name="connsiteX41" fmla="*/ 152405 w 471543"/>
              <a:gd name="connsiteY41" fmla="*/ 228811 h 553099"/>
              <a:gd name="connsiteX42" fmla="*/ 133355 w 471543"/>
              <a:gd name="connsiteY42" fmla="*/ 204998 h 553099"/>
              <a:gd name="connsiteX43" fmla="*/ 128593 w 471543"/>
              <a:gd name="connsiteY43" fmla="*/ 169279 h 553099"/>
              <a:gd name="connsiteX44" fmla="*/ 133355 w 471543"/>
              <a:gd name="connsiteY44" fmla="*/ 138323 h 553099"/>
              <a:gd name="connsiteX45" fmla="*/ 150024 w 471543"/>
              <a:gd name="connsiteY45" fmla="*/ 104986 h 553099"/>
              <a:gd name="connsiteX46" fmla="*/ 180980 w 471543"/>
              <a:gd name="connsiteY46" fmla="*/ 26404 h 5530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</a:cxnLst>
            <a:rect l="l" t="t" r="r" b="b"/>
            <a:pathLst>
              <a:path w="471543" h="553099">
                <a:moveTo>
                  <a:pt x="180980" y="26404"/>
                </a:moveTo>
                <a:cubicBezTo>
                  <a:pt x="194077" y="16879"/>
                  <a:pt x="216699" y="47439"/>
                  <a:pt x="228605" y="47836"/>
                </a:cubicBezTo>
                <a:cubicBezTo>
                  <a:pt x="240511" y="48233"/>
                  <a:pt x="242099" y="35533"/>
                  <a:pt x="252418" y="28786"/>
                </a:cubicBezTo>
                <a:cubicBezTo>
                  <a:pt x="262737" y="22039"/>
                  <a:pt x="274643" y="12116"/>
                  <a:pt x="290518" y="7354"/>
                </a:cubicBezTo>
                <a:cubicBezTo>
                  <a:pt x="306393" y="2592"/>
                  <a:pt x="328618" y="1005"/>
                  <a:pt x="347668" y="211"/>
                </a:cubicBezTo>
                <a:cubicBezTo>
                  <a:pt x="366718" y="-583"/>
                  <a:pt x="392118" y="1005"/>
                  <a:pt x="404818" y="2592"/>
                </a:cubicBezTo>
                <a:cubicBezTo>
                  <a:pt x="417518" y="4179"/>
                  <a:pt x="422677" y="1798"/>
                  <a:pt x="423868" y="9736"/>
                </a:cubicBezTo>
                <a:cubicBezTo>
                  <a:pt x="425059" y="17674"/>
                  <a:pt x="409581" y="35533"/>
                  <a:pt x="411962" y="50217"/>
                </a:cubicBezTo>
                <a:cubicBezTo>
                  <a:pt x="414343" y="64901"/>
                  <a:pt x="434186" y="83555"/>
                  <a:pt x="438155" y="97842"/>
                </a:cubicBezTo>
                <a:cubicBezTo>
                  <a:pt x="442124" y="112129"/>
                  <a:pt x="438949" y="122448"/>
                  <a:pt x="435774" y="135942"/>
                </a:cubicBezTo>
                <a:cubicBezTo>
                  <a:pt x="432599" y="149436"/>
                  <a:pt x="426249" y="165707"/>
                  <a:pt x="419105" y="178804"/>
                </a:cubicBezTo>
                <a:cubicBezTo>
                  <a:pt x="411961" y="191901"/>
                  <a:pt x="399659" y="203014"/>
                  <a:pt x="392912" y="214523"/>
                </a:cubicBezTo>
                <a:cubicBezTo>
                  <a:pt x="386165" y="226032"/>
                  <a:pt x="375449" y="233970"/>
                  <a:pt x="378624" y="247861"/>
                </a:cubicBezTo>
                <a:cubicBezTo>
                  <a:pt x="381799" y="261752"/>
                  <a:pt x="399659" y="282786"/>
                  <a:pt x="411962" y="297867"/>
                </a:cubicBezTo>
                <a:cubicBezTo>
                  <a:pt x="424265" y="312948"/>
                  <a:pt x="443315" y="328426"/>
                  <a:pt x="452443" y="338348"/>
                </a:cubicBezTo>
                <a:cubicBezTo>
                  <a:pt x="461571" y="348270"/>
                  <a:pt x="463555" y="350254"/>
                  <a:pt x="466730" y="357398"/>
                </a:cubicBezTo>
                <a:cubicBezTo>
                  <a:pt x="469905" y="364542"/>
                  <a:pt x="471890" y="370892"/>
                  <a:pt x="471493" y="381211"/>
                </a:cubicBezTo>
                <a:cubicBezTo>
                  <a:pt x="471096" y="391530"/>
                  <a:pt x="466730" y="404627"/>
                  <a:pt x="464349" y="419311"/>
                </a:cubicBezTo>
                <a:cubicBezTo>
                  <a:pt x="461968" y="433995"/>
                  <a:pt x="459586" y="457014"/>
                  <a:pt x="457205" y="469317"/>
                </a:cubicBezTo>
                <a:cubicBezTo>
                  <a:pt x="454824" y="481620"/>
                  <a:pt x="458000" y="488367"/>
                  <a:pt x="450062" y="493129"/>
                </a:cubicBezTo>
                <a:cubicBezTo>
                  <a:pt x="442125" y="497892"/>
                  <a:pt x="426249" y="499082"/>
                  <a:pt x="409580" y="497892"/>
                </a:cubicBezTo>
                <a:cubicBezTo>
                  <a:pt x="392911" y="496702"/>
                  <a:pt x="366718" y="491542"/>
                  <a:pt x="350049" y="485986"/>
                </a:cubicBezTo>
                <a:cubicBezTo>
                  <a:pt x="333380" y="480430"/>
                  <a:pt x="324649" y="469316"/>
                  <a:pt x="309568" y="464554"/>
                </a:cubicBezTo>
                <a:cubicBezTo>
                  <a:pt x="294487" y="459792"/>
                  <a:pt x="273849" y="458205"/>
                  <a:pt x="259562" y="457411"/>
                </a:cubicBezTo>
                <a:cubicBezTo>
                  <a:pt x="245275" y="456617"/>
                  <a:pt x="234956" y="457014"/>
                  <a:pt x="223843" y="459792"/>
                </a:cubicBezTo>
                <a:cubicBezTo>
                  <a:pt x="212731" y="462570"/>
                  <a:pt x="200824" y="467729"/>
                  <a:pt x="192887" y="474079"/>
                </a:cubicBezTo>
                <a:cubicBezTo>
                  <a:pt x="184950" y="480429"/>
                  <a:pt x="181378" y="488764"/>
                  <a:pt x="176218" y="497892"/>
                </a:cubicBezTo>
                <a:cubicBezTo>
                  <a:pt x="171058" y="507020"/>
                  <a:pt x="166692" y="520911"/>
                  <a:pt x="161930" y="528848"/>
                </a:cubicBezTo>
                <a:cubicBezTo>
                  <a:pt x="157167" y="536786"/>
                  <a:pt x="147643" y="545517"/>
                  <a:pt x="147643" y="545517"/>
                </a:cubicBezTo>
                <a:cubicBezTo>
                  <a:pt x="142484" y="549486"/>
                  <a:pt x="140499" y="554645"/>
                  <a:pt x="130974" y="552661"/>
                </a:cubicBezTo>
                <a:cubicBezTo>
                  <a:pt x="121449" y="550677"/>
                  <a:pt x="100018" y="541152"/>
                  <a:pt x="90493" y="533611"/>
                </a:cubicBezTo>
                <a:cubicBezTo>
                  <a:pt x="80968" y="526070"/>
                  <a:pt x="80571" y="520117"/>
                  <a:pt x="73824" y="507417"/>
                </a:cubicBezTo>
                <a:cubicBezTo>
                  <a:pt x="67077" y="494717"/>
                  <a:pt x="56362" y="471302"/>
                  <a:pt x="50012" y="457411"/>
                </a:cubicBezTo>
                <a:cubicBezTo>
                  <a:pt x="43662" y="443520"/>
                  <a:pt x="40486" y="436376"/>
                  <a:pt x="35724" y="424073"/>
                </a:cubicBezTo>
                <a:cubicBezTo>
                  <a:pt x="30962" y="411770"/>
                  <a:pt x="26993" y="396292"/>
                  <a:pt x="21437" y="383592"/>
                </a:cubicBezTo>
                <a:cubicBezTo>
                  <a:pt x="15881" y="370892"/>
                  <a:pt x="5165" y="358192"/>
                  <a:pt x="2387" y="347873"/>
                </a:cubicBezTo>
                <a:cubicBezTo>
                  <a:pt x="-391" y="337554"/>
                  <a:pt x="-1979" y="329220"/>
                  <a:pt x="4768" y="321679"/>
                </a:cubicBezTo>
                <a:cubicBezTo>
                  <a:pt x="11515" y="314138"/>
                  <a:pt x="27787" y="306994"/>
                  <a:pt x="42868" y="302629"/>
                </a:cubicBezTo>
                <a:cubicBezTo>
                  <a:pt x="57949" y="298264"/>
                  <a:pt x="95255" y="295486"/>
                  <a:pt x="95255" y="295486"/>
                </a:cubicBezTo>
                <a:cubicBezTo>
                  <a:pt x="110336" y="293502"/>
                  <a:pt x="123433" y="296676"/>
                  <a:pt x="133355" y="290723"/>
                </a:cubicBezTo>
                <a:cubicBezTo>
                  <a:pt x="143277" y="284770"/>
                  <a:pt x="151612" y="270086"/>
                  <a:pt x="154787" y="259767"/>
                </a:cubicBezTo>
                <a:cubicBezTo>
                  <a:pt x="157962" y="249448"/>
                  <a:pt x="155977" y="237939"/>
                  <a:pt x="152405" y="228811"/>
                </a:cubicBezTo>
                <a:cubicBezTo>
                  <a:pt x="148833" y="219683"/>
                  <a:pt x="137324" y="214920"/>
                  <a:pt x="133355" y="204998"/>
                </a:cubicBezTo>
                <a:cubicBezTo>
                  <a:pt x="129386" y="195076"/>
                  <a:pt x="128593" y="180391"/>
                  <a:pt x="128593" y="169279"/>
                </a:cubicBezTo>
                <a:cubicBezTo>
                  <a:pt x="128593" y="158167"/>
                  <a:pt x="129783" y="149039"/>
                  <a:pt x="133355" y="138323"/>
                </a:cubicBezTo>
                <a:cubicBezTo>
                  <a:pt x="136927" y="127607"/>
                  <a:pt x="144864" y="116892"/>
                  <a:pt x="150024" y="104986"/>
                </a:cubicBezTo>
                <a:cubicBezTo>
                  <a:pt x="155183" y="93080"/>
                  <a:pt x="167883" y="35929"/>
                  <a:pt x="180980" y="26404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p:sp>
        <p:nvSpPr>
          <p:cNvPr id="71" name="20 nagano">
            <a:extLst>
              <a:ext uri="{FF2B5EF4-FFF2-40B4-BE49-F238E27FC236}">
                <a16:creationId xmlns:a16="http://schemas.microsoft.com/office/drawing/2014/main" id="{11ADFF52-04D5-520C-BAAF-B89CEF50A5F7}"/>
              </a:ext>
            </a:extLst>
          </p:cNvPr>
          <p:cNvSpPr/>
          <p:nvPr/>
        </p:nvSpPr>
        <p:spPr>
          <a:xfrm>
            <a:off x="6334546" y="3966323"/>
            <a:ext cx="456112" cy="829540"/>
          </a:xfrm>
          <a:custGeom>
            <a:avLst/>
            <a:gdLst>
              <a:gd name="connsiteX0" fmla="*/ 61492 w 456112"/>
              <a:gd name="connsiteY0" fmla="*/ 429465 h 829540"/>
              <a:gd name="connsiteX1" fmla="*/ 35298 w 456112"/>
              <a:gd name="connsiteY1" fmla="*/ 348502 h 829540"/>
              <a:gd name="connsiteX2" fmla="*/ 42442 w 456112"/>
              <a:gd name="connsiteY2" fmla="*/ 331833 h 829540"/>
              <a:gd name="connsiteX3" fmla="*/ 44823 w 456112"/>
              <a:gd name="connsiteY3" fmla="*/ 315165 h 829540"/>
              <a:gd name="connsiteX4" fmla="*/ 54348 w 456112"/>
              <a:gd name="connsiteY4" fmla="*/ 250871 h 829540"/>
              <a:gd name="connsiteX5" fmla="*/ 54348 w 456112"/>
              <a:gd name="connsiteY5" fmla="*/ 203246 h 829540"/>
              <a:gd name="connsiteX6" fmla="*/ 75779 w 456112"/>
              <a:gd name="connsiteY6" fmla="*/ 146096 h 829540"/>
              <a:gd name="connsiteX7" fmla="*/ 104354 w 456112"/>
              <a:gd name="connsiteY7" fmla="*/ 110377 h 829540"/>
              <a:gd name="connsiteX8" fmla="*/ 130548 w 456112"/>
              <a:gd name="connsiteY8" fmla="*/ 96090 h 829540"/>
              <a:gd name="connsiteX9" fmla="*/ 144835 w 456112"/>
              <a:gd name="connsiteY9" fmla="*/ 96090 h 829540"/>
              <a:gd name="connsiteX10" fmla="*/ 166267 w 456112"/>
              <a:gd name="connsiteY10" fmla="*/ 103233 h 829540"/>
              <a:gd name="connsiteX11" fmla="*/ 190079 w 456112"/>
              <a:gd name="connsiteY11" fmla="*/ 103233 h 829540"/>
              <a:gd name="connsiteX12" fmla="*/ 235323 w 456112"/>
              <a:gd name="connsiteY12" fmla="*/ 84183 h 829540"/>
              <a:gd name="connsiteX13" fmla="*/ 285329 w 456112"/>
              <a:gd name="connsiteY13" fmla="*/ 36558 h 829540"/>
              <a:gd name="connsiteX14" fmla="*/ 306760 w 456112"/>
              <a:gd name="connsiteY14" fmla="*/ 840 h 829540"/>
              <a:gd name="connsiteX15" fmla="*/ 344860 w 456112"/>
              <a:gd name="connsiteY15" fmla="*/ 12746 h 829540"/>
              <a:gd name="connsiteX16" fmla="*/ 371054 w 456112"/>
              <a:gd name="connsiteY16" fmla="*/ 29415 h 829540"/>
              <a:gd name="connsiteX17" fmla="*/ 392485 w 456112"/>
              <a:gd name="connsiteY17" fmla="*/ 69896 h 829540"/>
              <a:gd name="connsiteX18" fmla="*/ 409154 w 456112"/>
              <a:gd name="connsiteY18" fmla="*/ 103233 h 829540"/>
              <a:gd name="connsiteX19" fmla="*/ 411535 w 456112"/>
              <a:gd name="connsiteY19" fmla="*/ 110377 h 829540"/>
              <a:gd name="connsiteX20" fmla="*/ 368673 w 456112"/>
              <a:gd name="connsiteY20" fmla="*/ 138952 h 829540"/>
              <a:gd name="connsiteX21" fmla="*/ 321048 w 456112"/>
              <a:gd name="connsiteY21" fmla="*/ 196102 h 829540"/>
              <a:gd name="connsiteX22" fmla="*/ 321048 w 456112"/>
              <a:gd name="connsiteY22" fmla="*/ 231821 h 829540"/>
              <a:gd name="connsiteX23" fmla="*/ 361529 w 456112"/>
              <a:gd name="connsiteY23" fmla="*/ 269921 h 829540"/>
              <a:gd name="connsiteX24" fmla="*/ 394867 w 456112"/>
              <a:gd name="connsiteY24" fmla="*/ 288971 h 829540"/>
              <a:gd name="connsiteX25" fmla="*/ 409154 w 456112"/>
              <a:gd name="connsiteY25" fmla="*/ 324690 h 829540"/>
              <a:gd name="connsiteX26" fmla="*/ 413917 w 456112"/>
              <a:gd name="connsiteY26" fmla="*/ 393746 h 829540"/>
              <a:gd name="connsiteX27" fmla="*/ 447254 w 456112"/>
              <a:gd name="connsiteY27" fmla="*/ 429465 h 829540"/>
              <a:gd name="connsiteX28" fmla="*/ 454398 w 456112"/>
              <a:gd name="connsiteY28" fmla="*/ 446133 h 829540"/>
              <a:gd name="connsiteX29" fmla="*/ 454398 w 456112"/>
              <a:gd name="connsiteY29" fmla="*/ 462802 h 829540"/>
              <a:gd name="connsiteX30" fmla="*/ 435348 w 456112"/>
              <a:gd name="connsiteY30" fmla="*/ 491377 h 829540"/>
              <a:gd name="connsiteX31" fmla="*/ 380579 w 456112"/>
              <a:gd name="connsiteY31" fmla="*/ 496140 h 829540"/>
              <a:gd name="connsiteX32" fmla="*/ 325810 w 456112"/>
              <a:gd name="connsiteY32" fmla="*/ 500902 h 829540"/>
              <a:gd name="connsiteX33" fmla="*/ 313904 w 456112"/>
              <a:gd name="connsiteY33" fmla="*/ 517571 h 829540"/>
              <a:gd name="connsiteX34" fmla="*/ 316285 w 456112"/>
              <a:gd name="connsiteY34" fmla="*/ 558052 h 829540"/>
              <a:gd name="connsiteX35" fmla="*/ 318667 w 456112"/>
              <a:gd name="connsiteY35" fmla="*/ 603296 h 829540"/>
              <a:gd name="connsiteX36" fmla="*/ 306760 w 456112"/>
              <a:gd name="connsiteY36" fmla="*/ 639015 h 829540"/>
              <a:gd name="connsiteX37" fmla="*/ 280567 w 456112"/>
              <a:gd name="connsiteY37" fmla="*/ 681877 h 829540"/>
              <a:gd name="connsiteX38" fmla="*/ 259135 w 456112"/>
              <a:gd name="connsiteY38" fmla="*/ 724740 h 829540"/>
              <a:gd name="connsiteX39" fmla="*/ 232942 w 456112"/>
              <a:gd name="connsiteY39" fmla="*/ 774746 h 829540"/>
              <a:gd name="connsiteX40" fmla="*/ 216273 w 456112"/>
              <a:gd name="connsiteY40" fmla="*/ 819990 h 829540"/>
              <a:gd name="connsiteX41" fmla="*/ 199604 w 456112"/>
              <a:gd name="connsiteY41" fmla="*/ 829515 h 829540"/>
              <a:gd name="connsiteX42" fmla="*/ 121023 w 456112"/>
              <a:gd name="connsiteY42" fmla="*/ 822371 h 829540"/>
              <a:gd name="connsiteX43" fmla="*/ 82923 w 456112"/>
              <a:gd name="connsiteY43" fmla="*/ 810465 h 829540"/>
              <a:gd name="connsiteX44" fmla="*/ 75779 w 456112"/>
              <a:gd name="connsiteY44" fmla="*/ 789033 h 829540"/>
              <a:gd name="connsiteX45" fmla="*/ 82923 w 456112"/>
              <a:gd name="connsiteY45" fmla="*/ 741408 h 829540"/>
              <a:gd name="connsiteX46" fmla="*/ 92448 w 456112"/>
              <a:gd name="connsiteY46" fmla="*/ 698546 h 829540"/>
              <a:gd name="connsiteX47" fmla="*/ 90067 w 456112"/>
              <a:gd name="connsiteY47" fmla="*/ 669971 h 829540"/>
              <a:gd name="connsiteX48" fmla="*/ 59110 w 456112"/>
              <a:gd name="connsiteY48" fmla="*/ 636633 h 829540"/>
              <a:gd name="connsiteX49" fmla="*/ 13867 w 456112"/>
              <a:gd name="connsiteY49" fmla="*/ 581865 h 829540"/>
              <a:gd name="connsiteX50" fmla="*/ 4342 w 456112"/>
              <a:gd name="connsiteY50" fmla="*/ 558052 h 829540"/>
              <a:gd name="connsiteX51" fmla="*/ 1960 w 456112"/>
              <a:gd name="connsiteY51" fmla="*/ 534240 h 829540"/>
              <a:gd name="connsiteX52" fmla="*/ 32917 w 456112"/>
              <a:gd name="connsiteY52" fmla="*/ 503283 h 829540"/>
              <a:gd name="connsiteX53" fmla="*/ 61492 w 456112"/>
              <a:gd name="connsiteY53" fmla="*/ 429465 h 8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</a:cxnLst>
            <a:rect l="l" t="t" r="r" b="b"/>
            <a:pathLst>
              <a:path w="456112" h="829540">
                <a:moveTo>
                  <a:pt x="61492" y="429465"/>
                </a:moveTo>
                <a:cubicBezTo>
                  <a:pt x="61889" y="403668"/>
                  <a:pt x="38473" y="364774"/>
                  <a:pt x="35298" y="348502"/>
                </a:cubicBezTo>
                <a:cubicBezTo>
                  <a:pt x="32123" y="332230"/>
                  <a:pt x="40855" y="337389"/>
                  <a:pt x="42442" y="331833"/>
                </a:cubicBezTo>
                <a:cubicBezTo>
                  <a:pt x="44029" y="326277"/>
                  <a:pt x="42839" y="328659"/>
                  <a:pt x="44823" y="315165"/>
                </a:cubicBezTo>
                <a:cubicBezTo>
                  <a:pt x="46807" y="301671"/>
                  <a:pt x="52760" y="269524"/>
                  <a:pt x="54348" y="250871"/>
                </a:cubicBezTo>
                <a:cubicBezTo>
                  <a:pt x="55935" y="232218"/>
                  <a:pt x="50776" y="220708"/>
                  <a:pt x="54348" y="203246"/>
                </a:cubicBezTo>
                <a:cubicBezTo>
                  <a:pt x="57920" y="185783"/>
                  <a:pt x="67445" y="161574"/>
                  <a:pt x="75779" y="146096"/>
                </a:cubicBezTo>
                <a:cubicBezTo>
                  <a:pt x="84113" y="130618"/>
                  <a:pt x="95226" y="118711"/>
                  <a:pt x="104354" y="110377"/>
                </a:cubicBezTo>
                <a:cubicBezTo>
                  <a:pt x="113482" y="102043"/>
                  <a:pt x="123801" y="98471"/>
                  <a:pt x="130548" y="96090"/>
                </a:cubicBezTo>
                <a:cubicBezTo>
                  <a:pt x="137295" y="93709"/>
                  <a:pt x="138882" y="94899"/>
                  <a:pt x="144835" y="96090"/>
                </a:cubicBezTo>
                <a:cubicBezTo>
                  <a:pt x="150788" y="97280"/>
                  <a:pt x="158726" y="102042"/>
                  <a:pt x="166267" y="103233"/>
                </a:cubicBezTo>
                <a:cubicBezTo>
                  <a:pt x="173808" y="104423"/>
                  <a:pt x="178570" y="106408"/>
                  <a:pt x="190079" y="103233"/>
                </a:cubicBezTo>
                <a:cubicBezTo>
                  <a:pt x="201588" y="100058"/>
                  <a:pt x="219448" y="95295"/>
                  <a:pt x="235323" y="84183"/>
                </a:cubicBezTo>
                <a:cubicBezTo>
                  <a:pt x="251198" y="73070"/>
                  <a:pt x="273423" y="50448"/>
                  <a:pt x="285329" y="36558"/>
                </a:cubicBezTo>
                <a:cubicBezTo>
                  <a:pt x="297235" y="22667"/>
                  <a:pt x="296838" y="4809"/>
                  <a:pt x="306760" y="840"/>
                </a:cubicBezTo>
                <a:cubicBezTo>
                  <a:pt x="316682" y="-3129"/>
                  <a:pt x="334144" y="7984"/>
                  <a:pt x="344860" y="12746"/>
                </a:cubicBezTo>
                <a:cubicBezTo>
                  <a:pt x="355576" y="17508"/>
                  <a:pt x="363117" y="19890"/>
                  <a:pt x="371054" y="29415"/>
                </a:cubicBezTo>
                <a:cubicBezTo>
                  <a:pt x="378991" y="38940"/>
                  <a:pt x="386135" y="57593"/>
                  <a:pt x="392485" y="69896"/>
                </a:cubicBezTo>
                <a:cubicBezTo>
                  <a:pt x="398835" y="82199"/>
                  <a:pt x="409154" y="103233"/>
                  <a:pt x="409154" y="103233"/>
                </a:cubicBezTo>
                <a:cubicBezTo>
                  <a:pt x="412329" y="109980"/>
                  <a:pt x="418282" y="104424"/>
                  <a:pt x="411535" y="110377"/>
                </a:cubicBezTo>
                <a:cubicBezTo>
                  <a:pt x="404788" y="116330"/>
                  <a:pt x="383754" y="124664"/>
                  <a:pt x="368673" y="138952"/>
                </a:cubicBezTo>
                <a:cubicBezTo>
                  <a:pt x="353592" y="153239"/>
                  <a:pt x="328985" y="180624"/>
                  <a:pt x="321048" y="196102"/>
                </a:cubicBezTo>
                <a:cubicBezTo>
                  <a:pt x="313111" y="211580"/>
                  <a:pt x="314301" y="219518"/>
                  <a:pt x="321048" y="231821"/>
                </a:cubicBezTo>
                <a:cubicBezTo>
                  <a:pt x="327795" y="244124"/>
                  <a:pt x="349226" y="260396"/>
                  <a:pt x="361529" y="269921"/>
                </a:cubicBezTo>
                <a:cubicBezTo>
                  <a:pt x="373832" y="279446"/>
                  <a:pt x="386929" y="279843"/>
                  <a:pt x="394867" y="288971"/>
                </a:cubicBezTo>
                <a:cubicBezTo>
                  <a:pt x="402805" y="298099"/>
                  <a:pt x="405979" y="307227"/>
                  <a:pt x="409154" y="324690"/>
                </a:cubicBezTo>
                <a:cubicBezTo>
                  <a:pt x="412329" y="342152"/>
                  <a:pt x="407567" y="376284"/>
                  <a:pt x="413917" y="393746"/>
                </a:cubicBezTo>
                <a:cubicBezTo>
                  <a:pt x="420267" y="411208"/>
                  <a:pt x="440507" y="420734"/>
                  <a:pt x="447254" y="429465"/>
                </a:cubicBezTo>
                <a:cubicBezTo>
                  <a:pt x="454001" y="438196"/>
                  <a:pt x="453207" y="440577"/>
                  <a:pt x="454398" y="446133"/>
                </a:cubicBezTo>
                <a:cubicBezTo>
                  <a:pt x="455589" y="451689"/>
                  <a:pt x="457573" y="455261"/>
                  <a:pt x="454398" y="462802"/>
                </a:cubicBezTo>
                <a:cubicBezTo>
                  <a:pt x="451223" y="470343"/>
                  <a:pt x="447651" y="485821"/>
                  <a:pt x="435348" y="491377"/>
                </a:cubicBezTo>
                <a:cubicBezTo>
                  <a:pt x="423045" y="496933"/>
                  <a:pt x="380579" y="496140"/>
                  <a:pt x="380579" y="496140"/>
                </a:cubicBezTo>
                <a:cubicBezTo>
                  <a:pt x="362323" y="497728"/>
                  <a:pt x="336922" y="497330"/>
                  <a:pt x="325810" y="500902"/>
                </a:cubicBezTo>
                <a:cubicBezTo>
                  <a:pt x="314698" y="504474"/>
                  <a:pt x="315492" y="508046"/>
                  <a:pt x="313904" y="517571"/>
                </a:cubicBezTo>
                <a:cubicBezTo>
                  <a:pt x="312317" y="527096"/>
                  <a:pt x="315491" y="543765"/>
                  <a:pt x="316285" y="558052"/>
                </a:cubicBezTo>
                <a:cubicBezTo>
                  <a:pt x="317079" y="572339"/>
                  <a:pt x="320254" y="589802"/>
                  <a:pt x="318667" y="603296"/>
                </a:cubicBezTo>
                <a:cubicBezTo>
                  <a:pt x="317080" y="616790"/>
                  <a:pt x="313110" y="625918"/>
                  <a:pt x="306760" y="639015"/>
                </a:cubicBezTo>
                <a:cubicBezTo>
                  <a:pt x="300410" y="652112"/>
                  <a:pt x="288504" y="667590"/>
                  <a:pt x="280567" y="681877"/>
                </a:cubicBezTo>
                <a:cubicBezTo>
                  <a:pt x="272630" y="696164"/>
                  <a:pt x="267072" y="709262"/>
                  <a:pt x="259135" y="724740"/>
                </a:cubicBezTo>
                <a:cubicBezTo>
                  <a:pt x="251198" y="740218"/>
                  <a:pt x="240086" y="758871"/>
                  <a:pt x="232942" y="774746"/>
                </a:cubicBezTo>
                <a:cubicBezTo>
                  <a:pt x="225798" y="790621"/>
                  <a:pt x="221829" y="810862"/>
                  <a:pt x="216273" y="819990"/>
                </a:cubicBezTo>
                <a:cubicBezTo>
                  <a:pt x="210717" y="829118"/>
                  <a:pt x="215479" y="829118"/>
                  <a:pt x="199604" y="829515"/>
                </a:cubicBezTo>
                <a:cubicBezTo>
                  <a:pt x="183729" y="829912"/>
                  <a:pt x="140470" y="825546"/>
                  <a:pt x="121023" y="822371"/>
                </a:cubicBezTo>
                <a:cubicBezTo>
                  <a:pt x="101576" y="819196"/>
                  <a:pt x="90464" y="816021"/>
                  <a:pt x="82923" y="810465"/>
                </a:cubicBezTo>
                <a:cubicBezTo>
                  <a:pt x="75382" y="804909"/>
                  <a:pt x="75779" y="800542"/>
                  <a:pt x="75779" y="789033"/>
                </a:cubicBezTo>
                <a:cubicBezTo>
                  <a:pt x="75779" y="777524"/>
                  <a:pt x="80145" y="756489"/>
                  <a:pt x="82923" y="741408"/>
                </a:cubicBezTo>
                <a:cubicBezTo>
                  <a:pt x="85701" y="726327"/>
                  <a:pt x="91257" y="710452"/>
                  <a:pt x="92448" y="698546"/>
                </a:cubicBezTo>
                <a:cubicBezTo>
                  <a:pt x="93639" y="686640"/>
                  <a:pt x="95623" y="680290"/>
                  <a:pt x="90067" y="669971"/>
                </a:cubicBezTo>
                <a:cubicBezTo>
                  <a:pt x="84511" y="659652"/>
                  <a:pt x="71810" y="651317"/>
                  <a:pt x="59110" y="636633"/>
                </a:cubicBezTo>
                <a:cubicBezTo>
                  <a:pt x="46410" y="621949"/>
                  <a:pt x="22995" y="594962"/>
                  <a:pt x="13867" y="581865"/>
                </a:cubicBezTo>
                <a:cubicBezTo>
                  <a:pt x="4739" y="568768"/>
                  <a:pt x="6326" y="565990"/>
                  <a:pt x="4342" y="558052"/>
                </a:cubicBezTo>
                <a:cubicBezTo>
                  <a:pt x="2357" y="550115"/>
                  <a:pt x="-2802" y="543368"/>
                  <a:pt x="1960" y="534240"/>
                </a:cubicBezTo>
                <a:cubicBezTo>
                  <a:pt x="6722" y="525112"/>
                  <a:pt x="23789" y="512808"/>
                  <a:pt x="32917" y="503283"/>
                </a:cubicBezTo>
                <a:cubicBezTo>
                  <a:pt x="42045" y="493758"/>
                  <a:pt x="61095" y="455262"/>
                  <a:pt x="61492" y="429465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p:sp>
        <p:nvSpPr>
          <p:cNvPr id="21" name="19 Yamanashi">
            <a:extLst>
              <a:ext uri="{FF2B5EF4-FFF2-40B4-BE49-F238E27FC236}">
                <a16:creationId xmlns:a16="http://schemas.microsoft.com/office/drawing/2014/main" id="{9B974964-EA24-1B09-6D50-FE01BD0745EC}"/>
              </a:ext>
            </a:extLst>
          </p:cNvPr>
          <p:cNvSpPr/>
          <p:nvPr/>
        </p:nvSpPr>
        <p:spPr>
          <a:xfrm>
            <a:off x="6628530" y="4425387"/>
            <a:ext cx="340124" cy="315484"/>
          </a:xfrm>
          <a:custGeom>
            <a:avLst/>
            <a:gdLst>
              <a:gd name="connsiteX0" fmla="*/ 29445 w 340124"/>
              <a:gd name="connsiteY0" fmla="*/ 41838 h 315484"/>
              <a:gd name="connsiteX1" fmla="*/ 121520 w 340124"/>
              <a:gd name="connsiteY1" fmla="*/ 41838 h 315484"/>
              <a:gd name="connsiteX2" fmla="*/ 146920 w 340124"/>
              <a:gd name="connsiteY2" fmla="*/ 41838 h 315484"/>
              <a:gd name="connsiteX3" fmla="*/ 159620 w 340124"/>
              <a:gd name="connsiteY3" fmla="*/ 19613 h 315484"/>
              <a:gd name="connsiteX4" fmla="*/ 165970 w 340124"/>
              <a:gd name="connsiteY4" fmla="*/ 563 h 315484"/>
              <a:gd name="connsiteX5" fmla="*/ 194545 w 340124"/>
              <a:gd name="connsiteY5" fmla="*/ 6913 h 315484"/>
              <a:gd name="connsiteX6" fmla="*/ 216770 w 340124"/>
              <a:gd name="connsiteY6" fmla="*/ 25963 h 315484"/>
              <a:gd name="connsiteX7" fmla="*/ 258045 w 340124"/>
              <a:gd name="connsiteY7" fmla="*/ 54538 h 315484"/>
              <a:gd name="connsiteX8" fmla="*/ 312020 w 340124"/>
              <a:gd name="connsiteY8" fmla="*/ 70413 h 315484"/>
              <a:gd name="connsiteX9" fmla="*/ 334245 w 340124"/>
              <a:gd name="connsiteY9" fmla="*/ 86288 h 315484"/>
              <a:gd name="connsiteX10" fmla="*/ 337420 w 340124"/>
              <a:gd name="connsiteY10" fmla="*/ 121213 h 315484"/>
              <a:gd name="connsiteX11" fmla="*/ 299320 w 340124"/>
              <a:gd name="connsiteY11" fmla="*/ 168838 h 315484"/>
              <a:gd name="connsiteX12" fmla="*/ 258045 w 340124"/>
              <a:gd name="connsiteY12" fmla="*/ 200588 h 315484"/>
              <a:gd name="connsiteX13" fmla="*/ 207245 w 340124"/>
              <a:gd name="connsiteY13" fmla="*/ 216463 h 315484"/>
              <a:gd name="connsiteX14" fmla="*/ 156445 w 340124"/>
              <a:gd name="connsiteY14" fmla="*/ 225988 h 315484"/>
              <a:gd name="connsiteX15" fmla="*/ 140570 w 340124"/>
              <a:gd name="connsiteY15" fmla="*/ 251388 h 315484"/>
              <a:gd name="connsiteX16" fmla="*/ 134220 w 340124"/>
              <a:gd name="connsiteY16" fmla="*/ 292663 h 315484"/>
              <a:gd name="connsiteX17" fmla="*/ 124695 w 340124"/>
              <a:gd name="connsiteY17" fmla="*/ 311713 h 315484"/>
              <a:gd name="connsiteX18" fmla="*/ 102470 w 340124"/>
              <a:gd name="connsiteY18" fmla="*/ 302188 h 315484"/>
              <a:gd name="connsiteX19" fmla="*/ 4045 w 340124"/>
              <a:gd name="connsiteY19" fmla="*/ 184713 h 315484"/>
              <a:gd name="connsiteX20" fmla="*/ 19920 w 340124"/>
              <a:gd name="connsiteY20" fmla="*/ 172013 h 315484"/>
              <a:gd name="connsiteX21" fmla="*/ 29445 w 340124"/>
              <a:gd name="connsiteY21" fmla="*/ 137088 h 315484"/>
              <a:gd name="connsiteX22" fmla="*/ 29445 w 340124"/>
              <a:gd name="connsiteY22" fmla="*/ 41838 h 3154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340124" h="315484">
                <a:moveTo>
                  <a:pt x="29445" y="41838"/>
                </a:moveTo>
                <a:cubicBezTo>
                  <a:pt x="44791" y="25963"/>
                  <a:pt x="121520" y="41838"/>
                  <a:pt x="121520" y="41838"/>
                </a:cubicBezTo>
                <a:cubicBezTo>
                  <a:pt x="141099" y="41838"/>
                  <a:pt x="140570" y="45542"/>
                  <a:pt x="146920" y="41838"/>
                </a:cubicBezTo>
                <a:cubicBezTo>
                  <a:pt x="153270" y="38134"/>
                  <a:pt x="156445" y="26492"/>
                  <a:pt x="159620" y="19613"/>
                </a:cubicBezTo>
                <a:cubicBezTo>
                  <a:pt x="162795" y="12734"/>
                  <a:pt x="160149" y="2680"/>
                  <a:pt x="165970" y="563"/>
                </a:cubicBezTo>
                <a:cubicBezTo>
                  <a:pt x="171791" y="-1554"/>
                  <a:pt x="186078" y="2680"/>
                  <a:pt x="194545" y="6913"/>
                </a:cubicBezTo>
                <a:cubicBezTo>
                  <a:pt x="203012" y="11146"/>
                  <a:pt x="206187" y="18026"/>
                  <a:pt x="216770" y="25963"/>
                </a:cubicBezTo>
                <a:cubicBezTo>
                  <a:pt x="227353" y="33900"/>
                  <a:pt x="242170" y="47130"/>
                  <a:pt x="258045" y="54538"/>
                </a:cubicBezTo>
                <a:cubicBezTo>
                  <a:pt x="273920" y="61946"/>
                  <a:pt x="299320" y="65121"/>
                  <a:pt x="312020" y="70413"/>
                </a:cubicBezTo>
                <a:cubicBezTo>
                  <a:pt x="324720" y="75705"/>
                  <a:pt x="330012" y="77821"/>
                  <a:pt x="334245" y="86288"/>
                </a:cubicBezTo>
                <a:cubicBezTo>
                  <a:pt x="338478" y="94755"/>
                  <a:pt x="343241" y="107455"/>
                  <a:pt x="337420" y="121213"/>
                </a:cubicBezTo>
                <a:cubicBezTo>
                  <a:pt x="331599" y="134971"/>
                  <a:pt x="312549" y="155609"/>
                  <a:pt x="299320" y="168838"/>
                </a:cubicBezTo>
                <a:cubicBezTo>
                  <a:pt x="286091" y="182067"/>
                  <a:pt x="273391" y="192651"/>
                  <a:pt x="258045" y="200588"/>
                </a:cubicBezTo>
                <a:cubicBezTo>
                  <a:pt x="242699" y="208525"/>
                  <a:pt x="224178" y="212230"/>
                  <a:pt x="207245" y="216463"/>
                </a:cubicBezTo>
                <a:cubicBezTo>
                  <a:pt x="190312" y="220696"/>
                  <a:pt x="167557" y="220167"/>
                  <a:pt x="156445" y="225988"/>
                </a:cubicBezTo>
                <a:cubicBezTo>
                  <a:pt x="145333" y="231809"/>
                  <a:pt x="144274" y="240276"/>
                  <a:pt x="140570" y="251388"/>
                </a:cubicBezTo>
                <a:cubicBezTo>
                  <a:pt x="136866" y="262500"/>
                  <a:pt x="136866" y="282609"/>
                  <a:pt x="134220" y="292663"/>
                </a:cubicBezTo>
                <a:cubicBezTo>
                  <a:pt x="131574" y="302717"/>
                  <a:pt x="129987" y="310126"/>
                  <a:pt x="124695" y="311713"/>
                </a:cubicBezTo>
                <a:cubicBezTo>
                  <a:pt x="119403" y="313300"/>
                  <a:pt x="122578" y="323355"/>
                  <a:pt x="102470" y="302188"/>
                </a:cubicBezTo>
                <a:cubicBezTo>
                  <a:pt x="82362" y="281021"/>
                  <a:pt x="17803" y="206409"/>
                  <a:pt x="4045" y="184713"/>
                </a:cubicBezTo>
                <a:cubicBezTo>
                  <a:pt x="-9713" y="163017"/>
                  <a:pt x="15687" y="179950"/>
                  <a:pt x="19920" y="172013"/>
                </a:cubicBezTo>
                <a:cubicBezTo>
                  <a:pt x="24153" y="164076"/>
                  <a:pt x="27328" y="154550"/>
                  <a:pt x="29445" y="137088"/>
                </a:cubicBezTo>
                <a:cubicBezTo>
                  <a:pt x="31562" y="119626"/>
                  <a:pt x="14099" y="57713"/>
                  <a:pt x="29445" y="41838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p:sp>
        <p:nvSpPr>
          <p:cNvPr id="122" name="18 fukui">
            <a:extLst>
              <a:ext uri="{FF2B5EF4-FFF2-40B4-BE49-F238E27FC236}">
                <a16:creationId xmlns:a16="http://schemas.microsoft.com/office/drawing/2014/main" id="{44125DA6-8088-1304-615D-C11E797B950A}"/>
              </a:ext>
            </a:extLst>
          </p:cNvPr>
          <p:cNvSpPr/>
          <p:nvPr/>
        </p:nvSpPr>
        <p:spPr>
          <a:xfrm>
            <a:off x="5700701" y="4336159"/>
            <a:ext cx="409927" cy="440962"/>
          </a:xfrm>
          <a:custGeom>
            <a:avLst/>
            <a:gdLst>
              <a:gd name="connsiteX0" fmla="*/ 176224 w 409927"/>
              <a:gd name="connsiteY0" fmla="*/ 247747 h 440962"/>
              <a:gd name="connsiteX1" fmla="*/ 145268 w 409927"/>
              <a:gd name="connsiteY1" fmla="*/ 202504 h 440962"/>
              <a:gd name="connsiteX2" fmla="*/ 123837 w 409927"/>
              <a:gd name="connsiteY2" fmla="*/ 176310 h 440962"/>
              <a:gd name="connsiteX3" fmla="*/ 119074 w 409927"/>
              <a:gd name="connsiteY3" fmla="*/ 154879 h 440962"/>
              <a:gd name="connsiteX4" fmla="*/ 152412 w 409927"/>
              <a:gd name="connsiteY4" fmla="*/ 104872 h 440962"/>
              <a:gd name="connsiteX5" fmla="*/ 185749 w 409927"/>
              <a:gd name="connsiteY5" fmla="*/ 57247 h 440962"/>
              <a:gd name="connsiteX6" fmla="*/ 204799 w 409927"/>
              <a:gd name="connsiteY6" fmla="*/ 19147 h 440962"/>
              <a:gd name="connsiteX7" fmla="*/ 216705 w 409927"/>
              <a:gd name="connsiteY7" fmla="*/ 97 h 440962"/>
              <a:gd name="connsiteX8" fmla="*/ 228612 w 409927"/>
              <a:gd name="connsiteY8" fmla="*/ 14385 h 440962"/>
              <a:gd name="connsiteX9" fmla="*/ 276237 w 409927"/>
              <a:gd name="connsiteY9" fmla="*/ 66772 h 440962"/>
              <a:gd name="connsiteX10" fmla="*/ 331005 w 409927"/>
              <a:gd name="connsiteY10" fmla="*/ 88204 h 440962"/>
              <a:gd name="connsiteX11" fmla="*/ 385774 w 409927"/>
              <a:gd name="connsiteY11" fmla="*/ 95347 h 440962"/>
              <a:gd name="connsiteX12" fmla="*/ 378630 w 409927"/>
              <a:gd name="connsiteY12" fmla="*/ 112016 h 440962"/>
              <a:gd name="connsiteX13" fmla="*/ 388155 w 409927"/>
              <a:gd name="connsiteY13" fmla="*/ 154879 h 440962"/>
              <a:gd name="connsiteX14" fmla="*/ 409587 w 409927"/>
              <a:gd name="connsiteY14" fmla="*/ 173929 h 440962"/>
              <a:gd name="connsiteX15" fmla="*/ 400062 w 409927"/>
              <a:gd name="connsiteY15" fmla="*/ 207266 h 440962"/>
              <a:gd name="connsiteX16" fmla="*/ 383393 w 409927"/>
              <a:gd name="connsiteY16" fmla="*/ 231079 h 440962"/>
              <a:gd name="connsiteX17" fmla="*/ 326243 w 409927"/>
              <a:gd name="connsiteY17" fmla="*/ 238222 h 440962"/>
              <a:gd name="connsiteX18" fmla="*/ 276237 w 409927"/>
              <a:gd name="connsiteY18" fmla="*/ 252510 h 440962"/>
              <a:gd name="connsiteX19" fmla="*/ 233374 w 409927"/>
              <a:gd name="connsiteY19" fmla="*/ 300135 h 440962"/>
              <a:gd name="connsiteX20" fmla="*/ 192893 w 409927"/>
              <a:gd name="connsiteY20" fmla="*/ 352522 h 440962"/>
              <a:gd name="connsiteX21" fmla="*/ 157174 w 409927"/>
              <a:gd name="connsiteY21" fmla="*/ 388241 h 440962"/>
              <a:gd name="connsiteX22" fmla="*/ 121455 w 409927"/>
              <a:gd name="connsiteY22" fmla="*/ 414435 h 440962"/>
              <a:gd name="connsiteX23" fmla="*/ 71449 w 409927"/>
              <a:gd name="connsiteY23" fmla="*/ 433485 h 440962"/>
              <a:gd name="connsiteX24" fmla="*/ 47637 w 409927"/>
              <a:gd name="connsiteY24" fmla="*/ 440629 h 440962"/>
              <a:gd name="connsiteX25" fmla="*/ 16680 w 409927"/>
              <a:gd name="connsiteY25" fmla="*/ 423960 h 440962"/>
              <a:gd name="connsiteX26" fmla="*/ 12 w 409927"/>
              <a:gd name="connsiteY26" fmla="*/ 393004 h 440962"/>
              <a:gd name="connsiteX27" fmla="*/ 19062 w 409927"/>
              <a:gd name="connsiteY27" fmla="*/ 388241 h 440962"/>
              <a:gd name="connsiteX28" fmla="*/ 50018 w 409927"/>
              <a:gd name="connsiteY28" fmla="*/ 362047 h 440962"/>
              <a:gd name="connsiteX29" fmla="*/ 66687 w 409927"/>
              <a:gd name="connsiteY29" fmla="*/ 352522 h 440962"/>
              <a:gd name="connsiteX30" fmla="*/ 90499 w 409927"/>
              <a:gd name="connsiteY30" fmla="*/ 347760 h 440962"/>
              <a:gd name="connsiteX31" fmla="*/ 104787 w 409927"/>
              <a:gd name="connsiteY31" fmla="*/ 321566 h 440962"/>
              <a:gd name="connsiteX32" fmla="*/ 147649 w 409927"/>
              <a:gd name="connsiteY32" fmla="*/ 302516 h 440962"/>
              <a:gd name="connsiteX33" fmla="*/ 176224 w 409927"/>
              <a:gd name="connsiteY33" fmla="*/ 247747 h 440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09927" h="440962">
                <a:moveTo>
                  <a:pt x="176224" y="247747"/>
                </a:moveTo>
                <a:cubicBezTo>
                  <a:pt x="175827" y="231078"/>
                  <a:pt x="153999" y="214410"/>
                  <a:pt x="145268" y="202504"/>
                </a:cubicBezTo>
                <a:cubicBezTo>
                  <a:pt x="136537" y="190598"/>
                  <a:pt x="128203" y="184247"/>
                  <a:pt x="123837" y="176310"/>
                </a:cubicBezTo>
                <a:cubicBezTo>
                  <a:pt x="119471" y="168373"/>
                  <a:pt x="114312" y="166785"/>
                  <a:pt x="119074" y="154879"/>
                </a:cubicBezTo>
                <a:cubicBezTo>
                  <a:pt x="123836" y="142973"/>
                  <a:pt x="141299" y="121144"/>
                  <a:pt x="152412" y="104872"/>
                </a:cubicBezTo>
                <a:cubicBezTo>
                  <a:pt x="163524" y="88600"/>
                  <a:pt x="177018" y="71534"/>
                  <a:pt x="185749" y="57247"/>
                </a:cubicBezTo>
                <a:cubicBezTo>
                  <a:pt x="194480" y="42960"/>
                  <a:pt x="199640" y="28672"/>
                  <a:pt x="204799" y="19147"/>
                </a:cubicBezTo>
                <a:cubicBezTo>
                  <a:pt x="209958" y="9622"/>
                  <a:pt x="212736" y="891"/>
                  <a:pt x="216705" y="97"/>
                </a:cubicBezTo>
                <a:cubicBezTo>
                  <a:pt x="220674" y="-697"/>
                  <a:pt x="218690" y="3273"/>
                  <a:pt x="228612" y="14385"/>
                </a:cubicBezTo>
                <a:cubicBezTo>
                  <a:pt x="238534" y="25497"/>
                  <a:pt x="259172" y="54469"/>
                  <a:pt x="276237" y="66772"/>
                </a:cubicBezTo>
                <a:cubicBezTo>
                  <a:pt x="293302" y="79075"/>
                  <a:pt x="312749" y="83442"/>
                  <a:pt x="331005" y="88204"/>
                </a:cubicBezTo>
                <a:cubicBezTo>
                  <a:pt x="349261" y="92966"/>
                  <a:pt x="377837" y="91378"/>
                  <a:pt x="385774" y="95347"/>
                </a:cubicBezTo>
                <a:cubicBezTo>
                  <a:pt x="393711" y="99316"/>
                  <a:pt x="378233" y="102094"/>
                  <a:pt x="378630" y="112016"/>
                </a:cubicBezTo>
                <a:cubicBezTo>
                  <a:pt x="379027" y="121938"/>
                  <a:pt x="382996" y="144560"/>
                  <a:pt x="388155" y="154879"/>
                </a:cubicBezTo>
                <a:cubicBezTo>
                  <a:pt x="393314" y="165198"/>
                  <a:pt x="407603" y="165198"/>
                  <a:pt x="409587" y="173929"/>
                </a:cubicBezTo>
                <a:cubicBezTo>
                  <a:pt x="411571" y="182660"/>
                  <a:pt x="404428" y="197741"/>
                  <a:pt x="400062" y="207266"/>
                </a:cubicBezTo>
                <a:cubicBezTo>
                  <a:pt x="395696" y="216791"/>
                  <a:pt x="395696" y="225920"/>
                  <a:pt x="383393" y="231079"/>
                </a:cubicBezTo>
                <a:cubicBezTo>
                  <a:pt x="371090" y="236238"/>
                  <a:pt x="344102" y="234650"/>
                  <a:pt x="326243" y="238222"/>
                </a:cubicBezTo>
                <a:cubicBezTo>
                  <a:pt x="308384" y="241794"/>
                  <a:pt x="291715" y="242191"/>
                  <a:pt x="276237" y="252510"/>
                </a:cubicBezTo>
                <a:cubicBezTo>
                  <a:pt x="260759" y="262829"/>
                  <a:pt x="247265" y="283467"/>
                  <a:pt x="233374" y="300135"/>
                </a:cubicBezTo>
                <a:cubicBezTo>
                  <a:pt x="219483" y="316803"/>
                  <a:pt x="205593" y="337838"/>
                  <a:pt x="192893" y="352522"/>
                </a:cubicBezTo>
                <a:cubicBezTo>
                  <a:pt x="180193" y="367206"/>
                  <a:pt x="169080" y="377922"/>
                  <a:pt x="157174" y="388241"/>
                </a:cubicBezTo>
                <a:cubicBezTo>
                  <a:pt x="145268" y="398560"/>
                  <a:pt x="135742" y="406894"/>
                  <a:pt x="121455" y="414435"/>
                </a:cubicBezTo>
                <a:cubicBezTo>
                  <a:pt x="107167" y="421976"/>
                  <a:pt x="71449" y="433485"/>
                  <a:pt x="71449" y="433485"/>
                </a:cubicBezTo>
                <a:cubicBezTo>
                  <a:pt x="59146" y="437851"/>
                  <a:pt x="56765" y="442217"/>
                  <a:pt x="47637" y="440629"/>
                </a:cubicBezTo>
                <a:cubicBezTo>
                  <a:pt x="38509" y="439042"/>
                  <a:pt x="24617" y="431897"/>
                  <a:pt x="16680" y="423960"/>
                </a:cubicBezTo>
                <a:cubicBezTo>
                  <a:pt x="8743" y="416023"/>
                  <a:pt x="-385" y="398957"/>
                  <a:pt x="12" y="393004"/>
                </a:cubicBezTo>
                <a:cubicBezTo>
                  <a:pt x="409" y="387051"/>
                  <a:pt x="10728" y="393400"/>
                  <a:pt x="19062" y="388241"/>
                </a:cubicBezTo>
                <a:cubicBezTo>
                  <a:pt x="27396" y="383082"/>
                  <a:pt x="42081" y="368000"/>
                  <a:pt x="50018" y="362047"/>
                </a:cubicBezTo>
                <a:cubicBezTo>
                  <a:pt x="57955" y="356094"/>
                  <a:pt x="59940" y="354903"/>
                  <a:pt x="66687" y="352522"/>
                </a:cubicBezTo>
                <a:cubicBezTo>
                  <a:pt x="73434" y="350141"/>
                  <a:pt x="84149" y="352919"/>
                  <a:pt x="90499" y="347760"/>
                </a:cubicBezTo>
                <a:cubicBezTo>
                  <a:pt x="96849" y="342601"/>
                  <a:pt x="95262" y="329107"/>
                  <a:pt x="104787" y="321566"/>
                </a:cubicBezTo>
                <a:cubicBezTo>
                  <a:pt x="114312" y="314025"/>
                  <a:pt x="134949" y="311247"/>
                  <a:pt x="147649" y="302516"/>
                </a:cubicBezTo>
                <a:cubicBezTo>
                  <a:pt x="160349" y="293785"/>
                  <a:pt x="176621" y="264416"/>
                  <a:pt x="176224" y="247747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p:sp>
        <p:nvSpPr>
          <p:cNvPr id="65" name="17 Ishikawa">
            <a:extLst>
              <a:ext uri="{FF2B5EF4-FFF2-40B4-BE49-F238E27FC236}">
                <a16:creationId xmlns:a16="http://schemas.microsoft.com/office/drawing/2014/main" id="{B766ECF7-4EDB-3984-6C0E-947AC83221DA}"/>
              </a:ext>
            </a:extLst>
          </p:cNvPr>
          <p:cNvSpPr/>
          <p:nvPr/>
        </p:nvSpPr>
        <p:spPr>
          <a:xfrm>
            <a:off x="5925536" y="3795604"/>
            <a:ext cx="321721" cy="629324"/>
          </a:xfrm>
          <a:custGeom>
            <a:avLst/>
            <a:gdLst>
              <a:gd name="connsiteX0" fmla="*/ 232377 w 321721"/>
              <a:gd name="connsiteY0" fmla="*/ 145365 h 629324"/>
              <a:gd name="connsiteX1" fmla="*/ 199039 w 321721"/>
              <a:gd name="connsiteY1" fmla="*/ 197752 h 629324"/>
              <a:gd name="connsiteX2" fmla="*/ 229995 w 321721"/>
              <a:gd name="connsiteY2" fmla="*/ 209659 h 629324"/>
              <a:gd name="connsiteX3" fmla="*/ 232377 w 321721"/>
              <a:gd name="connsiteY3" fmla="*/ 238234 h 629324"/>
              <a:gd name="connsiteX4" fmla="*/ 227614 w 321721"/>
              <a:gd name="connsiteY4" fmla="*/ 276334 h 629324"/>
              <a:gd name="connsiteX5" fmla="*/ 206183 w 321721"/>
              <a:gd name="connsiteY5" fmla="*/ 295384 h 629324"/>
              <a:gd name="connsiteX6" fmla="*/ 182370 w 321721"/>
              <a:gd name="connsiteY6" fmla="*/ 309671 h 629324"/>
              <a:gd name="connsiteX7" fmla="*/ 177608 w 321721"/>
              <a:gd name="connsiteY7" fmla="*/ 400159 h 629324"/>
              <a:gd name="connsiteX8" fmla="*/ 194277 w 321721"/>
              <a:gd name="connsiteY8" fmla="*/ 504934 h 629324"/>
              <a:gd name="connsiteX9" fmla="*/ 196658 w 321721"/>
              <a:gd name="connsiteY9" fmla="*/ 554940 h 629324"/>
              <a:gd name="connsiteX10" fmla="*/ 175227 w 321721"/>
              <a:gd name="connsiteY10" fmla="*/ 600184 h 629324"/>
              <a:gd name="connsiteX11" fmla="*/ 141889 w 321721"/>
              <a:gd name="connsiteY11" fmla="*/ 621615 h 629324"/>
              <a:gd name="connsiteX12" fmla="*/ 99027 w 321721"/>
              <a:gd name="connsiteY12" fmla="*/ 626377 h 629324"/>
              <a:gd name="connsiteX13" fmla="*/ 29970 w 321721"/>
              <a:gd name="connsiteY13" fmla="*/ 578752 h 629324"/>
              <a:gd name="connsiteX14" fmla="*/ 1395 w 321721"/>
              <a:gd name="connsiteY14" fmla="*/ 538271 h 629324"/>
              <a:gd name="connsiteX15" fmla="*/ 70452 w 321721"/>
              <a:gd name="connsiteY15" fmla="*/ 454927 h 629324"/>
              <a:gd name="connsiteX16" fmla="*/ 108552 w 321721"/>
              <a:gd name="connsiteY16" fmla="*/ 373965 h 629324"/>
              <a:gd name="connsiteX17" fmla="*/ 122839 w 321721"/>
              <a:gd name="connsiteY17" fmla="*/ 302527 h 629324"/>
              <a:gd name="connsiteX18" fmla="*/ 110933 w 321721"/>
              <a:gd name="connsiteY18" fmla="*/ 228709 h 629324"/>
              <a:gd name="connsiteX19" fmla="*/ 82358 w 321721"/>
              <a:gd name="connsiteY19" fmla="*/ 171559 h 629324"/>
              <a:gd name="connsiteX20" fmla="*/ 96645 w 321721"/>
              <a:gd name="connsiteY20" fmla="*/ 116790 h 629324"/>
              <a:gd name="connsiteX21" fmla="*/ 151414 w 321721"/>
              <a:gd name="connsiteY21" fmla="*/ 78690 h 629324"/>
              <a:gd name="connsiteX22" fmla="*/ 201420 w 321721"/>
              <a:gd name="connsiteY22" fmla="*/ 54877 h 629324"/>
              <a:gd name="connsiteX23" fmla="*/ 222852 w 321721"/>
              <a:gd name="connsiteY23" fmla="*/ 40590 h 629324"/>
              <a:gd name="connsiteX24" fmla="*/ 241902 w 321721"/>
              <a:gd name="connsiteY24" fmla="*/ 9634 h 629324"/>
              <a:gd name="connsiteX25" fmla="*/ 253808 w 321721"/>
              <a:gd name="connsiteY25" fmla="*/ 109 h 629324"/>
              <a:gd name="connsiteX26" fmla="*/ 299052 w 321721"/>
              <a:gd name="connsiteY26" fmla="*/ 14396 h 629324"/>
              <a:gd name="connsiteX27" fmla="*/ 318102 w 321721"/>
              <a:gd name="connsiteY27" fmla="*/ 31065 h 629324"/>
              <a:gd name="connsiteX28" fmla="*/ 320483 w 321721"/>
              <a:gd name="connsiteY28" fmla="*/ 59640 h 629324"/>
              <a:gd name="connsiteX29" fmla="*/ 303814 w 321721"/>
              <a:gd name="connsiteY29" fmla="*/ 90596 h 629324"/>
              <a:gd name="connsiteX30" fmla="*/ 277620 w 321721"/>
              <a:gd name="connsiteY30" fmla="*/ 119171 h 629324"/>
              <a:gd name="connsiteX31" fmla="*/ 232377 w 321721"/>
              <a:gd name="connsiteY31" fmla="*/ 145365 h 6293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321721" h="629324">
                <a:moveTo>
                  <a:pt x="232377" y="145365"/>
                </a:moveTo>
                <a:cubicBezTo>
                  <a:pt x="219280" y="158462"/>
                  <a:pt x="199436" y="187036"/>
                  <a:pt x="199039" y="197752"/>
                </a:cubicBezTo>
                <a:cubicBezTo>
                  <a:pt x="198642" y="208468"/>
                  <a:pt x="224439" y="202912"/>
                  <a:pt x="229995" y="209659"/>
                </a:cubicBezTo>
                <a:cubicBezTo>
                  <a:pt x="235551" y="216406"/>
                  <a:pt x="232774" y="227122"/>
                  <a:pt x="232377" y="238234"/>
                </a:cubicBezTo>
                <a:cubicBezTo>
                  <a:pt x="231980" y="249346"/>
                  <a:pt x="231980" y="266809"/>
                  <a:pt x="227614" y="276334"/>
                </a:cubicBezTo>
                <a:cubicBezTo>
                  <a:pt x="223248" y="285859"/>
                  <a:pt x="213724" y="289828"/>
                  <a:pt x="206183" y="295384"/>
                </a:cubicBezTo>
                <a:cubicBezTo>
                  <a:pt x="198642" y="300940"/>
                  <a:pt x="187133" y="292208"/>
                  <a:pt x="182370" y="309671"/>
                </a:cubicBezTo>
                <a:cubicBezTo>
                  <a:pt x="177607" y="327134"/>
                  <a:pt x="175623" y="367615"/>
                  <a:pt x="177608" y="400159"/>
                </a:cubicBezTo>
                <a:cubicBezTo>
                  <a:pt x="179592" y="432703"/>
                  <a:pt x="191102" y="479137"/>
                  <a:pt x="194277" y="504934"/>
                </a:cubicBezTo>
                <a:cubicBezTo>
                  <a:pt x="197452" y="530731"/>
                  <a:pt x="199833" y="539065"/>
                  <a:pt x="196658" y="554940"/>
                </a:cubicBezTo>
                <a:cubicBezTo>
                  <a:pt x="193483" y="570815"/>
                  <a:pt x="184355" y="589072"/>
                  <a:pt x="175227" y="600184"/>
                </a:cubicBezTo>
                <a:cubicBezTo>
                  <a:pt x="166099" y="611297"/>
                  <a:pt x="154589" y="617250"/>
                  <a:pt x="141889" y="621615"/>
                </a:cubicBezTo>
                <a:cubicBezTo>
                  <a:pt x="129189" y="625980"/>
                  <a:pt x="117680" y="633521"/>
                  <a:pt x="99027" y="626377"/>
                </a:cubicBezTo>
                <a:cubicBezTo>
                  <a:pt x="80374" y="619233"/>
                  <a:pt x="46242" y="593436"/>
                  <a:pt x="29970" y="578752"/>
                </a:cubicBezTo>
                <a:cubicBezTo>
                  <a:pt x="13698" y="564068"/>
                  <a:pt x="-5352" y="558908"/>
                  <a:pt x="1395" y="538271"/>
                </a:cubicBezTo>
                <a:cubicBezTo>
                  <a:pt x="8142" y="517634"/>
                  <a:pt x="52592" y="482311"/>
                  <a:pt x="70452" y="454927"/>
                </a:cubicBezTo>
                <a:cubicBezTo>
                  <a:pt x="88311" y="427543"/>
                  <a:pt x="99821" y="399365"/>
                  <a:pt x="108552" y="373965"/>
                </a:cubicBezTo>
                <a:cubicBezTo>
                  <a:pt x="117283" y="348565"/>
                  <a:pt x="122442" y="326736"/>
                  <a:pt x="122839" y="302527"/>
                </a:cubicBezTo>
                <a:cubicBezTo>
                  <a:pt x="123236" y="278318"/>
                  <a:pt x="117680" y="250537"/>
                  <a:pt x="110933" y="228709"/>
                </a:cubicBezTo>
                <a:cubicBezTo>
                  <a:pt x="104186" y="206881"/>
                  <a:pt x="84739" y="190212"/>
                  <a:pt x="82358" y="171559"/>
                </a:cubicBezTo>
                <a:cubicBezTo>
                  <a:pt x="79977" y="152906"/>
                  <a:pt x="85136" y="132268"/>
                  <a:pt x="96645" y="116790"/>
                </a:cubicBezTo>
                <a:cubicBezTo>
                  <a:pt x="108154" y="101312"/>
                  <a:pt x="133951" y="89009"/>
                  <a:pt x="151414" y="78690"/>
                </a:cubicBezTo>
                <a:cubicBezTo>
                  <a:pt x="168877" y="68371"/>
                  <a:pt x="189514" y="61227"/>
                  <a:pt x="201420" y="54877"/>
                </a:cubicBezTo>
                <a:cubicBezTo>
                  <a:pt x="213326" y="48527"/>
                  <a:pt x="216105" y="48130"/>
                  <a:pt x="222852" y="40590"/>
                </a:cubicBezTo>
                <a:cubicBezTo>
                  <a:pt x="229599" y="33049"/>
                  <a:pt x="236743" y="16381"/>
                  <a:pt x="241902" y="9634"/>
                </a:cubicBezTo>
                <a:cubicBezTo>
                  <a:pt x="247061" y="2887"/>
                  <a:pt x="244283" y="-685"/>
                  <a:pt x="253808" y="109"/>
                </a:cubicBezTo>
                <a:cubicBezTo>
                  <a:pt x="263333" y="903"/>
                  <a:pt x="288336" y="9237"/>
                  <a:pt x="299052" y="14396"/>
                </a:cubicBezTo>
                <a:cubicBezTo>
                  <a:pt x="309768" y="19555"/>
                  <a:pt x="314530" y="23524"/>
                  <a:pt x="318102" y="31065"/>
                </a:cubicBezTo>
                <a:cubicBezTo>
                  <a:pt x="321674" y="38606"/>
                  <a:pt x="322864" y="49718"/>
                  <a:pt x="320483" y="59640"/>
                </a:cubicBezTo>
                <a:cubicBezTo>
                  <a:pt x="318102" y="69562"/>
                  <a:pt x="310958" y="80674"/>
                  <a:pt x="303814" y="90596"/>
                </a:cubicBezTo>
                <a:cubicBezTo>
                  <a:pt x="296670" y="100518"/>
                  <a:pt x="291114" y="108852"/>
                  <a:pt x="277620" y="119171"/>
                </a:cubicBezTo>
                <a:cubicBezTo>
                  <a:pt x="264126" y="129490"/>
                  <a:pt x="245474" y="132268"/>
                  <a:pt x="232377" y="145365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p:sp>
        <p:nvSpPr>
          <p:cNvPr id="172" name="16 Toyama">
            <a:extLst>
              <a:ext uri="{FF2B5EF4-FFF2-40B4-BE49-F238E27FC236}">
                <a16:creationId xmlns:a16="http://schemas.microsoft.com/office/drawing/2014/main" id="{79199CB1-127C-169D-497F-1EBF9026DE32}"/>
              </a:ext>
            </a:extLst>
          </p:cNvPr>
          <p:cNvSpPr/>
          <p:nvPr/>
        </p:nvSpPr>
        <p:spPr>
          <a:xfrm>
            <a:off x="6107658" y="4020152"/>
            <a:ext cx="332395" cy="316127"/>
          </a:xfrm>
          <a:custGeom>
            <a:avLst/>
            <a:gdLst>
              <a:gd name="connsiteX0" fmla="*/ 281236 w 332395"/>
              <a:gd name="connsiteY0" fmla="*/ 256573 h 316127"/>
              <a:gd name="connsiteX1" fmla="*/ 216942 w 332395"/>
              <a:gd name="connsiteY1" fmla="*/ 268479 h 316127"/>
              <a:gd name="connsiteX2" fmla="*/ 178842 w 332395"/>
              <a:gd name="connsiteY2" fmla="*/ 263717 h 316127"/>
              <a:gd name="connsiteX3" fmla="*/ 133598 w 332395"/>
              <a:gd name="connsiteY3" fmla="*/ 268479 h 316127"/>
              <a:gd name="connsiteX4" fmla="*/ 114548 w 332395"/>
              <a:gd name="connsiteY4" fmla="*/ 275623 h 316127"/>
              <a:gd name="connsiteX5" fmla="*/ 93117 w 332395"/>
              <a:gd name="connsiteY5" fmla="*/ 299436 h 316127"/>
              <a:gd name="connsiteX6" fmla="*/ 81211 w 332395"/>
              <a:gd name="connsiteY6" fmla="*/ 308961 h 316127"/>
              <a:gd name="connsiteX7" fmla="*/ 66923 w 332395"/>
              <a:gd name="connsiteY7" fmla="*/ 316104 h 316127"/>
              <a:gd name="connsiteX8" fmla="*/ 50255 w 332395"/>
              <a:gd name="connsiteY8" fmla="*/ 306579 h 316127"/>
              <a:gd name="connsiteX9" fmla="*/ 33586 w 332395"/>
              <a:gd name="connsiteY9" fmla="*/ 289911 h 316127"/>
              <a:gd name="connsiteX10" fmla="*/ 16917 w 332395"/>
              <a:gd name="connsiteY10" fmla="*/ 289911 h 316127"/>
              <a:gd name="connsiteX11" fmla="*/ 7392 w 332395"/>
              <a:gd name="connsiteY11" fmla="*/ 244667 h 316127"/>
              <a:gd name="connsiteX12" fmla="*/ 248 w 332395"/>
              <a:gd name="connsiteY12" fmla="*/ 182754 h 316127"/>
              <a:gd name="connsiteX13" fmla="*/ 2630 w 332395"/>
              <a:gd name="connsiteY13" fmla="*/ 142273 h 316127"/>
              <a:gd name="connsiteX14" fmla="*/ 12155 w 332395"/>
              <a:gd name="connsiteY14" fmla="*/ 101792 h 316127"/>
              <a:gd name="connsiteX15" fmla="*/ 19298 w 332395"/>
              <a:gd name="connsiteY15" fmla="*/ 80361 h 316127"/>
              <a:gd name="connsiteX16" fmla="*/ 33586 w 332395"/>
              <a:gd name="connsiteY16" fmla="*/ 61311 h 316127"/>
              <a:gd name="connsiteX17" fmla="*/ 47873 w 332395"/>
              <a:gd name="connsiteY17" fmla="*/ 56548 h 316127"/>
              <a:gd name="connsiteX18" fmla="*/ 74067 w 332395"/>
              <a:gd name="connsiteY18" fmla="*/ 80361 h 316127"/>
              <a:gd name="connsiteX19" fmla="*/ 102642 w 332395"/>
              <a:gd name="connsiteY19" fmla="*/ 99411 h 316127"/>
              <a:gd name="connsiteX20" fmla="*/ 133598 w 332395"/>
              <a:gd name="connsiteY20" fmla="*/ 111317 h 316127"/>
              <a:gd name="connsiteX21" fmla="*/ 162173 w 332395"/>
              <a:gd name="connsiteY21" fmla="*/ 106554 h 316127"/>
              <a:gd name="connsiteX22" fmla="*/ 176461 w 332395"/>
              <a:gd name="connsiteY22" fmla="*/ 77979 h 316127"/>
              <a:gd name="connsiteX23" fmla="*/ 174080 w 332395"/>
              <a:gd name="connsiteY23" fmla="*/ 49404 h 316127"/>
              <a:gd name="connsiteX24" fmla="*/ 185986 w 332395"/>
              <a:gd name="connsiteY24" fmla="*/ 23211 h 316127"/>
              <a:gd name="connsiteX25" fmla="*/ 216942 w 332395"/>
              <a:gd name="connsiteY25" fmla="*/ 1779 h 316127"/>
              <a:gd name="connsiteX26" fmla="*/ 228848 w 332395"/>
              <a:gd name="connsiteY26" fmla="*/ 1779 h 316127"/>
              <a:gd name="connsiteX27" fmla="*/ 259805 w 332395"/>
              <a:gd name="connsiteY27" fmla="*/ 6542 h 316127"/>
              <a:gd name="connsiteX28" fmla="*/ 288380 w 332395"/>
              <a:gd name="connsiteY28" fmla="*/ 23211 h 316127"/>
              <a:gd name="connsiteX29" fmla="*/ 307430 w 332395"/>
              <a:gd name="connsiteY29" fmla="*/ 39879 h 316127"/>
              <a:gd name="connsiteX30" fmla="*/ 326480 w 332395"/>
              <a:gd name="connsiteY30" fmla="*/ 61311 h 316127"/>
              <a:gd name="connsiteX31" fmla="*/ 331242 w 332395"/>
              <a:gd name="connsiteY31" fmla="*/ 66073 h 316127"/>
              <a:gd name="connsiteX32" fmla="*/ 307430 w 332395"/>
              <a:gd name="connsiteY32" fmla="*/ 89886 h 316127"/>
              <a:gd name="connsiteX33" fmla="*/ 295523 w 332395"/>
              <a:gd name="connsiteY33" fmla="*/ 120842 h 316127"/>
              <a:gd name="connsiteX34" fmla="*/ 293142 w 332395"/>
              <a:gd name="connsiteY34" fmla="*/ 154179 h 316127"/>
              <a:gd name="connsiteX35" fmla="*/ 283617 w 332395"/>
              <a:gd name="connsiteY35" fmla="*/ 199423 h 316127"/>
              <a:gd name="connsiteX36" fmla="*/ 281236 w 332395"/>
              <a:gd name="connsiteY36" fmla="*/ 256573 h 316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32395" h="316127">
                <a:moveTo>
                  <a:pt x="281236" y="256573"/>
                </a:moveTo>
                <a:cubicBezTo>
                  <a:pt x="270124" y="268082"/>
                  <a:pt x="234008" y="267288"/>
                  <a:pt x="216942" y="268479"/>
                </a:cubicBezTo>
                <a:cubicBezTo>
                  <a:pt x="199876" y="269670"/>
                  <a:pt x="192733" y="263717"/>
                  <a:pt x="178842" y="263717"/>
                </a:cubicBezTo>
                <a:cubicBezTo>
                  <a:pt x="164951" y="263717"/>
                  <a:pt x="144314" y="266495"/>
                  <a:pt x="133598" y="268479"/>
                </a:cubicBezTo>
                <a:cubicBezTo>
                  <a:pt x="122882" y="270463"/>
                  <a:pt x="121295" y="270464"/>
                  <a:pt x="114548" y="275623"/>
                </a:cubicBezTo>
                <a:cubicBezTo>
                  <a:pt x="107801" y="280783"/>
                  <a:pt x="98673" y="293880"/>
                  <a:pt x="93117" y="299436"/>
                </a:cubicBezTo>
                <a:cubicBezTo>
                  <a:pt x="87561" y="304992"/>
                  <a:pt x="85577" y="306183"/>
                  <a:pt x="81211" y="308961"/>
                </a:cubicBezTo>
                <a:cubicBezTo>
                  <a:pt x="76845" y="311739"/>
                  <a:pt x="72082" y="316501"/>
                  <a:pt x="66923" y="316104"/>
                </a:cubicBezTo>
                <a:cubicBezTo>
                  <a:pt x="61764" y="315707"/>
                  <a:pt x="55811" y="310944"/>
                  <a:pt x="50255" y="306579"/>
                </a:cubicBezTo>
                <a:cubicBezTo>
                  <a:pt x="44699" y="302214"/>
                  <a:pt x="39142" y="292689"/>
                  <a:pt x="33586" y="289911"/>
                </a:cubicBezTo>
                <a:cubicBezTo>
                  <a:pt x="28030" y="287133"/>
                  <a:pt x="21283" y="297452"/>
                  <a:pt x="16917" y="289911"/>
                </a:cubicBezTo>
                <a:cubicBezTo>
                  <a:pt x="12551" y="282370"/>
                  <a:pt x="10170" y="262526"/>
                  <a:pt x="7392" y="244667"/>
                </a:cubicBezTo>
                <a:cubicBezTo>
                  <a:pt x="4614" y="226808"/>
                  <a:pt x="1042" y="199820"/>
                  <a:pt x="248" y="182754"/>
                </a:cubicBezTo>
                <a:cubicBezTo>
                  <a:pt x="-546" y="165688"/>
                  <a:pt x="646" y="155767"/>
                  <a:pt x="2630" y="142273"/>
                </a:cubicBezTo>
                <a:cubicBezTo>
                  <a:pt x="4614" y="128779"/>
                  <a:pt x="9377" y="112111"/>
                  <a:pt x="12155" y="101792"/>
                </a:cubicBezTo>
                <a:cubicBezTo>
                  <a:pt x="14933" y="91473"/>
                  <a:pt x="15726" y="87108"/>
                  <a:pt x="19298" y="80361"/>
                </a:cubicBezTo>
                <a:cubicBezTo>
                  <a:pt x="22870" y="73614"/>
                  <a:pt x="28824" y="65280"/>
                  <a:pt x="33586" y="61311"/>
                </a:cubicBezTo>
                <a:cubicBezTo>
                  <a:pt x="38348" y="57342"/>
                  <a:pt x="41126" y="53373"/>
                  <a:pt x="47873" y="56548"/>
                </a:cubicBezTo>
                <a:cubicBezTo>
                  <a:pt x="54620" y="59723"/>
                  <a:pt x="64939" y="73217"/>
                  <a:pt x="74067" y="80361"/>
                </a:cubicBezTo>
                <a:cubicBezTo>
                  <a:pt x="83195" y="87505"/>
                  <a:pt x="92720" y="94252"/>
                  <a:pt x="102642" y="99411"/>
                </a:cubicBezTo>
                <a:cubicBezTo>
                  <a:pt x="112564" y="104570"/>
                  <a:pt x="123676" y="110127"/>
                  <a:pt x="133598" y="111317"/>
                </a:cubicBezTo>
                <a:cubicBezTo>
                  <a:pt x="143520" y="112507"/>
                  <a:pt x="155029" y="112110"/>
                  <a:pt x="162173" y="106554"/>
                </a:cubicBezTo>
                <a:cubicBezTo>
                  <a:pt x="169317" y="100998"/>
                  <a:pt x="174476" y="87504"/>
                  <a:pt x="176461" y="77979"/>
                </a:cubicBezTo>
                <a:cubicBezTo>
                  <a:pt x="178445" y="68454"/>
                  <a:pt x="172492" y="58532"/>
                  <a:pt x="174080" y="49404"/>
                </a:cubicBezTo>
                <a:cubicBezTo>
                  <a:pt x="175667" y="40276"/>
                  <a:pt x="178842" y="31148"/>
                  <a:pt x="185986" y="23211"/>
                </a:cubicBezTo>
                <a:cubicBezTo>
                  <a:pt x="193130" y="15274"/>
                  <a:pt x="209798" y="5351"/>
                  <a:pt x="216942" y="1779"/>
                </a:cubicBezTo>
                <a:cubicBezTo>
                  <a:pt x="224086" y="-1793"/>
                  <a:pt x="221704" y="985"/>
                  <a:pt x="228848" y="1779"/>
                </a:cubicBezTo>
                <a:cubicBezTo>
                  <a:pt x="235992" y="2573"/>
                  <a:pt x="249883" y="2970"/>
                  <a:pt x="259805" y="6542"/>
                </a:cubicBezTo>
                <a:cubicBezTo>
                  <a:pt x="269727" y="10114"/>
                  <a:pt x="280442" y="17655"/>
                  <a:pt x="288380" y="23211"/>
                </a:cubicBezTo>
                <a:cubicBezTo>
                  <a:pt x="296318" y="28767"/>
                  <a:pt x="301080" y="33529"/>
                  <a:pt x="307430" y="39879"/>
                </a:cubicBezTo>
                <a:cubicBezTo>
                  <a:pt x="313780" y="46229"/>
                  <a:pt x="322511" y="56945"/>
                  <a:pt x="326480" y="61311"/>
                </a:cubicBezTo>
                <a:cubicBezTo>
                  <a:pt x="330449" y="65677"/>
                  <a:pt x="334417" y="61311"/>
                  <a:pt x="331242" y="66073"/>
                </a:cubicBezTo>
                <a:cubicBezTo>
                  <a:pt x="328067" y="70835"/>
                  <a:pt x="313383" y="80758"/>
                  <a:pt x="307430" y="89886"/>
                </a:cubicBezTo>
                <a:cubicBezTo>
                  <a:pt x="301477" y="99014"/>
                  <a:pt x="297904" y="110127"/>
                  <a:pt x="295523" y="120842"/>
                </a:cubicBezTo>
                <a:cubicBezTo>
                  <a:pt x="293142" y="131557"/>
                  <a:pt x="295126" y="141082"/>
                  <a:pt x="293142" y="154179"/>
                </a:cubicBezTo>
                <a:cubicBezTo>
                  <a:pt x="291158" y="167276"/>
                  <a:pt x="285601" y="182357"/>
                  <a:pt x="283617" y="199423"/>
                </a:cubicBezTo>
                <a:cubicBezTo>
                  <a:pt x="281633" y="216489"/>
                  <a:pt x="292348" y="245064"/>
                  <a:pt x="281236" y="256573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p:sp>
        <p:nvSpPr>
          <p:cNvPr id="187" name="baby niigata">
            <a:extLst>
              <a:ext uri="{FF2B5EF4-FFF2-40B4-BE49-F238E27FC236}">
                <a16:creationId xmlns:a16="http://schemas.microsoft.com/office/drawing/2014/main" id="{51230825-3154-2072-4CE5-F588D7519F53}"/>
              </a:ext>
            </a:extLst>
          </p:cNvPr>
          <p:cNvSpPr/>
          <p:nvPr/>
        </p:nvSpPr>
        <p:spPr>
          <a:xfrm>
            <a:off x="6531657" y="3514463"/>
            <a:ext cx="69168" cy="186000"/>
          </a:xfrm>
          <a:custGeom>
            <a:avLst/>
            <a:gdLst>
              <a:gd name="connsiteX0" fmla="*/ 7256 w 69168"/>
              <a:gd name="connsiteY0" fmla="*/ 109800 h 186000"/>
              <a:gd name="connsiteX1" fmla="*/ 2493 w 69168"/>
              <a:gd name="connsiteY1" fmla="*/ 38362 h 186000"/>
              <a:gd name="connsiteX2" fmla="*/ 50118 w 69168"/>
              <a:gd name="connsiteY2" fmla="*/ 262 h 186000"/>
              <a:gd name="connsiteX3" fmla="*/ 69168 w 69168"/>
              <a:gd name="connsiteY3" fmla="*/ 24075 h 186000"/>
              <a:gd name="connsiteX4" fmla="*/ 50118 w 69168"/>
              <a:gd name="connsiteY4" fmla="*/ 71700 h 186000"/>
              <a:gd name="connsiteX5" fmla="*/ 64406 w 69168"/>
              <a:gd name="connsiteY5" fmla="*/ 105037 h 186000"/>
              <a:gd name="connsiteX6" fmla="*/ 59643 w 69168"/>
              <a:gd name="connsiteY6" fmla="*/ 166950 h 186000"/>
              <a:gd name="connsiteX7" fmla="*/ 35831 w 69168"/>
              <a:gd name="connsiteY7" fmla="*/ 186000 h 186000"/>
              <a:gd name="connsiteX8" fmla="*/ 12018 w 69168"/>
              <a:gd name="connsiteY8" fmla="*/ 166950 h 186000"/>
              <a:gd name="connsiteX9" fmla="*/ 7256 w 69168"/>
              <a:gd name="connsiteY9" fmla="*/ 109800 h 18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9168" h="186000">
                <a:moveTo>
                  <a:pt x="7256" y="109800"/>
                </a:moveTo>
                <a:cubicBezTo>
                  <a:pt x="5668" y="88369"/>
                  <a:pt x="-4651" y="56618"/>
                  <a:pt x="2493" y="38362"/>
                </a:cubicBezTo>
                <a:cubicBezTo>
                  <a:pt x="9637" y="20106"/>
                  <a:pt x="39006" y="2643"/>
                  <a:pt x="50118" y="262"/>
                </a:cubicBezTo>
                <a:cubicBezTo>
                  <a:pt x="61231" y="-2119"/>
                  <a:pt x="69168" y="12169"/>
                  <a:pt x="69168" y="24075"/>
                </a:cubicBezTo>
                <a:cubicBezTo>
                  <a:pt x="69168" y="35981"/>
                  <a:pt x="50912" y="58206"/>
                  <a:pt x="50118" y="71700"/>
                </a:cubicBezTo>
                <a:cubicBezTo>
                  <a:pt x="49324" y="85194"/>
                  <a:pt x="62819" y="89162"/>
                  <a:pt x="64406" y="105037"/>
                </a:cubicBezTo>
                <a:cubicBezTo>
                  <a:pt x="65994" y="120912"/>
                  <a:pt x="64405" y="153456"/>
                  <a:pt x="59643" y="166950"/>
                </a:cubicBezTo>
                <a:cubicBezTo>
                  <a:pt x="54881" y="180444"/>
                  <a:pt x="43768" y="186000"/>
                  <a:pt x="35831" y="186000"/>
                </a:cubicBezTo>
                <a:cubicBezTo>
                  <a:pt x="27894" y="186000"/>
                  <a:pt x="14399" y="182825"/>
                  <a:pt x="12018" y="166950"/>
                </a:cubicBezTo>
                <a:cubicBezTo>
                  <a:pt x="9637" y="151075"/>
                  <a:pt x="8844" y="131231"/>
                  <a:pt x="7256" y="109800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p:sp>
        <p:nvSpPr>
          <p:cNvPr id="115" name="15 Niigata">
            <a:extLst>
              <a:ext uri="{FF2B5EF4-FFF2-40B4-BE49-F238E27FC236}">
                <a16:creationId xmlns:a16="http://schemas.microsoft.com/office/drawing/2014/main" id="{EC0B2DB1-E562-03DE-6349-A878FE49620A}"/>
              </a:ext>
            </a:extLst>
          </p:cNvPr>
          <p:cNvSpPr/>
          <p:nvPr/>
        </p:nvSpPr>
        <p:spPr>
          <a:xfrm>
            <a:off x="6372265" y="3290848"/>
            <a:ext cx="655060" cy="781558"/>
          </a:xfrm>
          <a:custGeom>
            <a:avLst/>
            <a:gdLst>
              <a:gd name="connsiteX0" fmla="*/ 2341 w 655060"/>
              <a:gd name="connsiteY0" fmla="*/ 723940 h 781558"/>
              <a:gd name="connsiteX1" fmla="*/ 123785 w 655060"/>
              <a:gd name="connsiteY1" fmla="*/ 671552 h 781558"/>
              <a:gd name="connsiteX2" fmla="*/ 221416 w 655060"/>
              <a:gd name="connsiteY2" fmla="*/ 578683 h 781558"/>
              <a:gd name="connsiteX3" fmla="*/ 271423 w 655060"/>
              <a:gd name="connsiteY3" fmla="*/ 500102 h 781558"/>
              <a:gd name="connsiteX4" fmla="*/ 338098 w 655060"/>
              <a:gd name="connsiteY4" fmla="*/ 385802 h 781558"/>
              <a:gd name="connsiteX5" fmla="*/ 388104 w 655060"/>
              <a:gd name="connsiteY5" fmla="*/ 300077 h 781558"/>
              <a:gd name="connsiteX6" fmla="*/ 447635 w 655060"/>
              <a:gd name="connsiteY6" fmla="*/ 221496 h 781558"/>
              <a:gd name="connsiteX7" fmla="*/ 502404 w 655060"/>
              <a:gd name="connsiteY7" fmla="*/ 159583 h 781558"/>
              <a:gd name="connsiteX8" fmla="*/ 533360 w 655060"/>
              <a:gd name="connsiteY8" fmla="*/ 85765 h 781558"/>
              <a:gd name="connsiteX9" fmla="*/ 535741 w 655060"/>
              <a:gd name="connsiteY9" fmla="*/ 26233 h 781558"/>
              <a:gd name="connsiteX10" fmla="*/ 538123 w 655060"/>
              <a:gd name="connsiteY10" fmla="*/ 40 h 781558"/>
              <a:gd name="connsiteX11" fmla="*/ 585748 w 655060"/>
              <a:gd name="connsiteY11" fmla="*/ 21471 h 781558"/>
              <a:gd name="connsiteX12" fmla="*/ 630991 w 655060"/>
              <a:gd name="connsiteY12" fmla="*/ 66715 h 781558"/>
              <a:gd name="connsiteX13" fmla="*/ 654804 w 655060"/>
              <a:gd name="connsiteY13" fmla="*/ 109577 h 781558"/>
              <a:gd name="connsiteX14" fmla="*/ 616704 w 655060"/>
              <a:gd name="connsiteY14" fmla="*/ 147677 h 781558"/>
              <a:gd name="connsiteX15" fmla="*/ 573841 w 655060"/>
              <a:gd name="connsiteY15" fmla="*/ 185777 h 781558"/>
              <a:gd name="connsiteX16" fmla="*/ 588129 w 655060"/>
              <a:gd name="connsiteY16" fmla="*/ 238165 h 781558"/>
              <a:gd name="connsiteX17" fmla="*/ 623848 w 655060"/>
              <a:gd name="connsiteY17" fmla="*/ 276265 h 781558"/>
              <a:gd name="connsiteX18" fmla="*/ 630991 w 655060"/>
              <a:gd name="connsiteY18" fmla="*/ 292933 h 781558"/>
              <a:gd name="connsiteX19" fmla="*/ 607179 w 655060"/>
              <a:gd name="connsiteY19" fmla="*/ 321508 h 781558"/>
              <a:gd name="connsiteX20" fmla="*/ 607179 w 655060"/>
              <a:gd name="connsiteY20" fmla="*/ 366752 h 781558"/>
              <a:gd name="connsiteX21" fmla="*/ 600035 w 655060"/>
              <a:gd name="connsiteY21" fmla="*/ 414377 h 781558"/>
              <a:gd name="connsiteX22" fmla="*/ 557173 w 655060"/>
              <a:gd name="connsiteY22" fmla="*/ 440571 h 781558"/>
              <a:gd name="connsiteX23" fmla="*/ 502404 w 655060"/>
              <a:gd name="connsiteY23" fmla="*/ 471527 h 781558"/>
              <a:gd name="connsiteX24" fmla="*/ 478591 w 655060"/>
              <a:gd name="connsiteY24" fmla="*/ 490577 h 781558"/>
              <a:gd name="connsiteX25" fmla="*/ 483354 w 655060"/>
              <a:gd name="connsiteY25" fmla="*/ 557252 h 781558"/>
              <a:gd name="connsiteX26" fmla="*/ 511929 w 655060"/>
              <a:gd name="connsiteY26" fmla="*/ 609640 h 781558"/>
              <a:gd name="connsiteX27" fmla="*/ 528598 w 655060"/>
              <a:gd name="connsiteY27" fmla="*/ 638215 h 781558"/>
              <a:gd name="connsiteX28" fmla="*/ 533360 w 655060"/>
              <a:gd name="connsiteY28" fmla="*/ 657265 h 781558"/>
              <a:gd name="connsiteX29" fmla="*/ 490498 w 655060"/>
              <a:gd name="connsiteY29" fmla="*/ 654883 h 781558"/>
              <a:gd name="connsiteX30" fmla="*/ 464304 w 655060"/>
              <a:gd name="connsiteY30" fmla="*/ 692983 h 781558"/>
              <a:gd name="connsiteX31" fmla="*/ 407154 w 655060"/>
              <a:gd name="connsiteY31" fmla="*/ 762040 h 781558"/>
              <a:gd name="connsiteX32" fmla="*/ 390485 w 655060"/>
              <a:gd name="connsiteY32" fmla="*/ 781090 h 781558"/>
              <a:gd name="connsiteX33" fmla="*/ 352385 w 655060"/>
              <a:gd name="connsiteY33" fmla="*/ 747752 h 781558"/>
              <a:gd name="connsiteX34" fmla="*/ 333335 w 655060"/>
              <a:gd name="connsiteY34" fmla="*/ 716796 h 781558"/>
              <a:gd name="connsiteX35" fmla="*/ 309523 w 655060"/>
              <a:gd name="connsiteY35" fmla="*/ 683458 h 781558"/>
              <a:gd name="connsiteX36" fmla="*/ 295235 w 655060"/>
              <a:gd name="connsiteY36" fmla="*/ 673933 h 781558"/>
              <a:gd name="connsiteX37" fmla="*/ 261898 w 655060"/>
              <a:gd name="connsiteY37" fmla="*/ 692983 h 781558"/>
              <a:gd name="connsiteX38" fmla="*/ 228560 w 655060"/>
              <a:gd name="connsiteY38" fmla="*/ 728702 h 781558"/>
              <a:gd name="connsiteX39" fmla="*/ 197604 w 655060"/>
              <a:gd name="connsiteY39" fmla="*/ 752515 h 781558"/>
              <a:gd name="connsiteX40" fmla="*/ 157123 w 655060"/>
              <a:gd name="connsiteY40" fmla="*/ 769183 h 781558"/>
              <a:gd name="connsiteX41" fmla="*/ 119023 w 655060"/>
              <a:gd name="connsiteY41" fmla="*/ 776327 h 781558"/>
              <a:gd name="connsiteX42" fmla="*/ 92829 w 655060"/>
              <a:gd name="connsiteY42" fmla="*/ 764421 h 781558"/>
              <a:gd name="connsiteX43" fmla="*/ 64254 w 655060"/>
              <a:gd name="connsiteY43" fmla="*/ 771565 h 781558"/>
              <a:gd name="connsiteX44" fmla="*/ 45204 w 655060"/>
              <a:gd name="connsiteY44" fmla="*/ 778708 h 781558"/>
              <a:gd name="connsiteX45" fmla="*/ 2341 w 655060"/>
              <a:gd name="connsiteY45" fmla="*/ 723940 h 7815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655060" h="781558">
                <a:moveTo>
                  <a:pt x="2341" y="723940"/>
                </a:moveTo>
                <a:cubicBezTo>
                  <a:pt x="15438" y="706081"/>
                  <a:pt x="87273" y="695761"/>
                  <a:pt x="123785" y="671552"/>
                </a:cubicBezTo>
                <a:cubicBezTo>
                  <a:pt x="160298" y="647342"/>
                  <a:pt x="196810" y="607258"/>
                  <a:pt x="221416" y="578683"/>
                </a:cubicBezTo>
                <a:cubicBezTo>
                  <a:pt x="246022" y="550108"/>
                  <a:pt x="251976" y="532249"/>
                  <a:pt x="271423" y="500102"/>
                </a:cubicBezTo>
                <a:cubicBezTo>
                  <a:pt x="290870" y="467955"/>
                  <a:pt x="338098" y="385802"/>
                  <a:pt x="338098" y="385802"/>
                </a:cubicBezTo>
                <a:cubicBezTo>
                  <a:pt x="357545" y="352464"/>
                  <a:pt x="369848" y="327461"/>
                  <a:pt x="388104" y="300077"/>
                </a:cubicBezTo>
                <a:cubicBezTo>
                  <a:pt x="406360" y="272693"/>
                  <a:pt x="428585" y="244912"/>
                  <a:pt x="447635" y="221496"/>
                </a:cubicBezTo>
                <a:cubicBezTo>
                  <a:pt x="466685" y="198080"/>
                  <a:pt x="488117" y="182205"/>
                  <a:pt x="502404" y="159583"/>
                </a:cubicBezTo>
                <a:cubicBezTo>
                  <a:pt x="516692" y="136961"/>
                  <a:pt x="527804" y="107990"/>
                  <a:pt x="533360" y="85765"/>
                </a:cubicBezTo>
                <a:cubicBezTo>
                  <a:pt x="538916" y="63540"/>
                  <a:pt x="534947" y="40520"/>
                  <a:pt x="535741" y="26233"/>
                </a:cubicBezTo>
                <a:cubicBezTo>
                  <a:pt x="536535" y="11946"/>
                  <a:pt x="529789" y="834"/>
                  <a:pt x="538123" y="40"/>
                </a:cubicBezTo>
                <a:cubicBezTo>
                  <a:pt x="546457" y="-754"/>
                  <a:pt x="570270" y="10358"/>
                  <a:pt x="585748" y="21471"/>
                </a:cubicBezTo>
                <a:cubicBezTo>
                  <a:pt x="601226" y="32583"/>
                  <a:pt x="619482" y="52031"/>
                  <a:pt x="630991" y="66715"/>
                </a:cubicBezTo>
                <a:cubicBezTo>
                  <a:pt x="642500" y="81399"/>
                  <a:pt x="657185" y="96083"/>
                  <a:pt x="654804" y="109577"/>
                </a:cubicBezTo>
                <a:cubicBezTo>
                  <a:pt x="652423" y="123071"/>
                  <a:pt x="630198" y="134977"/>
                  <a:pt x="616704" y="147677"/>
                </a:cubicBezTo>
                <a:cubicBezTo>
                  <a:pt x="603210" y="160377"/>
                  <a:pt x="578604" y="170696"/>
                  <a:pt x="573841" y="185777"/>
                </a:cubicBezTo>
                <a:cubicBezTo>
                  <a:pt x="569079" y="200858"/>
                  <a:pt x="579795" y="223084"/>
                  <a:pt x="588129" y="238165"/>
                </a:cubicBezTo>
                <a:cubicBezTo>
                  <a:pt x="596463" y="253246"/>
                  <a:pt x="616704" y="267137"/>
                  <a:pt x="623848" y="276265"/>
                </a:cubicBezTo>
                <a:cubicBezTo>
                  <a:pt x="630992" y="285393"/>
                  <a:pt x="633769" y="285393"/>
                  <a:pt x="630991" y="292933"/>
                </a:cubicBezTo>
                <a:cubicBezTo>
                  <a:pt x="628213" y="300473"/>
                  <a:pt x="611148" y="309205"/>
                  <a:pt x="607179" y="321508"/>
                </a:cubicBezTo>
                <a:cubicBezTo>
                  <a:pt x="603210" y="333811"/>
                  <a:pt x="608370" y="351274"/>
                  <a:pt x="607179" y="366752"/>
                </a:cubicBezTo>
                <a:cubicBezTo>
                  <a:pt x="605988" y="382230"/>
                  <a:pt x="608369" y="402074"/>
                  <a:pt x="600035" y="414377"/>
                </a:cubicBezTo>
                <a:cubicBezTo>
                  <a:pt x="591701" y="426680"/>
                  <a:pt x="573445" y="431046"/>
                  <a:pt x="557173" y="440571"/>
                </a:cubicBezTo>
                <a:cubicBezTo>
                  <a:pt x="540901" y="450096"/>
                  <a:pt x="515501" y="463193"/>
                  <a:pt x="502404" y="471527"/>
                </a:cubicBezTo>
                <a:cubicBezTo>
                  <a:pt x="489307" y="479861"/>
                  <a:pt x="481766" y="476290"/>
                  <a:pt x="478591" y="490577"/>
                </a:cubicBezTo>
                <a:cubicBezTo>
                  <a:pt x="475416" y="504864"/>
                  <a:pt x="477798" y="537408"/>
                  <a:pt x="483354" y="557252"/>
                </a:cubicBezTo>
                <a:cubicBezTo>
                  <a:pt x="488910" y="577096"/>
                  <a:pt x="504388" y="596146"/>
                  <a:pt x="511929" y="609640"/>
                </a:cubicBezTo>
                <a:cubicBezTo>
                  <a:pt x="519470" y="623134"/>
                  <a:pt x="525026" y="630278"/>
                  <a:pt x="528598" y="638215"/>
                </a:cubicBezTo>
                <a:cubicBezTo>
                  <a:pt x="532170" y="646152"/>
                  <a:pt x="539710" y="654487"/>
                  <a:pt x="533360" y="657265"/>
                </a:cubicBezTo>
                <a:cubicBezTo>
                  <a:pt x="527010" y="660043"/>
                  <a:pt x="502007" y="648930"/>
                  <a:pt x="490498" y="654883"/>
                </a:cubicBezTo>
                <a:cubicBezTo>
                  <a:pt x="478989" y="660836"/>
                  <a:pt x="478195" y="675124"/>
                  <a:pt x="464304" y="692983"/>
                </a:cubicBezTo>
                <a:cubicBezTo>
                  <a:pt x="450413" y="710842"/>
                  <a:pt x="419457" y="747356"/>
                  <a:pt x="407154" y="762040"/>
                </a:cubicBezTo>
                <a:cubicBezTo>
                  <a:pt x="394851" y="776725"/>
                  <a:pt x="399613" y="783471"/>
                  <a:pt x="390485" y="781090"/>
                </a:cubicBezTo>
                <a:cubicBezTo>
                  <a:pt x="381357" y="778709"/>
                  <a:pt x="361910" y="758468"/>
                  <a:pt x="352385" y="747752"/>
                </a:cubicBezTo>
                <a:cubicBezTo>
                  <a:pt x="342860" y="737036"/>
                  <a:pt x="340479" y="727512"/>
                  <a:pt x="333335" y="716796"/>
                </a:cubicBezTo>
                <a:cubicBezTo>
                  <a:pt x="326191" y="706080"/>
                  <a:pt x="315873" y="690602"/>
                  <a:pt x="309523" y="683458"/>
                </a:cubicBezTo>
                <a:cubicBezTo>
                  <a:pt x="303173" y="676314"/>
                  <a:pt x="303173" y="672345"/>
                  <a:pt x="295235" y="673933"/>
                </a:cubicBezTo>
                <a:cubicBezTo>
                  <a:pt x="287297" y="675521"/>
                  <a:pt x="273011" y="683855"/>
                  <a:pt x="261898" y="692983"/>
                </a:cubicBezTo>
                <a:cubicBezTo>
                  <a:pt x="250786" y="702111"/>
                  <a:pt x="239276" y="718780"/>
                  <a:pt x="228560" y="728702"/>
                </a:cubicBezTo>
                <a:cubicBezTo>
                  <a:pt x="217844" y="738624"/>
                  <a:pt x="209510" y="745768"/>
                  <a:pt x="197604" y="752515"/>
                </a:cubicBezTo>
                <a:cubicBezTo>
                  <a:pt x="185698" y="759262"/>
                  <a:pt x="170220" y="765214"/>
                  <a:pt x="157123" y="769183"/>
                </a:cubicBezTo>
                <a:cubicBezTo>
                  <a:pt x="144026" y="773152"/>
                  <a:pt x="129739" y="777121"/>
                  <a:pt x="119023" y="776327"/>
                </a:cubicBezTo>
                <a:cubicBezTo>
                  <a:pt x="108307" y="775533"/>
                  <a:pt x="101957" y="765215"/>
                  <a:pt x="92829" y="764421"/>
                </a:cubicBezTo>
                <a:cubicBezTo>
                  <a:pt x="83701" y="763627"/>
                  <a:pt x="72191" y="769184"/>
                  <a:pt x="64254" y="771565"/>
                </a:cubicBezTo>
                <a:cubicBezTo>
                  <a:pt x="56317" y="773946"/>
                  <a:pt x="55523" y="784661"/>
                  <a:pt x="45204" y="778708"/>
                </a:cubicBezTo>
                <a:cubicBezTo>
                  <a:pt x="34885" y="772755"/>
                  <a:pt x="-10756" y="741799"/>
                  <a:pt x="2341" y="723940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p:sp>
        <p:nvSpPr>
          <p:cNvPr id="59" name="14 Kanagawa">
            <a:extLst>
              <a:ext uri="{FF2B5EF4-FFF2-40B4-BE49-F238E27FC236}">
                <a16:creationId xmlns:a16="http://schemas.microsoft.com/office/drawing/2014/main" id="{E06C93BC-CFD3-CB79-7347-F244E042D353}"/>
              </a:ext>
            </a:extLst>
          </p:cNvPr>
          <p:cNvSpPr/>
          <p:nvPr/>
        </p:nvSpPr>
        <p:spPr>
          <a:xfrm>
            <a:off x="6890352" y="4516354"/>
            <a:ext cx="298692" cy="199111"/>
          </a:xfrm>
          <a:custGeom>
            <a:avLst/>
            <a:gdLst>
              <a:gd name="connsiteX0" fmla="*/ 72423 w 298692"/>
              <a:gd name="connsiteY0" fmla="*/ 198521 h 199111"/>
              <a:gd name="connsiteX1" fmla="*/ 29561 w 298692"/>
              <a:gd name="connsiteY1" fmla="*/ 169946 h 199111"/>
              <a:gd name="connsiteX2" fmla="*/ 27179 w 298692"/>
              <a:gd name="connsiteY2" fmla="*/ 150896 h 199111"/>
              <a:gd name="connsiteX3" fmla="*/ 34323 w 298692"/>
              <a:gd name="connsiteY3" fmla="*/ 129465 h 199111"/>
              <a:gd name="connsiteX4" fmla="*/ 15273 w 298692"/>
              <a:gd name="connsiteY4" fmla="*/ 119940 h 199111"/>
              <a:gd name="connsiteX5" fmla="*/ 3367 w 298692"/>
              <a:gd name="connsiteY5" fmla="*/ 112796 h 199111"/>
              <a:gd name="connsiteX6" fmla="*/ 986 w 298692"/>
              <a:gd name="connsiteY6" fmla="*/ 86602 h 199111"/>
              <a:gd name="connsiteX7" fmla="*/ 17654 w 298692"/>
              <a:gd name="connsiteY7" fmla="*/ 79459 h 199111"/>
              <a:gd name="connsiteX8" fmla="*/ 50992 w 298692"/>
              <a:gd name="connsiteY8" fmla="*/ 72315 h 199111"/>
              <a:gd name="connsiteX9" fmla="*/ 65279 w 298692"/>
              <a:gd name="connsiteY9" fmla="*/ 58027 h 199111"/>
              <a:gd name="connsiteX10" fmla="*/ 74804 w 298692"/>
              <a:gd name="connsiteY10" fmla="*/ 36596 h 199111"/>
              <a:gd name="connsiteX11" fmla="*/ 79567 w 298692"/>
              <a:gd name="connsiteY11" fmla="*/ 19927 h 199111"/>
              <a:gd name="connsiteX12" fmla="*/ 110523 w 298692"/>
              <a:gd name="connsiteY12" fmla="*/ 15165 h 199111"/>
              <a:gd name="connsiteX13" fmla="*/ 136717 w 298692"/>
              <a:gd name="connsiteY13" fmla="*/ 10402 h 199111"/>
              <a:gd name="connsiteX14" fmla="*/ 181961 w 298692"/>
              <a:gd name="connsiteY14" fmla="*/ 19927 h 199111"/>
              <a:gd name="connsiteX15" fmla="*/ 210536 w 298692"/>
              <a:gd name="connsiteY15" fmla="*/ 15165 h 199111"/>
              <a:gd name="connsiteX16" fmla="*/ 243873 w 298692"/>
              <a:gd name="connsiteY16" fmla="*/ 8021 h 199111"/>
              <a:gd name="connsiteX17" fmla="*/ 262923 w 298692"/>
              <a:gd name="connsiteY17" fmla="*/ 877 h 199111"/>
              <a:gd name="connsiteX18" fmla="*/ 260542 w 298692"/>
              <a:gd name="connsiteY18" fmla="*/ 29452 h 199111"/>
              <a:gd name="connsiteX19" fmla="*/ 279592 w 298692"/>
              <a:gd name="connsiteY19" fmla="*/ 74696 h 199111"/>
              <a:gd name="connsiteX20" fmla="*/ 293879 w 298692"/>
              <a:gd name="connsiteY20" fmla="*/ 112796 h 199111"/>
              <a:gd name="connsiteX21" fmla="*/ 298642 w 298692"/>
              <a:gd name="connsiteY21" fmla="*/ 141371 h 199111"/>
              <a:gd name="connsiteX22" fmla="*/ 291498 w 298692"/>
              <a:gd name="connsiteY22" fmla="*/ 162802 h 199111"/>
              <a:gd name="connsiteX23" fmla="*/ 272448 w 298692"/>
              <a:gd name="connsiteY23" fmla="*/ 179471 h 199111"/>
              <a:gd name="connsiteX24" fmla="*/ 255779 w 298692"/>
              <a:gd name="connsiteY24" fmla="*/ 181852 h 199111"/>
              <a:gd name="connsiteX25" fmla="*/ 243873 w 298692"/>
              <a:gd name="connsiteY25" fmla="*/ 181852 h 199111"/>
              <a:gd name="connsiteX26" fmla="*/ 236729 w 298692"/>
              <a:gd name="connsiteY26" fmla="*/ 158040 h 199111"/>
              <a:gd name="connsiteX27" fmla="*/ 229586 w 298692"/>
              <a:gd name="connsiteY27" fmla="*/ 138990 h 199111"/>
              <a:gd name="connsiteX28" fmla="*/ 201011 w 298692"/>
              <a:gd name="connsiteY28" fmla="*/ 124702 h 199111"/>
              <a:gd name="connsiteX29" fmla="*/ 153386 w 298692"/>
              <a:gd name="connsiteY29" fmla="*/ 127084 h 199111"/>
              <a:gd name="connsiteX30" fmla="*/ 117667 w 298692"/>
              <a:gd name="connsiteY30" fmla="*/ 141371 h 199111"/>
              <a:gd name="connsiteX31" fmla="*/ 72423 w 298692"/>
              <a:gd name="connsiteY31" fmla="*/ 198521 h 1991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298692" h="199111">
                <a:moveTo>
                  <a:pt x="72423" y="198521"/>
                </a:moveTo>
                <a:cubicBezTo>
                  <a:pt x="57739" y="203284"/>
                  <a:pt x="37102" y="177883"/>
                  <a:pt x="29561" y="169946"/>
                </a:cubicBezTo>
                <a:cubicBezTo>
                  <a:pt x="22020" y="162009"/>
                  <a:pt x="26385" y="157643"/>
                  <a:pt x="27179" y="150896"/>
                </a:cubicBezTo>
                <a:cubicBezTo>
                  <a:pt x="27973" y="144149"/>
                  <a:pt x="36307" y="134624"/>
                  <a:pt x="34323" y="129465"/>
                </a:cubicBezTo>
                <a:cubicBezTo>
                  <a:pt x="32339" y="124306"/>
                  <a:pt x="20432" y="122718"/>
                  <a:pt x="15273" y="119940"/>
                </a:cubicBezTo>
                <a:cubicBezTo>
                  <a:pt x="10114" y="117162"/>
                  <a:pt x="5748" y="118352"/>
                  <a:pt x="3367" y="112796"/>
                </a:cubicBezTo>
                <a:cubicBezTo>
                  <a:pt x="986" y="107240"/>
                  <a:pt x="-1395" y="92158"/>
                  <a:pt x="986" y="86602"/>
                </a:cubicBezTo>
                <a:cubicBezTo>
                  <a:pt x="3367" y="81046"/>
                  <a:pt x="9320" y="81840"/>
                  <a:pt x="17654" y="79459"/>
                </a:cubicBezTo>
                <a:cubicBezTo>
                  <a:pt x="25988" y="77078"/>
                  <a:pt x="43055" y="75887"/>
                  <a:pt x="50992" y="72315"/>
                </a:cubicBezTo>
                <a:cubicBezTo>
                  <a:pt x="58929" y="68743"/>
                  <a:pt x="61310" y="63980"/>
                  <a:pt x="65279" y="58027"/>
                </a:cubicBezTo>
                <a:cubicBezTo>
                  <a:pt x="69248" y="52074"/>
                  <a:pt x="72423" y="42946"/>
                  <a:pt x="74804" y="36596"/>
                </a:cubicBezTo>
                <a:cubicBezTo>
                  <a:pt x="77185" y="30246"/>
                  <a:pt x="73614" y="23499"/>
                  <a:pt x="79567" y="19927"/>
                </a:cubicBezTo>
                <a:cubicBezTo>
                  <a:pt x="85520" y="16355"/>
                  <a:pt x="100998" y="16752"/>
                  <a:pt x="110523" y="15165"/>
                </a:cubicBezTo>
                <a:cubicBezTo>
                  <a:pt x="120048" y="13577"/>
                  <a:pt x="124811" y="9608"/>
                  <a:pt x="136717" y="10402"/>
                </a:cubicBezTo>
                <a:cubicBezTo>
                  <a:pt x="148623" y="11196"/>
                  <a:pt x="169658" y="19133"/>
                  <a:pt x="181961" y="19927"/>
                </a:cubicBezTo>
                <a:cubicBezTo>
                  <a:pt x="194264" y="20721"/>
                  <a:pt x="200217" y="17149"/>
                  <a:pt x="210536" y="15165"/>
                </a:cubicBezTo>
                <a:cubicBezTo>
                  <a:pt x="220855" y="13181"/>
                  <a:pt x="235142" y="10402"/>
                  <a:pt x="243873" y="8021"/>
                </a:cubicBezTo>
                <a:cubicBezTo>
                  <a:pt x="252604" y="5640"/>
                  <a:pt x="260145" y="-2695"/>
                  <a:pt x="262923" y="877"/>
                </a:cubicBezTo>
                <a:cubicBezTo>
                  <a:pt x="265701" y="4449"/>
                  <a:pt x="257764" y="17149"/>
                  <a:pt x="260542" y="29452"/>
                </a:cubicBezTo>
                <a:cubicBezTo>
                  <a:pt x="263320" y="41755"/>
                  <a:pt x="274036" y="60806"/>
                  <a:pt x="279592" y="74696"/>
                </a:cubicBezTo>
                <a:cubicBezTo>
                  <a:pt x="285148" y="88586"/>
                  <a:pt x="290704" y="101683"/>
                  <a:pt x="293879" y="112796"/>
                </a:cubicBezTo>
                <a:cubicBezTo>
                  <a:pt x="297054" y="123909"/>
                  <a:pt x="299039" y="133037"/>
                  <a:pt x="298642" y="141371"/>
                </a:cubicBezTo>
                <a:cubicBezTo>
                  <a:pt x="298245" y="149705"/>
                  <a:pt x="295864" y="156452"/>
                  <a:pt x="291498" y="162802"/>
                </a:cubicBezTo>
                <a:cubicBezTo>
                  <a:pt x="287132" y="169152"/>
                  <a:pt x="278401" y="176296"/>
                  <a:pt x="272448" y="179471"/>
                </a:cubicBezTo>
                <a:cubicBezTo>
                  <a:pt x="266495" y="182646"/>
                  <a:pt x="260541" y="181455"/>
                  <a:pt x="255779" y="181852"/>
                </a:cubicBezTo>
                <a:cubicBezTo>
                  <a:pt x="251017" y="182249"/>
                  <a:pt x="247048" y="185821"/>
                  <a:pt x="243873" y="181852"/>
                </a:cubicBezTo>
                <a:cubicBezTo>
                  <a:pt x="240698" y="177883"/>
                  <a:pt x="239110" y="165184"/>
                  <a:pt x="236729" y="158040"/>
                </a:cubicBezTo>
                <a:cubicBezTo>
                  <a:pt x="234348" y="150896"/>
                  <a:pt x="235539" y="144546"/>
                  <a:pt x="229586" y="138990"/>
                </a:cubicBezTo>
                <a:cubicBezTo>
                  <a:pt x="223633" y="133434"/>
                  <a:pt x="213711" y="126686"/>
                  <a:pt x="201011" y="124702"/>
                </a:cubicBezTo>
                <a:cubicBezTo>
                  <a:pt x="188311" y="122718"/>
                  <a:pt x="167277" y="124306"/>
                  <a:pt x="153386" y="127084"/>
                </a:cubicBezTo>
                <a:cubicBezTo>
                  <a:pt x="139495" y="129862"/>
                  <a:pt x="127986" y="133831"/>
                  <a:pt x="117667" y="141371"/>
                </a:cubicBezTo>
                <a:cubicBezTo>
                  <a:pt x="107348" y="148911"/>
                  <a:pt x="87107" y="193758"/>
                  <a:pt x="72423" y="198521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rgbClr val="FFC000"/>
              </a:solidFill>
            </a:endParaRPr>
          </a:p>
        </p:txBody>
      </p:sp>
      <p:sp>
        <p:nvSpPr>
          <p:cNvPr id="163" name="13 tokyo">
            <a:extLst>
              <a:ext uri="{FF2B5EF4-FFF2-40B4-BE49-F238E27FC236}">
                <a16:creationId xmlns:a16="http://schemas.microsoft.com/office/drawing/2014/main" id="{473AE9FD-E536-737B-D999-FC46487AA9BC}"/>
              </a:ext>
            </a:extLst>
          </p:cNvPr>
          <p:cNvSpPr/>
          <p:nvPr/>
        </p:nvSpPr>
        <p:spPr>
          <a:xfrm>
            <a:off x="6914148" y="4434210"/>
            <a:ext cx="286233" cy="101721"/>
          </a:xfrm>
          <a:custGeom>
            <a:avLst/>
            <a:gdLst>
              <a:gd name="connsiteX0" fmla="*/ 227221 w 286233"/>
              <a:gd name="connsiteY0" fmla="*/ 85403 h 101721"/>
              <a:gd name="connsiteX1" fmla="*/ 162927 w 286233"/>
              <a:gd name="connsiteY1" fmla="*/ 90165 h 101721"/>
              <a:gd name="connsiteX2" fmla="*/ 134352 w 286233"/>
              <a:gd name="connsiteY2" fmla="*/ 94928 h 101721"/>
              <a:gd name="connsiteX3" fmla="*/ 101015 w 286233"/>
              <a:gd name="connsiteY3" fmla="*/ 97309 h 101721"/>
              <a:gd name="connsiteX4" fmla="*/ 65296 w 286233"/>
              <a:gd name="connsiteY4" fmla="*/ 99690 h 101721"/>
              <a:gd name="connsiteX5" fmla="*/ 55771 w 286233"/>
              <a:gd name="connsiteY5" fmla="*/ 99690 h 101721"/>
              <a:gd name="connsiteX6" fmla="*/ 48627 w 286233"/>
              <a:gd name="connsiteY6" fmla="*/ 73496 h 101721"/>
              <a:gd name="connsiteX7" fmla="*/ 43865 w 286233"/>
              <a:gd name="connsiteY7" fmla="*/ 63971 h 101721"/>
              <a:gd name="connsiteX8" fmla="*/ 22433 w 286233"/>
              <a:gd name="connsiteY8" fmla="*/ 59209 h 101721"/>
              <a:gd name="connsiteX9" fmla="*/ 12908 w 286233"/>
              <a:gd name="connsiteY9" fmla="*/ 54446 h 101721"/>
              <a:gd name="connsiteX10" fmla="*/ 3383 w 286233"/>
              <a:gd name="connsiteY10" fmla="*/ 25871 h 101721"/>
              <a:gd name="connsiteX11" fmla="*/ 3383 w 286233"/>
              <a:gd name="connsiteY11" fmla="*/ 2059 h 101721"/>
              <a:gd name="connsiteX12" fmla="*/ 43865 w 286233"/>
              <a:gd name="connsiteY12" fmla="*/ 2059 h 101721"/>
              <a:gd name="connsiteX13" fmla="*/ 65296 w 286233"/>
              <a:gd name="connsiteY13" fmla="*/ 9203 h 101721"/>
              <a:gd name="connsiteX14" fmla="*/ 93871 w 286233"/>
              <a:gd name="connsiteY14" fmla="*/ 11584 h 101721"/>
              <a:gd name="connsiteX15" fmla="*/ 120065 w 286233"/>
              <a:gd name="connsiteY15" fmla="*/ 6821 h 101721"/>
              <a:gd name="connsiteX16" fmla="*/ 151021 w 286233"/>
              <a:gd name="connsiteY16" fmla="*/ 16346 h 101721"/>
              <a:gd name="connsiteX17" fmla="*/ 181977 w 286233"/>
              <a:gd name="connsiteY17" fmla="*/ 21109 h 101721"/>
              <a:gd name="connsiteX18" fmla="*/ 217696 w 286233"/>
              <a:gd name="connsiteY18" fmla="*/ 21109 h 101721"/>
              <a:gd name="connsiteX19" fmla="*/ 251033 w 286233"/>
              <a:gd name="connsiteY19" fmla="*/ 16346 h 101721"/>
              <a:gd name="connsiteX20" fmla="*/ 270083 w 286233"/>
              <a:gd name="connsiteY20" fmla="*/ 6821 h 101721"/>
              <a:gd name="connsiteX21" fmla="*/ 281990 w 286233"/>
              <a:gd name="connsiteY21" fmla="*/ 28253 h 101721"/>
              <a:gd name="connsiteX22" fmla="*/ 284371 w 286233"/>
              <a:gd name="connsiteY22" fmla="*/ 44921 h 101721"/>
              <a:gd name="connsiteX23" fmla="*/ 227221 w 286233"/>
              <a:gd name="connsiteY23" fmla="*/ 85403 h 1017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286233" h="101721">
                <a:moveTo>
                  <a:pt x="227221" y="85403"/>
                </a:moveTo>
                <a:cubicBezTo>
                  <a:pt x="206980" y="92944"/>
                  <a:pt x="178405" y="88578"/>
                  <a:pt x="162927" y="90165"/>
                </a:cubicBezTo>
                <a:cubicBezTo>
                  <a:pt x="147449" y="91753"/>
                  <a:pt x="144671" y="93737"/>
                  <a:pt x="134352" y="94928"/>
                </a:cubicBezTo>
                <a:cubicBezTo>
                  <a:pt x="124033" y="96119"/>
                  <a:pt x="101015" y="97309"/>
                  <a:pt x="101015" y="97309"/>
                </a:cubicBezTo>
                <a:lnTo>
                  <a:pt x="65296" y="99690"/>
                </a:lnTo>
                <a:cubicBezTo>
                  <a:pt x="57755" y="100087"/>
                  <a:pt x="58549" y="104056"/>
                  <a:pt x="55771" y="99690"/>
                </a:cubicBezTo>
                <a:cubicBezTo>
                  <a:pt x="52993" y="95324"/>
                  <a:pt x="48627" y="73496"/>
                  <a:pt x="48627" y="73496"/>
                </a:cubicBezTo>
                <a:cubicBezTo>
                  <a:pt x="46643" y="67543"/>
                  <a:pt x="48231" y="66352"/>
                  <a:pt x="43865" y="63971"/>
                </a:cubicBezTo>
                <a:cubicBezTo>
                  <a:pt x="39499" y="61590"/>
                  <a:pt x="22433" y="59209"/>
                  <a:pt x="22433" y="59209"/>
                </a:cubicBezTo>
                <a:cubicBezTo>
                  <a:pt x="17274" y="57622"/>
                  <a:pt x="16083" y="60002"/>
                  <a:pt x="12908" y="54446"/>
                </a:cubicBezTo>
                <a:cubicBezTo>
                  <a:pt x="9733" y="48890"/>
                  <a:pt x="4971" y="34602"/>
                  <a:pt x="3383" y="25871"/>
                </a:cubicBezTo>
                <a:cubicBezTo>
                  <a:pt x="1795" y="17140"/>
                  <a:pt x="-3364" y="6028"/>
                  <a:pt x="3383" y="2059"/>
                </a:cubicBezTo>
                <a:cubicBezTo>
                  <a:pt x="10130" y="-1910"/>
                  <a:pt x="33546" y="868"/>
                  <a:pt x="43865" y="2059"/>
                </a:cubicBezTo>
                <a:cubicBezTo>
                  <a:pt x="54184" y="3250"/>
                  <a:pt x="56962" y="7616"/>
                  <a:pt x="65296" y="9203"/>
                </a:cubicBezTo>
                <a:cubicBezTo>
                  <a:pt x="73630" y="10790"/>
                  <a:pt x="84743" y="11981"/>
                  <a:pt x="93871" y="11584"/>
                </a:cubicBezTo>
                <a:cubicBezTo>
                  <a:pt x="102999" y="11187"/>
                  <a:pt x="110540" y="6027"/>
                  <a:pt x="120065" y="6821"/>
                </a:cubicBezTo>
                <a:cubicBezTo>
                  <a:pt x="129590" y="7615"/>
                  <a:pt x="140702" y="13965"/>
                  <a:pt x="151021" y="16346"/>
                </a:cubicBezTo>
                <a:cubicBezTo>
                  <a:pt x="161340" y="18727"/>
                  <a:pt x="170865" y="20315"/>
                  <a:pt x="181977" y="21109"/>
                </a:cubicBezTo>
                <a:cubicBezTo>
                  <a:pt x="193089" y="21903"/>
                  <a:pt x="206187" y="21903"/>
                  <a:pt x="217696" y="21109"/>
                </a:cubicBezTo>
                <a:cubicBezTo>
                  <a:pt x="229205" y="20315"/>
                  <a:pt x="242302" y="18727"/>
                  <a:pt x="251033" y="16346"/>
                </a:cubicBezTo>
                <a:cubicBezTo>
                  <a:pt x="259764" y="13965"/>
                  <a:pt x="264923" y="4836"/>
                  <a:pt x="270083" y="6821"/>
                </a:cubicBezTo>
                <a:cubicBezTo>
                  <a:pt x="275243" y="8806"/>
                  <a:pt x="279609" y="21903"/>
                  <a:pt x="281990" y="28253"/>
                </a:cubicBezTo>
                <a:cubicBezTo>
                  <a:pt x="284371" y="34603"/>
                  <a:pt x="288737" y="39762"/>
                  <a:pt x="284371" y="44921"/>
                </a:cubicBezTo>
                <a:cubicBezTo>
                  <a:pt x="280005" y="50080"/>
                  <a:pt x="247462" y="77862"/>
                  <a:pt x="227221" y="85403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p:sp>
        <p:nvSpPr>
          <p:cNvPr id="108" name="12 Chiba">
            <a:extLst>
              <a:ext uri="{FF2B5EF4-FFF2-40B4-BE49-F238E27FC236}">
                <a16:creationId xmlns:a16="http://schemas.microsoft.com/office/drawing/2014/main" id="{F960DB30-9A42-D5E8-E651-10115361FF8D}"/>
              </a:ext>
            </a:extLst>
          </p:cNvPr>
          <p:cNvSpPr/>
          <p:nvPr/>
        </p:nvSpPr>
        <p:spPr>
          <a:xfrm>
            <a:off x="7157412" y="4316005"/>
            <a:ext cx="369719" cy="473568"/>
          </a:xfrm>
          <a:custGeom>
            <a:avLst/>
            <a:gdLst>
              <a:gd name="connsiteX0" fmla="*/ 69682 w 369719"/>
              <a:gd name="connsiteY0" fmla="*/ 472689 h 473568"/>
              <a:gd name="connsiteX1" fmla="*/ 69682 w 369719"/>
              <a:gd name="connsiteY1" fmla="*/ 413158 h 473568"/>
              <a:gd name="connsiteX2" fmla="*/ 60157 w 369719"/>
              <a:gd name="connsiteY2" fmla="*/ 389345 h 473568"/>
              <a:gd name="connsiteX3" fmla="*/ 57776 w 369719"/>
              <a:gd name="connsiteY3" fmla="*/ 360770 h 473568"/>
              <a:gd name="connsiteX4" fmla="*/ 53013 w 369719"/>
              <a:gd name="connsiteY4" fmla="*/ 317908 h 473568"/>
              <a:gd name="connsiteX5" fmla="*/ 60157 w 369719"/>
              <a:gd name="connsiteY5" fmla="*/ 267901 h 473568"/>
              <a:gd name="connsiteX6" fmla="*/ 81588 w 369719"/>
              <a:gd name="connsiteY6" fmla="*/ 244089 h 473568"/>
              <a:gd name="connsiteX7" fmla="*/ 114926 w 369719"/>
              <a:gd name="connsiteY7" fmla="*/ 205989 h 473568"/>
              <a:gd name="connsiteX8" fmla="*/ 126832 w 369719"/>
              <a:gd name="connsiteY8" fmla="*/ 186939 h 473568"/>
              <a:gd name="connsiteX9" fmla="*/ 110163 w 369719"/>
              <a:gd name="connsiteY9" fmla="*/ 151220 h 473568"/>
              <a:gd name="connsiteX10" fmla="*/ 93494 w 369719"/>
              <a:gd name="connsiteY10" fmla="*/ 146458 h 473568"/>
              <a:gd name="connsiteX11" fmla="*/ 67301 w 369719"/>
              <a:gd name="connsiteY11" fmla="*/ 146458 h 473568"/>
              <a:gd name="connsiteX12" fmla="*/ 38726 w 369719"/>
              <a:gd name="connsiteY12" fmla="*/ 155983 h 473568"/>
              <a:gd name="connsiteX13" fmla="*/ 36344 w 369719"/>
              <a:gd name="connsiteY13" fmla="*/ 125026 h 473568"/>
              <a:gd name="connsiteX14" fmla="*/ 38726 w 369719"/>
              <a:gd name="connsiteY14" fmla="*/ 94070 h 473568"/>
              <a:gd name="connsiteX15" fmla="*/ 26819 w 369719"/>
              <a:gd name="connsiteY15" fmla="*/ 65495 h 473568"/>
              <a:gd name="connsiteX16" fmla="*/ 7769 w 369719"/>
              <a:gd name="connsiteY16" fmla="*/ 46445 h 473568"/>
              <a:gd name="connsiteX17" fmla="*/ 3007 w 369719"/>
              <a:gd name="connsiteY17" fmla="*/ 13108 h 473568"/>
              <a:gd name="connsiteX18" fmla="*/ 3007 w 369719"/>
              <a:gd name="connsiteY18" fmla="*/ 1201 h 473568"/>
              <a:gd name="connsiteX19" fmla="*/ 41107 w 369719"/>
              <a:gd name="connsiteY19" fmla="*/ 22633 h 473568"/>
              <a:gd name="connsiteX20" fmla="*/ 69682 w 369719"/>
              <a:gd name="connsiteY20" fmla="*/ 44064 h 473568"/>
              <a:gd name="connsiteX21" fmla="*/ 114926 w 369719"/>
              <a:gd name="connsiteY21" fmla="*/ 67876 h 473568"/>
              <a:gd name="connsiteX22" fmla="*/ 150644 w 369719"/>
              <a:gd name="connsiteY22" fmla="*/ 79783 h 473568"/>
              <a:gd name="connsiteX23" fmla="*/ 172076 w 369719"/>
              <a:gd name="connsiteY23" fmla="*/ 65495 h 473568"/>
              <a:gd name="connsiteX24" fmla="*/ 198269 w 369719"/>
              <a:gd name="connsiteY24" fmla="*/ 27395 h 473568"/>
              <a:gd name="connsiteX25" fmla="*/ 207794 w 369719"/>
              <a:gd name="connsiteY25" fmla="*/ 17870 h 473568"/>
              <a:gd name="connsiteX26" fmla="*/ 233988 w 369719"/>
              <a:gd name="connsiteY26" fmla="*/ 17870 h 473568"/>
              <a:gd name="connsiteX27" fmla="*/ 281613 w 369719"/>
              <a:gd name="connsiteY27" fmla="*/ 8345 h 473568"/>
              <a:gd name="connsiteX28" fmla="*/ 305426 w 369719"/>
              <a:gd name="connsiteY28" fmla="*/ 1201 h 473568"/>
              <a:gd name="connsiteX29" fmla="*/ 353051 w 369719"/>
              <a:gd name="connsiteY29" fmla="*/ 34539 h 473568"/>
              <a:gd name="connsiteX30" fmla="*/ 369719 w 369719"/>
              <a:gd name="connsiteY30" fmla="*/ 60733 h 473568"/>
              <a:gd name="connsiteX31" fmla="*/ 353051 w 369719"/>
              <a:gd name="connsiteY31" fmla="*/ 82164 h 473568"/>
              <a:gd name="connsiteX32" fmla="*/ 317332 w 369719"/>
              <a:gd name="connsiteY32" fmla="*/ 110739 h 473568"/>
              <a:gd name="connsiteX33" fmla="*/ 267326 w 369719"/>
              <a:gd name="connsiteY33" fmla="*/ 146458 h 473568"/>
              <a:gd name="connsiteX34" fmla="*/ 241132 w 369719"/>
              <a:gd name="connsiteY34" fmla="*/ 186939 h 473568"/>
              <a:gd name="connsiteX35" fmla="*/ 243513 w 369719"/>
              <a:gd name="connsiteY35" fmla="*/ 272664 h 473568"/>
              <a:gd name="connsiteX36" fmla="*/ 255419 w 369719"/>
              <a:gd name="connsiteY36" fmla="*/ 341720 h 473568"/>
              <a:gd name="connsiteX37" fmla="*/ 229226 w 369719"/>
              <a:gd name="connsiteY37" fmla="*/ 363151 h 473568"/>
              <a:gd name="connsiteX38" fmla="*/ 188744 w 369719"/>
              <a:gd name="connsiteY38" fmla="*/ 382201 h 473568"/>
              <a:gd name="connsiteX39" fmla="*/ 153026 w 369719"/>
              <a:gd name="connsiteY39" fmla="*/ 415539 h 473568"/>
              <a:gd name="connsiteX40" fmla="*/ 138738 w 369719"/>
              <a:gd name="connsiteY40" fmla="*/ 446495 h 473568"/>
              <a:gd name="connsiteX41" fmla="*/ 69682 w 369719"/>
              <a:gd name="connsiteY41" fmla="*/ 472689 h 4735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369719" h="473568">
                <a:moveTo>
                  <a:pt x="69682" y="472689"/>
                </a:moveTo>
                <a:cubicBezTo>
                  <a:pt x="58173" y="467133"/>
                  <a:pt x="71270" y="427049"/>
                  <a:pt x="69682" y="413158"/>
                </a:cubicBezTo>
                <a:cubicBezTo>
                  <a:pt x="68094" y="399267"/>
                  <a:pt x="62141" y="398076"/>
                  <a:pt x="60157" y="389345"/>
                </a:cubicBezTo>
                <a:cubicBezTo>
                  <a:pt x="58173" y="380614"/>
                  <a:pt x="58967" y="372676"/>
                  <a:pt x="57776" y="360770"/>
                </a:cubicBezTo>
                <a:cubicBezTo>
                  <a:pt x="56585" y="348864"/>
                  <a:pt x="52616" y="333386"/>
                  <a:pt x="53013" y="317908"/>
                </a:cubicBezTo>
                <a:cubicBezTo>
                  <a:pt x="53410" y="302430"/>
                  <a:pt x="55395" y="280204"/>
                  <a:pt x="60157" y="267901"/>
                </a:cubicBezTo>
                <a:cubicBezTo>
                  <a:pt x="64919" y="255598"/>
                  <a:pt x="72460" y="254408"/>
                  <a:pt x="81588" y="244089"/>
                </a:cubicBezTo>
                <a:cubicBezTo>
                  <a:pt x="90716" y="233770"/>
                  <a:pt x="107385" y="215514"/>
                  <a:pt x="114926" y="205989"/>
                </a:cubicBezTo>
                <a:cubicBezTo>
                  <a:pt x="122467" y="196464"/>
                  <a:pt x="127626" y="196067"/>
                  <a:pt x="126832" y="186939"/>
                </a:cubicBezTo>
                <a:cubicBezTo>
                  <a:pt x="126038" y="177811"/>
                  <a:pt x="115719" y="157967"/>
                  <a:pt x="110163" y="151220"/>
                </a:cubicBezTo>
                <a:cubicBezTo>
                  <a:pt x="104607" y="144473"/>
                  <a:pt x="100638" y="147252"/>
                  <a:pt x="93494" y="146458"/>
                </a:cubicBezTo>
                <a:cubicBezTo>
                  <a:pt x="86350" y="145664"/>
                  <a:pt x="76429" y="144870"/>
                  <a:pt x="67301" y="146458"/>
                </a:cubicBezTo>
                <a:cubicBezTo>
                  <a:pt x="58173" y="148045"/>
                  <a:pt x="43885" y="159555"/>
                  <a:pt x="38726" y="155983"/>
                </a:cubicBezTo>
                <a:cubicBezTo>
                  <a:pt x="33566" y="152411"/>
                  <a:pt x="36344" y="135345"/>
                  <a:pt x="36344" y="125026"/>
                </a:cubicBezTo>
                <a:cubicBezTo>
                  <a:pt x="36344" y="114707"/>
                  <a:pt x="40314" y="103992"/>
                  <a:pt x="38726" y="94070"/>
                </a:cubicBezTo>
                <a:cubicBezTo>
                  <a:pt x="37138" y="84148"/>
                  <a:pt x="31978" y="73432"/>
                  <a:pt x="26819" y="65495"/>
                </a:cubicBezTo>
                <a:cubicBezTo>
                  <a:pt x="21660" y="57558"/>
                  <a:pt x="11738" y="55176"/>
                  <a:pt x="7769" y="46445"/>
                </a:cubicBezTo>
                <a:cubicBezTo>
                  <a:pt x="3800" y="37714"/>
                  <a:pt x="3801" y="20649"/>
                  <a:pt x="3007" y="13108"/>
                </a:cubicBezTo>
                <a:cubicBezTo>
                  <a:pt x="2213" y="5567"/>
                  <a:pt x="-3343" y="-387"/>
                  <a:pt x="3007" y="1201"/>
                </a:cubicBezTo>
                <a:cubicBezTo>
                  <a:pt x="9357" y="2788"/>
                  <a:pt x="29995" y="15489"/>
                  <a:pt x="41107" y="22633"/>
                </a:cubicBezTo>
                <a:cubicBezTo>
                  <a:pt x="52219" y="29777"/>
                  <a:pt x="57379" y="36523"/>
                  <a:pt x="69682" y="44064"/>
                </a:cubicBezTo>
                <a:cubicBezTo>
                  <a:pt x="81985" y="51604"/>
                  <a:pt x="101432" y="61923"/>
                  <a:pt x="114926" y="67876"/>
                </a:cubicBezTo>
                <a:cubicBezTo>
                  <a:pt x="128420" y="73829"/>
                  <a:pt x="141119" y="80180"/>
                  <a:pt x="150644" y="79783"/>
                </a:cubicBezTo>
                <a:cubicBezTo>
                  <a:pt x="160169" y="79386"/>
                  <a:pt x="164139" y="74226"/>
                  <a:pt x="172076" y="65495"/>
                </a:cubicBezTo>
                <a:cubicBezTo>
                  <a:pt x="180013" y="56764"/>
                  <a:pt x="192316" y="35332"/>
                  <a:pt x="198269" y="27395"/>
                </a:cubicBezTo>
                <a:cubicBezTo>
                  <a:pt x="204222" y="19457"/>
                  <a:pt x="201841" y="19457"/>
                  <a:pt x="207794" y="17870"/>
                </a:cubicBezTo>
                <a:cubicBezTo>
                  <a:pt x="213747" y="16282"/>
                  <a:pt x="221685" y="19457"/>
                  <a:pt x="233988" y="17870"/>
                </a:cubicBezTo>
                <a:cubicBezTo>
                  <a:pt x="246291" y="16283"/>
                  <a:pt x="269707" y="11123"/>
                  <a:pt x="281613" y="8345"/>
                </a:cubicBezTo>
                <a:cubicBezTo>
                  <a:pt x="293519" y="5567"/>
                  <a:pt x="293520" y="-3165"/>
                  <a:pt x="305426" y="1201"/>
                </a:cubicBezTo>
                <a:cubicBezTo>
                  <a:pt x="317332" y="5567"/>
                  <a:pt x="342335" y="24617"/>
                  <a:pt x="353051" y="34539"/>
                </a:cubicBezTo>
                <a:cubicBezTo>
                  <a:pt x="363767" y="44461"/>
                  <a:pt x="369719" y="52796"/>
                  <a:pt x="369719" y="60733"/>
                </a:cubicBezTo>
                <a:cubicBezTo>
                  <a:pt x="369719" y="68670"/>
                  <a:pt x="361782" y="73830"/>
                  <a:pt x="353051" y="82164"/>
                </a:cubicBezTo>
                <a:cubicBezTo>
                  <a:pt x="344320" y="90498"/>
                  <a:pt x="331620" y="100023"/>
                  <a:pt x="317332" y="110739"/>
                </a:cubicBezTo>
                <a:cubicBezTo>
                  <a:pt x="303044" y="121455"/>
                  <a:pt x="280026" y="133758"/>
                  <a:pt x="267326" y="146458"/>
                </a:cubicBezTo>
                <a:cubicBezTo>
                  <a:pt x="254626" y="159158"/>
                  <a:pt x="245101" y="165905"/>
                  <a:pt x="241132" y="186939"/>
                </a:cubicBezTo>
                <a:cubicBezTo>
                  <a:pt x="237163" y="207973"/>
                  <a:pt x="241132" y="246867"/>
                  <a:pt x="243513" y="272664"/>
                </a:cubicBezTo>
                <a:cubicBezTo>
                  <a:pt x="245894" y="298461"/>
                  <a:pt x="257800" y="326639"/>
                  <a:pt x="255419" y="341720"/>
                </a:cubicBezTo>
                <a:cubicBezTo>
                  <a:pt x="253038" y="356801"/>
                  <a:pt x="240338" y="356404"/>
                  <a:pt x="229226" y="363151"/>
                </a:cubicBezTo>
                <a:cubicBezTo>
                  <a:pt x="218114" y="369898"/>
                  <a:pt x="201444" y="373470"/>
                  <a:pt x="188744" y="382201"/>
                </a:cubicBezTo>
                <a:cubicBezTo>
                  <a:pt x="176044" y="390932"/>
                  <a:pt x="161360" y="404823"/>
                  <a:pt x="153026" y="415539"/>
                </a:cubicBezTo>
                <a:cubicBezTo>
                  <a:pt x="144692" y="426255"/>
                  <a:pt x="144691" y="436970"/>
                  <a:pt x="138738" y="446495"/>
                </a:cubicBezTo>
                <a:cubicBezTo>
                  <a:pt x="132785" y="456020"/>
                  <a:pt x="81191" y="478245"/>
                  <a:pt x="69682" y="472689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p:sp>
        <p:nvSpPr>
          <p:cNvPr id="183" name="11 Saitama">
            <a:extLst>
              <a:ext uri="{FF2B5EF4-FFF2-40B4-BE49-F238E27FC236}">
                <a16:creationId xmlns:a16="http://schemas.microsoft.com/office/drawing/2014/main" id="{66002BB6-333A-90E3-55C9-0A7D2DE93385}"/>
              </a:ext>
            </a:extLst>
          </p:cNvPr>
          <p:cNvSpPr/>
          <p:nvPr/>
        </p:nvSpPr>
        <p:spPr>
          <a:xfrm>
            <a:off x="6790658" y="4251040"/>
            <a:ext cx="410689" cy="240931"/>
          </a:xfrm>
          <a:custGeom>
            <a:avLst/>
            <a:gdLst>
              <a:gd name="connsiteX0" fmla="*/ 92896 w 393380"/>
              <a:gd name="connsiteY0" fmla="*/ 31436 h 241919"/>
              <a:gd name="connsiteX1" fmla="*/ 183383 w 393380"/>
              <a:gd name="connsiteY1" fmla="*/ 12386 h 241919"/>
              <a:gd name="connsiteX2" fmla="*/ 235771 w 393380"/>
              <a:gd name="connsiteY2" fmla="*/ 12386 h 241919"/>
              <a:gd name="connsiteX3" fmla="*/ 264346 w 393380"/>
              <a:gd name="connsiteY3" fmla="*/ 2861 h 241919"/>
              <a:gd name="connsiteX4" fmla="*/ 285777 w 393380"/>
              <a:gd name="connsiteY4" fmla="*/ 2861 h 241919"/>
              <a:gd name="connsiteX5" fmla="*/ 307208 w 393380"/>
              <a:gd name="connsiteY5" fmla="*/ 36198 h 241919"/>
              <a:gd name="connsiteX6" fmla="*/ 338164 w 393380"/>
              <a:gd name="connsiteY6" fmla="*/ 69536 h 241919"/>
              <a:gd name="connsiteX7" fmla="*/ 352452 w 393380"/>
              <a:gd name="connsiteY7" fmla="*/ 83823 h 241919"/>
              <a:gd name="connsiteX8" fmla="*/ 366739 w 393380"/>
              <a:gd name="connsiteY8" fmla="*/ 112398 h 241919"/>
              <a:gd name="connsiteX9" fmla="*/ 385789 w 393380"/>
              <a:gd name="connsiteY9" fmla="*/ 152879 h 241919"/>
              <a:gd name="connsiteX10" fmla="*/ 392933 w 393380"/>
              <a:gd name="connsiteY10" fmla="*/ 181454 h 241919"/>
              <a:gd name="connsiteX11" fmla="*/ 388171 w 393380"/>
              <a:gd name="connsiteY11" fmla="*/ 198123 h 241919"/>
              <a:gd name="connsiteX12" fmla="*/ 352452 w 393380"/>
              <a:gd name="connsiteY12" fmla="*/ 198123 h 241919"/>
              <a:gd name="connsiteX13" fmla="*/ 300064 w 393380"/>
              <a:gd name="connsiteY13" fmla="*/ 205267 h 241919"/>
              <a:gd name="connsiteX14" fmla="*/ 271489 w 393380"/>
              <a:gd name="connsiteY14" fmla="*/ 200504 h 241919"/>
              <a:gd name="connsiteX15" fmla="*/ 245296 w 393380"/>
              <a:gd name="connsiteY15" fmla="*/ 188598 h 241919"/>
              <a:gd name="connsiteX16" fmla="*/ 221483 w 393380"/>
              <a:gd name="connsiteY16" fmla="*/ 186217 h 241919"/>
              <a:gd name="connsiteX17" fmla="*/ 197671 w 393380"/>
              <a:gd name="connsiteY17" fmla="*/ 190979 h 241919"/>
              <a:gd name="connsiteX18" fmla="*/ 173858 w 393380"/>
              <a:gd name="connsiteY18" fmla="*/ 190979 h 241919"/>
              <a:gd name="connsiteX19" fmla="*/ 135758 w 393380"/>
              <a:gd name="connsiteY19" fmla="*/ 186217 h 241919"/>
              <a:gd name="connsiteX20" fmla="*/ 111946 w 393380"/>
              <a:gd name="connsiteY20" fmla="*/ 186217 h 241919"/>
              <a:gd name="connsiteX21" fmla="*/ 121471 w 393380"/>
              <a:gd name="connsiteY21" fmla="*/ 212411 h 241919"/>
              <a:gd name="connsiteX22" fmla="*/ 121471 w 393380"/>
              <a:gd name="connsiteY22" fmla="*/ 233842 h 241919"/>
              <a:gd name="connsiteX23" fmla="*/ 114327 w 393380"/>
              <a:gd name="connsiteY23" fmla="*/ 240986 h 241919"/>
              <a:gd name="connsiteX24" fmla="*/ 66702 w 393380"/>
              <a:gd name="connsiteY24" fmla="*/ 214792 h 241919"/>
              <a:gd name="connsiteX25" fmla="*/ 47652 w 393380"/>
              <a:gd name="connsiteY25" fmla="*/ 195742 h 241919"/>
              <a:gd name="connsiteX26" fmla="*/ 23839 w 393380"/>
              <a:gd name="connsiteY26" fmla="*/ 179073 h 241919"/>
              <a:gd name="connsiteX27" fmla="*/ 27 w 393380"/>
              <a:gd name="connsiteY27" fmla="*/ 169548 h 241919"/>
              <a:gd name="connsiteX28" fmla="*/ 28602 w 393380"/>
              <a:gd name="connsiteY28" fmla="*/ 145736 h 241919"/>
              <a:gd name="connsiteX29" fmla="*/ 59558 w 393380"/>
              <a:gd name="connsiteY29" fmla="*/ 88586 h 241919"/>
              <a:gd name="connsiteX30" fmla="*/ 92896 w 393380"/>
              <a:gd name="connsiteY30" fmla="*/ 31436 h 241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393380" h="241919">
                <a:moveTo>
                  <a:pt x="92896" y="31436"/>
                </a:moveTo>
                <a:cubicBezTo>
                  <a:pt x="113533" y="18736"/>
                  <a:pt x="159571" y="15561"/>
                  <a:pt x="183383" y="12386"/>
                </a:cubicBezTo>
                <a:cubicBezTo>
                  <a:pt x="207196" y="9211"/>
                  <a:pt x="222277" y="13973"/>
                  <a:pt x="235771" y="12386"/>
                </a:cubicBezTo>
                <a:cubicBezTo>
                  <a:pt x="249265" y="10799"/>
                  <a:pt x="256012" y="4448"/>
                  <a:pt x="264346" y="2861"/>
                </a:cubicBezTo>
                <a:cubicBezTo>
                  <a:pt x="272680" y="1274"/>
                  <a:pt x="278633" y="-2695"/>
                  <a:pt x="285777" y="2861"/>
                </a:cubicBezTo>
                <a:cubicBezTo>
                  <a:pt x="292921" y="8417"/>
                  <a:pt x="298477" y="25085"/>
                  <a:pt x="307208" y="36198"/>
                </a:cubicBezTo>
                <a:cubicBezTo>
                  <a:pt x="315939" y="47311"/>
                  <a:pt x="330623" y="61599"/>
                  <a:pt x="338164" y="69536"/>
                </a:cubicBezTo>
                <a:cubicBezTo>
                  <a:pt x="345705" y="77473"/>
                  <a:pt x="347690" y="76679"/>
                  <a:pt x="352452" y="83823"/>
                </a:cubicBezTo>
                <a:cubicBezTo>
                  <a:pt x="357214" y="90967"/>
                  <a:pt x="361183" y="100889"/>
                  <a:pt x="366739" y="112398"/>
                </a:cubicBezTo>
                <a:cubicBezTo>
                  <a:pt x="372295" y="123907"/>
                  <a:pt x="381423" y="141370"/>
                  <a:pt x="385789" y="152879"/>
                </a:cubicBezTo>
                <a:cubicBezTo>
                  <a:pt x="390155" y="164388"/>
                  <a:pt x="392536" y="173913"/>
                  <a:pt x="392933" y="181454"/>
                </a:cubicBezTo>
                <a:cubicBezTo>
                  <a:pt x="393330" y="188995"/>
                  <a:pt x="394918" y="195345"/>
                  <a:pt x="388171" y="198123"/>
                </a:cubicBezTo>
                <a:cubicBezTo>
                  <a:pt x="381424" y="200901"/>
                  <a:pt x="367136" y="196932"/>
                  <a:pt x="352452" y="198123"/>
                </a:cubicBezTo>
                <a:cubicBezTo>
                  <a:pt x="337768" y="199314"/>
                  <a:pt x="313558" y="204870"/>
                  <a:pt x="300064" y="205267"/>
                </a:cubicBezTo>
                <a:cubicBezTo>
                  <a:pt x="286570" y="205664"/>
                  <a:pt x="280617" y="203282"/>
                  <a:pt x="271489" y="200504"/>
                </a:cubicBezTo>
                <a:cubicBezTo>
                  <a:pt x="262361" y="197726"/>
                  <a:pt x="253630" y="190979"/>
                  <a:pt x="245296" y="188598"/>
                </a:cubicBezTo>
                <a:cubicBezTo>
                  <a:pt x="236962" y="186217"/>
                  <a:pt x="229420" y="185820"/>
                  <a:pt x="221483" y="186217"/>
                </a:cubicBezTo>
                <a:cubicBezTo>
                  <a:pt x="213546" y="186614"/>
                  <a:pt x="205608" y="190185"/>
                  <a:pt x="197671" y="190979"/>
                </a:cubicBezTo>
                <a:cubicBezTo>
                  <a:pt x="189734" y="191773"/>
                  <a:pt x="184177" y="191773"/>
                  <a:pt x="173858" y="190979"/>
                </a:cubicBezTo>
                <a:cubicBezTo>
                  <a:pt x="163539" y="190185"/>
                  <a:pt x="146077" y="187011"/>
                  <a:pt x="135758" y="186217"/>
                </a:cubicBezTo>
                <a:cubicBezTo>
                  <a:pt x="125439" y="185423"/>
                  <a:pt x="114327" y="181851"/>
                  <a:pt x="111946" y="186217"/>
                </a:cubicBezTo>
                <a:cubicBezTo>
                  <a:pt x="109565" y="190583"/>
                  <a:pt x="119883" y="204473"/>
                  <a:pt x="121471" y="212411"/>
                </a:cubicBezTo>
                <a:cubicBezTo>
                  <a:pt x="123059" y="220349"/>
                  <a:pt x="121471" y="233842"/>
                  <a:pt x="121471" y="233842"/>
                </a:cubicBezTo>
                <a:cubicBezTo>
                  <a:pt x="120280" y="238604"/>
                  <a:pt x="123455" y="244161"/>
                  <a:pt x="114327" y="240986"/>
                </a:cubicBezTo>
                <a:cubicBezTo>
                  <a:pt x="105199" y="237811"/>
                  <a:pt x="77814" y="222333"/>
                  <a:pt x="66702" y="214792"/>
                </a:cubicBezTo>
                <a:cubicBezTo>
                  <a:pt x="55589" y="207251"/>
                  <a:pt x="54796" y="201695"/>
                  <a:pt x="47652" y="195742"/>
                </a:cubicBezTo>
                <a:cubicBezTo>
                  <a:pt x="40508" y="189789"/>
                  <a:pt x="31776" y="183439"/>
                  <a:pt x="23839" y="179073"/>
                </a:cubicBezTo>
                <a:cubicBezTo>
                  <a:pt x="15902" y="174707"/>
                  <a:pt x="-767" y="175104"/>
                  <a:pt x="27" y="169548"/>
                </a:cubicBezTo>
                <a:cubicBezTo>
                  <a:pt x="821" y="163992"/>
                  <a:pt x="18680" y="159230"/>
                  <a:pt x="28602" y="145736"/>
                </a:cubicBezTo>
                <a:cubicBezTo>
                  <a:pt x="38524" y="132242"/>
                  <a:pt x="53208" y="101683"/>
                  <a:pt x="59558" y="88586"/>
                </a:cubicBezTo>
                <a:cubicBezTo>
                  <a:pt x="65908" y="75489"/>
                  <a:pt x="72259" y="44136"/>
                  <a:pt x="92896" y="31436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p:sp>
        <p:nvSpPr>
          <p:cNvPr id="151" name="10 Gunma">
            <a:extLst>
              <a:ext uri="{FF2B5EF4-FFF2-40B4-BE49-F238E27FC236}">
                <a16:creationId xmlns:a16="http://schemas.microsoft.com/office/drawing/2014/main" id="{D6152EF5-F88A-AD44-2F1E-0E08BCCCE67D}"/>
              </a:ext>
            </a:extLst>
          </p:cNvPr>
          <p:cNvSpPr/>
          <p:nvPr/>
        </p:nvSpPr>
        <p:spPr>
          <a:xfrm>
            <a:off x="6657870" y="3940816"/>
            <a:ext cx="390636" cy="469483"/>
          </a:xfrm>
          <a:custGeom>
            <a:avLst/>
            <a:gdLst>
              <a:gd name="connsiteX0" fmla="*/ 140599 w 390636"/>
              <a:gd name="connsiteY0" fmla="*/ 469259 h 469483"/>
              <a:gd name="connsiteX1" fmla="*/ 97736 w 390636"/>
              <a:gd name="connsiteY1" fmla="*/ 426397 h 469483"/>
              <a:gd name="connsiteX2" fmla="*/ 85830 w 390636"/>
              <a:gd name="connsiteY2" fmla="*/ 381153 h 469483"/>
              <a:gd name="connsiteX3" fmla="*/ 81068 w 390636"/>
              <a:gd name="connsiteY3" fmla="*/ 328765 h 469483"/>
              <a:gd name="connsiteX4" fmla="*/ 76305 w 390636"/>
              <a:gd name="connsiteY4" fmla="*/ 316859 h 469483"/>
              <a:gd name="connsiteX5" fmla="*/ 50111 w 390636"/>
              <a:gd name="connsiteY5" fmla="*/ 300190 h 469483"/>
              <a:gd name="connsiteX6" fmla="*/ 21536 w 390636"/>
              <a:gd name="connsiteY6" fmla="*/ 290665 h 469483"/>
              <a:gd name="connsiteX7" fmla="*/ 105 w 390636"/>
              <a:gd name="connsiteY7" fmla="*/ 259709 h 469483"/>
              <a:gd name="connsiteX8" fmla="*/ 14393 w 390636"/>
              <a:gd name="connsiteY8" fmla="*/ 209703 h 469483"/>
              <a:gd name="connsiteX9" fmla="*/ 38205 w 390636"/>
              <a:gd name="connsiteY9" fmla="*/ 171603 h 469483"/>
              <a:gd name="connsiteX10" fmla="*/ 69161 w 390636"/>
              <a:gd name="connsiteY10" fmla="*/ 150172 h 469483"/>
              <a:gd name="connsiteX11" fmla="*/ 112024 w 390636"/>
              <a:gd name="connsiteY11" fmla="*/ 128740 h 469483"/>
              <a:gd name="connsiteX12" fmla="*/ 138218 w 390636"/>
              <a:gd name="connsiteY12" fmla="*/ 109690 h 469483"/>
              <a:gd name="connsiteX13" fmla="*/ 164411 w 390636"/>
              <a:gd name="connsiteY13" fmla="*/ 62065 h 469483"/>
              <a:gd name="connsiteX14" fmla="*/ 181080 w 390636"/>
              <a:gd name="connsiteY14" fmla="*/ 31109 h 469483"/>
              <a:gd name="connsiteX15" fmla="*/ 200130 w 390636"/>
              <a:gd name="connsiteY15" fmla="*/ 7297 h 469483"/>
              <a:gd name="connsiteX16" fmla="*/ 216799 w 390636"/>
              <a:gd name="connsiteY16" fmla="*/ 153 h 469483"/>
              <a:gd name="connsiteX17" fmla="*/ 250136 w 390636"/>
              <a:gd name="connsiteY17" fmla="*/ 4915 h 469483"/>
              <a:gd name="connsiteX18" fmla="*/ 273949 w 390636"/>
              <a:gd name="connsiteY18" fmla="*/ 31109 h 469483"/>
              <a:gd name="connsiteX19" fmla="*/ 290618 w 390636"/>
              <a:gd name="connsiteY19" fmla="*/ 83497 h 469483"/>
              <a:gd name="connsiteX20" fmla="*/ 302524 w 390636"/>
              <a:gd name="connsiteY20" fmla="*/ 131122 h 469483"/>
              <a:gd name="connsiteX21" fmla="*/ 321574 w 390636"/>
              <a:gd name="connsiteY21" fmla="*/ 159697 h 469483"/>
              <a:gd name="connsiteX22" fmla="*/ 328718 w 390636"/>
              <a:gd name="connsiteY22" fmla="*/ 185890 h 469483"/>
              <a:gd name="connsiteX23" fmla="*/ 331099 w 390636"/>
              <a:gd name="connsiteY23" fmla="*/ 231134 h 469483"/>
              <a:gd name="connsiteX24" fmla="*/ 331099 w 390636"/>
              <a:gd name="connsiteY24" fmla="*/ 262090 h 469483"/>
              <a:gd name="connsiteX25" fmla="*/ 373961 w 390636"/>
              <a:gd name="connsiteY25" fmla="*/ 288284 h 469483"/>
              <a:gd name="connsiteX26" fmla="*/ 388249 w 390636"/>
              <a:gd name="connsiteY26" fmla="*/ 300190 h 469483"/>
              <a:gd name="connsiteX27" fmla="*/ 385868 w 390636"/>
              <a:gd name="connsiteY27" fmla="*/ 314478 h 469483"/>
              <a:gd name="connsiteX28" fmla="*/ 343005 w 390636"/>
              <a:gd name="connsiteY28" fmla="*/ 319240 h 469483"/>
              <a:gd name="connsiteX29" fmla="*/ 300143 w 390636"/>
              <a:gd name="connsiteY29" fmla="*/ 319240 h 469483"/>
              <a:gd name="connsiteX30" fmla="*/ 252518 w 390636"/>
              <a:gd name="connsiteY30" fmla="*/ 328765 h 469483"/>
              <a:gd name="connsiteX31" fmla="*/ 221561 w 390636"/>
              <a:gd name="connsiteY31" fmla="*/ 359722 h 469483"/>
              <a:gd name="connsiteX32" fmla="*/ 190605 w 390636"/>
              <a:gd name="connsiteY32" fmla="*/ 407347 h 469483"/>
              <a:gd name="connsiteX33" fmla="*/ 140599 w 390636"/>
              <a:gd name="connsiteY33" fmla="*/ 469259 h 4694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90636" h="469483">
                <a:moveTo>
                  <a:pt x="140599" y="469259"/>
                </a:moveTo>
                <a:cubicBezTo>
                  <a:pt x="125121" y="472434"/>
                  <a:pt x="106864" y="441081"/>
                  <a:pt x="97736" y="426397"/>
                </a:cubicBezTo>
                <a:cubicBezTo>
                  <a:pt x="88608" y="411713"/>
                  <a:pt x="88608" y="397425"/>
                  <a:pt x="85830" y="381153"/>
                </a:cubicBezTo>
                <a:cubicBezTo>
                  <a:pt x="83052" y="364881"/>
                  <a:pt x="82655" y="339481"/>
                  <a:pt x="81068" y="328765"/>
                </a:cubicBezTo>
                <a:cubicBezTo>
                  <a:pt x="79481" y="318049"/>
                  <a:pt x="81464" y="321621"/>
                  <a:pt x="76305" y="316859"/>
                </a:cubicBezTo>
                <a:cubicBezTo>
                  <a:pt x="71146" y="312097"/>
                  <a:pt x="59239" y="304556"/>
                  <a:pt x="50111" y="300190"/>
                </a:cubicBezTo>
                <a:cubicBezTo>
                  <a:pt x="40983" y="295824"/>
                  <a:pt x="29870" y="297412"/>
                  <a:pt x="21536" y="290665"/>
                </a:cubicBezTo>
                <a:cubicBezTo>
                  <a:pt x="13202" y="283918"/>
                  <a:pt x="1295" y="273203"/>
                  <a:pt x="105" y="259709"/>
                </a:cubicBezTo>
                <a:cubicBezTo>
                  <a:pt x="-1085" y="246215"/>
                  <a:pt x="8043" y="224387"/>
                  <a:pt x="14393" y="209703"/>
                </a:cubicBezTo>
                <a:cubicBezTo>
                  <a:pt x="20743" y="195019"/>
                  <a:pt x="29077" y="181525"/>
                  <a:pt x="38205" y="171603"/>
                </a:cubicBezTo>
                <a:cubicBezTo>
                  <a:pt x="47333" y="161681"/>
                  <a:pt x="56858" y="157316"/>
                  <a:pt x="69161" y="150172"/>
                </a:cubicBezTo>
                <a:cubicBezTo>
                  <a:pt x="81464" y="143028"/>
                  <a:pt x="100514" y="135487"/>
                  <a:pt x="112024" y="128740"/>
                </a:cubicBezTo>
                <a:cubicBezTo>
                  <a:pt x="123533" y="121993"/>
                  <a:pt x="129487" y="120803"/>
                  <a:pt x="138218" y="109690"/>
                </a:cubicBezTo>
                <a:cubicBezTo>
                  <a:pt x="146949" y="98577"/>
                  <a:pt x="164411" y="62065"/>
                  <a:pt x="164411" y="62065"/>
                </a:cubicBezTo>
                <a:cubicBezTo>
                  <a:pt x="171555" y="48968"/>
                  <a:pt x="175127" y="40237"/>
                  <a:pt x="181080" y="31109"/>
                </a:cubicBezTo>
                <a:cubicBezTo>
                  <a:pt x="187033" y="21981"/>
                  <a:pt x="194177" y="12456"/>
                  <a:pt x="200130" y="7297"/>
                </a:cubicBezTo>
                <a:cubicBezTo>
                  <a:pt x="206083" y="2138"/>
                  <a:pt x="208465" y="550"/>
                  <a:pt x="216799" y="153"/>
                </a:cubicBezTo>
                <a:cubicBezTo>
                  <a:pt x="225133" y="-244"/>
                  <a:pt x="240611" y="-244"/>
                  <a:pt x="250136" y="4915"/>
                </a:cubicBezTo>
                <a:cubicBezTo>
                  <a:pt x="259661" y="10074"/>
                  <a:pt x="267202" y="18012"/>
                  <a:pt x="273949" y="31109"/>
                </a:cubicBezTo>
                <a:cubicBezTo>
                  <a:pt x="280696" y="44206"/>
                  <a:pt x="285856" y="66828"/>
                  <a:pt x="290618" y="83497"/>
                </a:cubicBezTo>
                <a:cubicBezTo>
                  <a:pt x="295381" y="100166"/>
                  <a:pt x="297365" y="118422"/>
                  <a:pt x="302524" y="131122"/>
                </a:cubicBezTo>
                <a:cubicBezTo>
                  <a:pt x="307683" y="143822"/>
                  <a:pt x="317208" y="150569"/>
                  <a:pt x="321574" y="159697"/>
                </a:cubicBezTo>
                <a:cubicBezTo>
                  <a:pt x="325940" y="168825"/>
                  <a:pt x="327131" y="173984"/>
                  <a:pt x="328718" y="185890"/>
                </a:cubicBezTo>
                <a:cubicBezTo>
                  <a:pt x="330305" y="197796"/>
                  <a:pt x="330702" y="218434"/>
                  <a:pt x="331099" y="231134"/>
                </a:cubicBezTo>
                <a:cubicBezTo>
                  <a:pt x="331496" y="243834"/>
                  <a:pt x="323955" y="252565"/>
                  <a:pt x="331099" y="262090"/>
                </a:cubicBezTo>
                <a:cubicBezTo>
                  <a:pt x="338243" y="271615"/>
                  <a:pt x="364436" y="281934"/>
                  <a:pt x="373961" y="288284"/>
                </a:cubicBezTo>
                <a:cubicBezTo>
                  <a:pt x="383486" y="294634"/>
                  <a:pt x="386265" y="295824"/>
                  <a:pt x="388249" y="300190"/>
                </a:cubicBezTo>
                <a:cubicBezTo>
                  <a:pt x="390233" y="304556"/>
                  <a:pt x="393409" y="311303"/>
                  <a:pt x="385868" y="314478"/>
                </a:cubicBezTo>
                <a:cubicBezTo>
                  <a:pt x="378327" y="317653"/>
                  <a:pt x="357292" y="318446"/>
                  <a:pt x="343005" y="319240"/>
                </a:cubicBezTo>
                <a:cubicBezTo>
                  <a:pt x="328718" y="320034"/>
                  <a:pt x="315224" y="317653"/>
                  <a:pt x="300143" y="319240"/>
                </a:cubicBezTo>
                <a:cubicBezTo>
                  <a:pt x="285062" y="320827"/>
                  <a:pt x="265615" y="322018"/>
                  <a:pt x="252518" y="328765"/>
                </a:cubicBezTo>
                <a:cubicBezTo>
                  <a:pt x="239421" y="335512"/>
                  <a:pt x="231880" y="346625"/>
                  <a:pt x="221561" y="359722"/>
                </a:cubicBezTo>
                <a:cubicBezTo>
                  <a:pt x="211242" y="372819"/>
                  <a:pt x="198939" y="395441"/>
                  <a:pt x="190605" y="407347"/>
                </a:cubicBezTo>
                <a:cubicBezTo>
                  <a:pt x="182271" y="419253"/>
                  <a:pt x="156077" y="466084"/>
                  <a:pt x="140599" y="469259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p:sp>
        <p:nvSpPr>
          <p:cNvPr id="97" name="9 Tochigi">
            <a:extLst>
              <a:ext uri="{FF2B5EF4-FFF2-40B4-BE49-F238E27FC236}">
                <a16:creationId xmlns:a16="http://schemas.microsoft.com/office/drawing/2014/main" id="{889E07B4-6C38-379D-9F4B-9B96389049B6}"/>
              </a:ext>
            </a:extLst>
          </p:cNvPr>
          <p:cNvSpPr/>
          <p:nvPr/>
        </p:nvSpPr>
        <p:spPr>
          <a:xfrm>
            <a:off x="6931241" y="3857352"/>
            <a:ext cx="340843" cy="393688"/>
          </a:xfrm>
          <a:custGeom>
            <a:avLst/>
            <a:gdLst>
              <a:gd name="connsiteX0" fmla="*/ 174409 w 340843"/>
              <a:gd name="connsiteY0" fmla="*/ 393179 h 393688"/>
              <a:gd name="connsiteX1" fmla="*/ 119640 w 340843"/>
              <a:gd name="connsiteY1" fmla="*/ 378892 h 393688"/>
              <a:gd name="connsiteX2" fmla="*/ 62490 w 340843"/>
              <a:gd name="connsiteY2" fmla="*/ 345554 h 393688"/>
              <a:gd name="connsiteX3" fmla="*/ 57728 w 340843"/>
              <a:gd name="connsiteY3" fmla="*/ 307454 h 393688"/>
              <a:gd name="connsiteX4" fmla="*/ 57728 w 340843"/>
              <a:gd name="connsiteY4" fmla="*/ 264592 h 393688"/>
              <a:gd name="connsiteX5" fmla="*/ 41059 w 340843"/>
              <a:gd name="connsiteY5" fmla="*/ 233636 h 393688"/>
              <a:gd name="connsiteX6" fmla="*/ 31534 w 340843"/>
              <a:gd name="connsiteY6" fmla="*/ 202679 h 393688"/>
              <a:gd name="connsiteX7" fmla="*/ 19628 w 340843"/>
              <a:gd name="connsiteY7" fmla="*/ 181248 h 393688"/>
              <a:gd name="connsiteX8" fmla="*/ 10103 w 340843"/>
              <a:gd name="connsiteY8" fmla="*/ 147911 h 393688"/>
              <a:gd name="connsiteX9" fmla="*/ 2959 w 340843"/>
              <a:gd name="connsiteY9" fmla="*/ 102667 h 393688"/>
              <a:gd name="connsiteX10" fmla="*/ 62490 w 340843"/>
              <a:gd name="connsiteY10" fmla="*/ 107429 h 393688"/>
              <a:gd name="connsiteX11" fmla="*/ 100590 w 340843"/>
              <a:gd name="connsiteY11" fmla="*/ 102667 h 393688"/>
              <a:gd name="connsiteX12" fmla="*/ 133928 w 340843"/>
              <a:gd name="connsiteY12" fmla="*/ 55042 h 393688"/>
              <a:gd name="connsiteX13" fmla="*/ 183934 w 340843"/>
              <a:gd name="connsiteY13" fmla="*/ 28848 h 393688"/>
              <a:gd name="connsiteX14" fmla="*/ 219653 w 340843"/>
              <a:gd name="connsiteY14" fmla="*/ 273 h 393688"/>
              <a:gd name="connsiteX15" fmla="*/ 279184 w 340843"/>
              <a:gd name="connsiteY15" fmla="*/ 16942 h 393688"/>
              <a:gd name="connsiteX16" fmla="*/ 331572 w 340843"/>
              <a:gd name="connsiteY16" fmla="*/ 57423 h 393688"/>
              <a:gd name="connsiteX17" fmla="*/ 336334 w 340843"/>
              <a:gd name="connsiteY17" fmla="*/ 81236 h 393688"/>
              <a:gd name="connsiteX18" fmla="*/ 317284 w 340843"/>
              <a:gd name="connsiteY18" fmla="*/ 102667 h 393688"/>
              <a:gd name="connsiteX19" fmla="*/ 333953 w 340843"/>
              <a:gd name="connsiteY19" fmla="*/ 150292 h 393688"/>
              <a:gd name="connsiteX20" fmla="*/ 338715 w 340843"/>
              <a:gd name="connsiteY20" fmla="*/ 212204 h 393688"/>
              <a:gd name="connsiteX21" fmla="*/ 338715 w 340843"/>
              <a:gd name="connsiteY21" fmla="*/ 264592 h 393688"/>
              <a:gd name="connsiteX22" fmla="*/ 312522 w 340843"/>
              <a:gd name="connsiteY22" fmla="*/ 309836 h 393688"/>
              <a:gd name="connsiteX23" fmla="*/ 279184 w 340843"/>
              <a:gd name="connsiteY23" fmla="*/ 340792 h 393688"/>
              <a:gd name="connsiteX24" fmla="*/ 243465 w 340843"/>
              <a:gd name="connsiteY24" fmla="*/ 362223 h 393688"/>
              <a:gd name="connsiteX25" fmla="*/ 174409 w 340843"/>
              <a:gd name="connsiteY25" fmla="*/ 393179 h 3936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340843" h="393688">
                <a:moveTo>
                  <a:pt x="174409" y="393179"/>
                </a:moveTo>
                <a:cubicBezTo>
                  <a:pt x="153771" y="395957"/>
                  <a:pt x="138293" y="386829"/>
                  <a:pt x="119640" y="378892"/>
                </a:cubicBezTo>
                <a:cubicBezTo>
                  <a:pt x="100987" y="370954"/>
                  <a:pt x="72809" y="357460"/>
                  <a:pt x="62490" y="345554"/>
                </a:cubicBezTo>
                <a:cubicBezTo>
                  <a:pt x="52171" y="333648"/>
                  <a:pt x="58522" y="320948"/>
                  <a:pt x="57728" y="307454"/>
                </a:cubicBezTo>
                <a:cubicBezTo>
                  <a:pt x="56934" y="293960"/>
                  <a:pt x="60506" y="276895"/>
                  <a:pt x="57728" y="264592"/>
                </a:cubicBezTo>
                <a:cubicBezTo>
                  <a:pt x="54950" y="252289"/>
                  <a:pt x="45425" y="243955"/>
                  <a:pt x="41059" y="233636"/>
                </a:cubicBezTo>
                <a:cubicBezTo>
                  <a:pt x="36693" y="223317"/>
                  <a:pt x="35106" y="211410"/>
                  <a:pt x="31534" y="202679"/>
                </a:cubicBezTo>
                <a:cubicBezTo>
                  <a:pt x="27962" y="193948"/>
                  <a:pt x="23200" y="190376"/>
                  <a:pt x="19628" y="181248"/>
                </a:cubicBezTo>
                <a:cubicBezTo>
                  <a:pt x="16056" y="172120"/>
                  <a:pt x="12881" y="161008"/>
                  <a:pt x="10103" y="147911"/>
                </a:cubicBezTo>
                <a:cubicBezTo>
                  <a:pt x="7325" y="134814"/>
                  <a:pt x="-5772" y="109414"/>
                  <a:pt x="2959" y="102667"/>
                </a:cubicBezTo>
                <a:cubicBezTo>
                  <a:pt x="11690" y="95920"/>
                  <a:pt x="46218" y="107429"/>
                  <a:pt x="62490" y="107429"/>
                </a:cubicBezTo>
                <a:cubicBezTo>
                  <a:pt x="78762" y="107429"/>
                  <a:pt x="88684" y="111398"/>
                  <a:pt x="100590" y="102667"/>
                </a:cubicBezTo>
                <a:cubicBezTo>
                  <a:pt x="112496" y="93936"/>
                  <a:pt x="120037" y="67345"/>
                  <a:pt x="133928" y="55042"/>
                </a:cubicBezTo>
                <a:cubicBezTo>
                  <a:pt x="147819" y="42739"/>
                  <a:pt x="169647" y="37976"/>
                  <a:pt x="183934" y="28848"/>
                </a:cubicBezTo>
                <a:cubicBezTo>
                  <a:pt x="198221" y="19720"/>
                  <a:pt x="203778" y="2257"/>
                  <a:pt x="219653" y="273"/>
                </a:cubicBezTo>
                <a:cubicBezTo>
                  <a:pt x="235528" y="-1711"/>
                  <a:pt x="260531" y="7417"/>
                  <a:pt x="279184" y="16942"/>
                </a:cubicBezTo>
                <a:cubicBezTo>
                  <a:pt x="297837" y="26467"/>
                  <a:pt x="322047" y="46707"/>
                  <a:pt x="331572" y="57423"/>
                </a:cubicBezTo>
                <a:cubicBezTo>
                  <a:pt x="341097" y="68139"/>
                  <a:pt x="338715" y="73695"/>
                  <a:pt x="336334" y="81236"/>
                </a:cubicBezTo>
                <a:cubicBezTo>
                  <a:pt x="333953" y="88777"/>
                  <a:pt x="317681" y="91158"/>
                  <a:pt x="317284" y="102667"/>
                </a:cubicBezTo>
                <a:cubicBezTo>
                  <a:pt x="316887" y="114176"/>
                  <a:pt x="330381" y="132036"/>
                  <a:pt x="333953" y="150292"/>
                </a:cubicBezTo>
                <a:cubicBezTo>
                  <a:pt x="337525" y="168548"/>
                  <a:pt x="337921" y="193154"/>
                  <a:pt x="338715" y="212204"/>
                </a:cubicBezTo>
                <a:cubicBezTo>
                  <a:pt x="339509" y="231254"/>
                  <a:pt x="343080" y="248320"/>
                  <a:pt x="338715" y="264592"/>
                </a:cubicBezTo>
                <a:cubicBezTo>
                  <a:pt x="334350" y="280864"/>
                  <a:pt x="322444" y="297136"/>
                  <a:pt x="312522" y="309836"/>
                </a:cubicBezTo>
                <a:cubicBezTo>
                  <a:pt x="302600" y="322536"/>
                  <a:pt x="290694" y="332061"/>
                  <a:pt x="279184" y="340792"/>
                </a:cubicBezTo>
                <a:cubicBezTo>
                  <a:pt x="267675" y="349523"/>
                  <a:pt x="254974" y="355873"/>
                  <a:pt x="243465" y="362223"/>
                </a:cubicBezTo>
                <a:cubicBezTo>
                  <a:pt x="231956" y="368573"/>
                  <a:pt x="195047" y="390401"/>
                  <a:pt x="174409" y="393179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p:sp>
        <p:nvSpPr>
          <p:cNvPr id="182" name="8 Ibaraki">
            <a:extLst>
              <a:ext uri="{FF2B5EF4-FFF2-40B4-BE49-F238E27FC236}">
                <a16:creationId xmlns:a16="http://schemas.microsoft.com/office/drawing/2014/main" id="{4BC3EC17-9EE2-8A7E-A45D-855AC1DFA36C}"/>
              </a:ext>
            </a:extLst>
          </p:cNvPr>
          <p:cNvSpPr/>
          <p:nvPr/>
        </p:nvSpPr>
        <p:spPr>
          <a:xfrm>
            <a:off x="7094180" y="3931092"/>
            <a:ext cx="425817" cy="459943"/>
          </a:xfrm>
          <a:custGeom>
            <a:avLst/>
            <a:gdLst>
              <a:gd name="connsiteX0" fmla="*/ 425808 w 425817"/>
              <a:gd name="connsiteY0" fmla="*/ 431358 h 459943"/>
              <a:gd name="connsiteX1" fmla="*/ 359133 w 425817"/>
              <a:gd name="connsiteY1" fmla="*/ 388496 h 459943"/>
              <a:gd name="connsiteX2" fmla="*/ 311508 w 425817"/>
              <a:gd name="connsiteY2" fmla="*/ 388496 h 459943"/>
              <a:gd name="connsiteX3" fmla="*/ 285314 w 425817"/>
              <a:gd name="connsiteY3" fmla="*/ 395639 h 459943"/>
              <a:gd name="connsiteX4" fmla="*/ 254358 w 425817"/>
              <a:gd name="connsiteY4" fmla="*/ 417071 h 459943"/>
              <a:gd name="connsiteX5" fmla="*/ 232926 w 425817"/>
              <a:gd name="connsiteY5" fmla="*/ 440883 h 459943"/>
              <a:gd name="connsiteX6" fmla="*/ 221020 w 425817"/>
              <a:gd name="connsiteY6" fmla="*/ 459933 h 459943"/>
              <a:gd name="connsiteX7" fmla="*/ 161489 w 425817"/>
              <a:gd name="connsiteY7" fmla="*/ 443264 h 459943"/>
              <a:gd name="connsiteX8" fmla="*/ 135295 w 425817"/>
              <a:gd name="connsiteY8" fmla="*/ 424214 h 459943"/>
              <a:gd name="connsiteX9" fmla="*/ 90051 w 425817"/>
              <a:gd name="connsiteY9" fmla="*/ 400402 h 459943"/>
              <a:gd name="connsiteX10" fmla="*/ 61476 w 425817"/>
              <a:gd name="connsiteY10" fmla="*/ 390877 h 459943"/>
              <a:gd name="connsiteX11" fmla="*/ 28139 w 425817"/>
              <a:gd name="connsiteY11" fmla="*/ 374208 h 459943"/>
              <a:gd name="connsiteX12" fmla="*/ 6708 w 425817"/>
              <a:gd name="connsiteY12" fmla="*/ 343252 h 459943"/>
              <a:gd name="connsiteX13" fmla="*/ 4326 w 425817"/>
              <a:gd name="connsiteY13" fmla="*/ 324202 h 459943"/>
              <a:gd name="connsiteX14" fmla="*/ 61476 w 425817"/>
              <a:gd name="connsiteY14" fmla="*/ 305152 h 459943"/>
              <a:gd name="connsiteX15" fmla="*/ 111483 w 425817"/>
              <a:gd name="connsiteY15" fmla="*/ 286102 h 459943"/>
              <a:gd name="connsiteX16" fmla="*/ 144820 w 425817"/>
              <a:gd name="connsiteY16" fmla="*/ 248002 h 459943"/>
              <a:gd name="connsiteX17" fmla="*/ 178158 w 425817"/>
              <a:gd name="connsiteY17" fmla="*/ 190852 h 459943"/>
              <a:gd name="connsiteX18" fmla="*/ 178158 w 425817"/>
              <a:gd name="connsiteY18" fmla="*/ 138464 h 459943"/>
              <a:gd name="connsiteX19" fmla="*/ 178158 w 425817"/>
              <a:gd name="connsiteY19" fmla="*/ 90839 h 459943"/>
              <a:gd name="connsiteX20" fmla="*/ 171014 w 425817"/>
              <a:gd name="connsiteY20" fmla="*/ 55121 h 459943"/>
              <a:gd name="connsiteX21" fmla="*/ 163870 w 425817"/>
              <a:gd name="connsiteY21" fmla="*/ 28927 h 459943"/>
              <a:gd name="connsiteX22" fmla="*/ 166251 w 425817"/>
              <a:gd name="connsiteY22" fmla="*/ 9877 h 459943"/>
              <a:gd name="connsiteX23" fmla="*/ 178158 w 425817"/>
              <a:gd name="connsiteY23" fmla="*/ 9877 h 459943"/>
              <a:gd name="connsiteX24" fmla="*/ 209114 w 425817"/>
              <a:gd name="connsiteY24" fmla="*/ 24164 h 459943"/>
              <a:gd name="connsiteX25" fmla="*/ 242451 w 425817"/>
              <a:gd name="connsiteY25" fmla="*/ 26546 h 459943"/>
              <a:gd name="connsiteX26" fmla="*/ 259120 w 425817"/>
              <a:gd name="connsiteY26" fmla="*/ 21783 h 459943"/>
              <a:gd name="connsiteX27" fmla="*/ 285314 w 425817"/>
              <a:gd name="connsiteY27" fmla="*/ 5114 h 459943"/>
              <a:gd name="connsiteX28" fmla="*/ 328176 w 425817"/>
              <a:gd name="connsiteY28" fmla="*/ 352 h 459943"/>
              <a:gd name="connsiteX29" fmla="*/ 363895 w 425817"/>
              <a:gd name="connsiteY29" fmla="*/ 352 h 459943"/>
              <a:gd name="connsiteX30" fmla="*/ 363895 w 425817"/>
              <a:gd name="connsiteY30" fmla="*/ 7496 h 459943"/>
              <a:gd name="connsiteX31" fmla="*/ 342464 w 425817"/>
              <a:gd name="connsiteY31" fmla="*/ 47977 h 459943"/>
              <a:gd name="connsiteX32" fmla="*/ 323414 w 425817"/>
              <a:gd name="connsiteY32" fmla="*/ 109889 h 459943"/>
              <a:gd name="connsiteX33" fmla="*/ 316270 w 425817"/>
              <a:gd name="connsiteY33" fmla="*/ 190852 h 459943"/>
              <a:gd name="connsiteX34" fmla="*/ 316270 w 425817"/>
              <a:gd name="connsiteY34" fmla="*/ 259908 h 459943"/>
              <a:gd name="connsiteX35" fmla="*/ 332939 w 425817"/>
              <a:gd name="connsiteY35" fmla="*/ 319439 h 459943"/>
              <a:gd name="connsiteX36" fmla="*/ 363895 w 425817"/>
              <a:gd name="connsiteY36" fmla="*/ 364683 h 459943"/>
              <a:gd name="connsiteX37" fmla="*/ 425808 w 425817"/>
              <a:gd name="connsiteY37" fmla="*/ 431358 h 4599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425817" h="459943">
                <a:moveTo>
                  <a:pt x="425808" y="431358"/>
                </a:moveTo>
                <a:cubicBezTo>
                  <a:pt x="425014" y="435327"/>
                  <a:pt x="378183" y="395640"/>
                  <a:pt x="359133" y="388496"/>
                </a:cubicBezTo>
                <a:cubicBezTo>
                  <a:pt x="340083" y="381352"/>
                  <a:pt x="323811" y="387306"/>
                  <a:pt x="311508" y="388496"/>
                </a:cubicBezTo>
                <a:cubicBezTo>
                  <a:pt x="299205" y="389686"/>
                  <a:pt x="294839" y="390876"/>
                  <a:pt x="285314" y="395639"/>
                </a:cubicBezTo>
                <a:cubicBezTo>
                  <a:pt x="275789" y="400402"/>
                  <a:pt x="263089" y="409530"/>
                  <a:pt x="254358" y="417071"/>
                </a:cubicBezTo>
                <a:cubicBezTo>
                  <a:pt x="245627" y="424612"/>
                  <a:pt x="238482" y="433739"/>
                  <a:pt x="232926" y="440883"/>
                </a:cubicBezTo>
                <a:cubicBezTo>
                  <a:pt x="227370" y="448027"/>
                  <a:pt x="232926" y="459536"/>
                  <a:pt x="221020" y="459933"/>
                </a:cubicBezTo>
                <a:cubicBezTo>
                  <a:pt x="209114" y="460330"/>
                  <a:pt x="175776" y="449217"/>
                  <a:pt x="161489" y="443264"/>
                </a:cubicBezTo>
                <a:cubicBezTo>
                  <a:pt x="147202" y="437311"/>
                  <a:pt x="147201" y="431358"/>
                  <a:pt x="135295" y="424214"/>
                </a:cubicBezTo>
                <a:cubicBezTo>
                  <a:pt x="123389" y="417070"/>
                  <a:pt x="102354" y="405958"/>
                  <a:pt x="90051" y="400402"/>
                </a:cubicBezTo>
                <a:cubicBezTo>
                  <a:pt x="77748" y="394846"/>
                  <a:pt x="71795" y="395243"/>
                  <a:pt x="61476" y="390877"/>
                </a:cubicBezTo>
                <a:cubicBezTo>
                  <a:pt x="51157" y="386511"/>
                  <a:pt x="37267" y="382146"/>
                  <a:pt x="28139" y="374208"/>
                </a:cubicBezTo>
                <a:cubicBezTo>
                  <a:pt x="19011" y="366270"/>
                  <a:pt x="10677" y="351586"/>
                  <a:pt x="6708" y="343252"/>
                </a:cubicBezTo>
                <a:cubicBezTo>
                  <a:pt x="2739" y="334918"/>
                  <a:pt x="-4802" y="330552"/>
                  <a:pt x="4326" y="324202"/>
                </a:cubicBezTo>
                <a:cubicBezTo>
                  <a:pt x="13454" y="317852"/>
                  <a:pt x="43617" y="311502"/>
                  <a:pt x="61476" y="305152"/>
                </a:cubicBezTo>
                <a:cubicBezTo>
                  <a:pt x="79335" y="298802"/>
                  <a:pt x="97592" y="295627"/>
                  <a:pt x="111483" y="286102"/>
                </a:cubicBezTo>
                <a:cubicBezTo>
                  <a:pt x="125374" y="276577"/>
                  <a:pt x="133707" y="263877"/>
                  <a:pt x="144820" y="248002"/>
                </a:cubicBezTo>
                <a:cubicBezTo>
                  <a:pt x="155932" y="232127"/>
                  <a:pt x="172602" y="209108"/>
                  <a:pt x="178158" y="190852"/>
                </a:cubicBezTo>
                <a:cubicBezTo>
                  <a:pt x="183714" y="172596"/>
                  <a:pt x="178158" y="138464"/>
                  <a:pt x="178158" y="138464"/>
                </a:cubicBezTo>
                <a:cubicBezTo>
                  <a:pt x="178158" y="121795"/>
                  <a:pt x="179349" y="104729"/>
                  <a:pt x="178158" y="90839"/>
                </a:cubicBezTo>
                <a:cubicBezTo>
                  <a:pt x="176967" y="76949"/>
                  <a:pt x="173395" y="65440"/>
                  <a:pt x="171014" y="55121"/>
                </a:cubicBezTo>
                <a:cubicBezTo>
                  <a:pt x="168633" y="44802"/>
                  <a:pt x="164664" y="36468"/>
                  <a:pt x="163870" y="28927"/>
                </a:cubicBezTo>
                <a:cubicBezTo>
                  <a:pt x="163076" y="21386"/>
                  <a:pt x="163870" y="13052"/>
                  <a:pt x="166251" y="9877"/>
                </a:cubicBezTo>
                <a:cubicBezTo>
                  <a:pt x="168632" y="6702"/>
                  <a:pt x="171014" y="7496"/>
                  <a:pt x="178158" y="9877"/>
                </a:cubicBezTo>
                <a:cubicBezTo>
                  <a:pt x="185302" y="12258"/>
                  <a:pt x="198399" y="21386"/>
                  <a:pt x="209114" y="24164"/>
                </a:cubicBezTo>
                <a:cubicBezTo>
                  <a:pt x="219829" y="26942"/>
                  <a:pt x="234117" y="26943"/>
                  <a:pt x="242451" y="26546"/>
                </a:cubicBezTo>
                <a:cubicBezTo>
                  <a:pt x="250785" y="26149"/>
                  <a:pt x="251976" y="25355"/>
                  <a:pt x="259120" y="21783"/>
                </a:cubicBezTo>
                <a:cubicBezTo>
                  <a:pt x="266264" y="18211"/>
                  <a:pt x="273805" y="8686"/>
                  <a:pt x="285314" y="5114"/>
                </a:cubicBezTo>
                <a:cubicBezTo>
                  <a:pt x="296823" y="1542"/>
                  <a:pt x="315079" y="1146"/>
                  <a:pt x="328176" y="352"/>
                </a:cubicBezTo>
                <a:cubicBezTo>
                  <a:pt x="341273" y="-442"/>
                  <a:pt x="363895" y="352"/>
                  <a:pt x="363895" y="352"/>
                </a:cubicBezTo>
                <a:cubicBezTo>
                  <a:pt x="369848" y="1543"/>
                  <a:pt x="367467" y="-441"/>
                  <a:pt x="363895" y="7496"/>
                </a:cubicBezTo>
                <a:cubicBezTo>
                  <a:pt x="360323" y="15433"/>
                  <a:pt x="349211" y="30911"/>
                  <a:pt x="342464" y="47977"/>
                </a:cubicBezTo>
                <a:cubicBezTo>
                  <a:pt x="335717" y="65042"/>
                  <a:pt x="327780" y="86077"/>
                  <a:pt x="323414" y="109889"/>
                </a:cubicBezTo>
                <a:cubicBezTo>
                  <a:pt x="319048" y="133701"/>
                  <a:pt x="317461" y="165849"/>
                  <a:pt x="316270" y="190852"/>
                </a:cubicBezTo>
                <a:cubicBezTo>
                  <a:pt x="315079" y="215855"/>
                  <a:pt x="313492" y="238477"/>
                  <a:pt x="316270" y="259908"/>
                </a:cubicBezTo>
                <a:cubicBezTo>
                  <a:pt x="319048" y="281339"/>
                  <a:pt x="325002" y="301977"/>
                  <a:pt x="332939" y="319439"/>
                </a:cubicBezTo>
                <a:cubicBezTo>
                  <a:pt x="340876" y="336901"/>
                  <a:pt x="351592" y="349205"/>
                  <a:pt x="363895" y="364683"/>
                </a:cubicBezTo>
                <a:cubicBezTo>
                  <a:pt x="376198" y="380161"/>
                  <a:pt x="426602" y="427389"/>
                  <a:pt x="425808" y="431358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p:sp>
        <p:nvSpPr>
          <p:cNvPr id="142" name="7 fukushima">
            <a:extLst>
              <a:ext uri="{FF2B5EF4-FFF2-40B4-BE49-F238E27FC236}">
                <a16:creationId xmlns:a16="http://schemas.microsoft.com/office/drawing/2014/main" id="{5DE87E00-8FDD-649B-88AA-2C2CD5FE302B}"/>
              </a:ext>
            </a:extLst>
          </p:cNvPr>
          <p:cNvSpPr/>
          <p:nvPr/>
        </p:nvSpPr>
        <p:spPr>
          <a:xfrm>
            <a:off x="6859338" y="3486137"/>
            <a:ext cx="655049" cy="474177"/>
          </a:xfrm>
          <a:custGeom>
            <a:avLst/>
            <a:gdLst>
              <a:gd name="connsiteX0" fmla="*/ 160587 w 655049"/>
              <a:gd name="connsiteY0" fmla="*/ 83357 h 474177"/>
              <a:gd name="connsiteX1" fmla="*/ 210593 w 655049"/>
              <a:gd name="connsiteY1" fmla="*/ 102407 h 474177"/>
              <a:gd name="connsiteX2" fmla="*/ 258218 w 655049"/>
              <a:gd name="connsiteY2" fmla="*/ 100026 h 474177"/>
              <a:gd name="connsiteX3" fmla="*/ 310606 w 655049"/>
              <a:gd name="connsiteY3" fmla="*/ 92882 h 474177"/>
              <a:gd name="connsiteX4" fmla="*/ 341562 w 655049"/>
              <a:gd name="connsiteY4" fmla="*/ 64307 h 474177"/>
              <a:gd name="connsiteX5" fmla="*/ 365375 w 655049"/>
              <a:gd name="connsiteY5" fmla="*/ 35732 h 474177"/>
              <a:gd name="connsiteX6" fmla="*/ 403475 w 655049"/>
              <a:gd name="connsiteY6" fmla="*/ 14301 h 474177"/>
              <a:gd name="connsiteX7" fmla="*/ 439193 w 655049"/>
              <a:gd name="connsiteY7" fmla="*/ 13 h 474177"/>
              <a:gd name="connsiteX8" fmla="*/ 498725 w 655049"/>
              <a:gd name="connsiteY8" fmla="*/ 16682 h 474177"/>
              <a:gd name="connsiteX9" fmla="*/ 548731 w 655049"/>
              <a:gd name="connsiteY9" fmla="*/ 11919 h 474177"/>
              <a:gd name="connsiteX10" fmla="*/ 570162 w 655049"/>
              <a:gd name="connsiteY10" fmla="*/ 26207 h 474177"/>
              <a:gd name="connsiteX11" fmla="*/ 591593 w 655049"/>
              <a:gd name="connsiteY11" fmla="*/ 42876 h 474177"/>
              <a:gd name="connsiteX12" fmla="*/ 608262 w 655049"/>
              <a:gd name="connsiteY12" fmla="*/ 95263 h 474177"/>
              <a:gd name="connsiteX13" fmla="*/ 634456 w 655049"/>
              <a:gd name="connsiteY13" fmla="*/ 147651 h 474177"/>
              <a:gd name="connsiteX14" fmla="*/ 646362 w 655049"/>
              <a:gd name="connsiteY14" fmla="*/ 190513 h 474177"/>
              <a:gd name="connsiteX15" fmla="*/ 653506 w 655049"/>
              <a:gd name="connsiteY15" fmla="*/ 245282 h 474177"/>
              <a:gd name="connsiteX16" fmla="*/ 653506 w 655049"/>
              <a:gd name="connsiteY16" fmla="*/ 302432 h 474177"/>
              <a:gd name="connsiteX17" fmla="*/ 636837 w 655049"/>
              <a:gd name="connsiteY17" fmla="*/ 354819 h 474177"/>
              <a:gd name="connsiteX18" fmla="*/ 617787 w 655049"/>
              <a:gd name="connsiteY18" fmla="*/ 395301 h 474177"/>
              <a:gd name="connsiteX19" fmla="*/ 605881 w 655049"/>
              <a:gd name="connsiteY19" fmla="*/ 428638 h 474177"/>
              <a:gd name="connsiteX20" fmla="*/ 593975 w 655049"/>
              <a:gd name="connsiteY20" fmla="*/ 447688 h 474177"/>
              <a:gd name="connsiteX21" fmla="*/ 565400 w 655049"/>
              <a:gd name="connsiteY21" fmla="*/ 447688 h 474177"/>
              <a:gd name="connsiteX22" fmla="*/ 543968 w 655049"/>
              <a:gd name="connsiteY22" fmla="*/ 438163 h 474177"/>
              <a:gd name="connsiteX23" fmla="*/ 517775 w 655049"/>
              <a:gd name="connsiteY23" fmla="*/ 438163 h 474177"/>
              <a:gd name="connsiteX24" fmla="*/ 493962 w 655049"/>
              <a:gd name="connsiteY24" fmla="*/ 457213 h 474177"/>
              <a:gd name="connsiteX25" fmla="*/ 467768 w 655049"/>
              <a:gd name="connsiteY25" fmla="*/ 473882 h 474177"/>
              <a:gd name="connsiteX26" fmla="*/ 429668 w 655049"/>
              <a:gd name="connsiteY26" fmla="*/ 466738 h 474177"/>
              <a:gd name="connsiteX27" fmla="*/ 413000 w 655049"/>
              <a:gd name="connsiteY27" fmla="*/ 452451 h 474177"/>
              <a:gd name="connsiteX28" fmla="*/ 413000 w 655049"/>
              <a:gd name="connsiteY28" fmla="*/ 433401 h 474177"/>
              <a:gd name="connsiteX29" fmla="*/ 386806 w 655049"/>
              <a:gd name="connsiteY29" fmla="*/ 404826 h 474177"/>
              <a:gd name="connsiteX30" fmla="*/ 362993 w 655049"/>
              <a:gd name="connsiteY30" fmla="*/ 388157 h 474177"/>
              <a:gd name="connsiteX31" fmla="*/ 317750 w 655049"/>
              <a:gd name="connsiteY31" fmla="*/ 376251 h 474177"/>
              <a:gd name="connsiteX32" fmla="*/ 282031 w 655049"/>
              <a:gd name="connsiteY32" fmla="*/ 371488 h 474177"/>
              <a:gd name="connsiteX33" fmla="*/ 272506 w 655049"/>
              <a:gd name="connsiteY33" fmla="*/ 392919 h 474177"/>
              <a:gd name="connsiteX34" fmla="*/ 241550 w 655049"/>
              <a:gd name="connsiteY34" fmla="*/ 404826 h 474177"/>
              <a:gd name="connsiteX35" fmla="*/ 215356 w 655049"/>
              <a:gd name="connsiteY35" fmla="*/ 411969 h 474177"/>
              <a:gd name="connsiteX36" fmla="*/ 189162 w 655049"/>
              <a:gd name="connsiteY36" fmla="*/ 438163 h 474177"/>
              <a:gd name="connsiteX37" fmla="*/ 170112 w 655049"/>
              <a:gd name="connsiteY37" fmla="*/ 469119 h 474177"/>
              <a:gd name="connsiteX38" fmla="*/ 112962 w 655049"/>
              <a:gd name="connsiteY38" fmla="*/ 469119 h 474177"/>
              <a:gd name="connsiteX39" fmla="*/ 79625 w 655049"/>
              <a:gd name="connsiteY39" fmla="*/ 469119 h 474177"/>
              <a:gd name="connsiteX40" fmla="*/ 53431 w 655049"/>
              <a:gd name="connsiteY40" fmla="*/ 459594 h 474177"/>
              <a:gd name="connsiteX41" fmla="*/ 43906 w 655049"/>
              <a:gd name="connsiteY41" fmla="*/ 431019 h 474177"/>
              <a:gd name="connsiteX42" fmla="*/ 24856 w 655049"/>
              <a:gd name="connsiteY42" fmla="*/ 402444 h 474177"/>
              <a:gd name="connsiteX43" fmla="*/ 8187 w 655049"/>
              <a:gd name="connsiteY43" fmla="*/ 361963 h 474177"/>
              <a:gd name="connsiteX44" fmla="*/ 1043 w 655049"/>
              <a:gd name="connsiteY44" fmla="*/ 319101 h 474177"/>
              <a:gd name="connsiteX45" fmla="*/ 3425 w 655049"/>
              <a:gd name="connsiteY45" fmla="*/ 285763 h 474177"/>
              <a:gd name="connsiteX46" fmla="*/ 32000 w 655049"/>
              <a:gd name="connsiteY46" fmla="*/ 261951 h 474177"/>
              <a:gd name="connsiteX47" fmla="*/ 67718 w 655049"/>
              <a:gd name="connsiteY47" fmla="*/ 247663 h 474177"/>
              <a:gd name="connsiteX48" fmla="*/ 110581 w 655049"/>
              <a:gd name="connsiteY48" fmla="*/ 235757 h 474177"/>
              <a:gd name="connsiteX49" fmla="*/ 129631 w 655049"/>
              <a:gd name="connsiteY49" fmla="*/ 214326 h 474177"/>
              <a:gd name="connsiteX50" fmla="*/ 124868 w 655049"/>
              <a:gd name="connsiteY50" fmla="*/ 169082 h 474177"/>
              <a:gd name="connsiteX51" fmla="*/ 136775 w 655049"/>
              <a:gd name="connsiteY51" fmla="*/ 130982 h 474177"/>
              <a:gd name="connsiteX52" fmla="*/ 160587 w 655049"/>
              <a:gd name="connsiteY52" fmla="*/ 83357 h 4741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</a:cxnLst>
            <a:rect l="l" t="t" r="r" b="b"/>
            <a:pathLst>
              <a:path w="655049" h="474177">
                <a:moveTo>
                  <a:pt x="160587" y="83357"/>
                </a:moveTo>
                <a:cubicBezTo>
                  <a:pt x="172890" y="78595"/>
                  <a:pt x="194321" y="99629"/>
                  <a:pt x="210593" y="102407"/>
                </a:cubicBezTo>
                <a:cubicBezTo>
                  <a:pt x="226865" y="105185"/>
                  <a:pt x="241549" y="101613"/>
                  <a:pt x="258218" y="100026"/>
                </a:cubicBezTo>
                <a:cubicBezTo>
                  <a:pt x="274887" y="98439"/>
                  <a:pt x="296715" y="98835"/>
                  <a:pt x="310606" y="92882"/>
                </a:cubicBezTo>
                <a:cubicBezTo>
                  <a:pt x="324497" y="86929"/>
                  <a:pt x="332434" y="73832"/>
                  <a:pt x="341562" y="64307"/>
                </a:cubicBezTo>
                <a:cubicBezTo>
                  <a:pt x="350690" y="54782"/>
                  <a:pt x="355056" y="44066"/>
                  <a:pt x="365375" y="35732"/>
                </a:cubicBezTo>
                <a:cubicBezTo>
                  <a:pt x="375694" y="27398"/>
                  <a:pt x="391172" y="20254"/>
                  <a:pt x="403475" y="14301"/>
                </a:cubicBezTo>
                <a:cubicBezTo>
                  <a:pt x="415778" y="8348"/>
                  <a:pt x="423318" y="-384"/>
                  <a:pt x="439193" y="13"/>
                </a:cubicBezTo>
                <a:cubicBezTo>
                  <a:pt x="455068" y="410"/>
                  <a:pt x="480469" y="14698"/>
                  <a:pt x="498725" y="16682"/>
                </a:cubicBezTo>
                <a:cubicBezTo>
                  <a:pt x="516981" y="18666"/>
                  <a:pt x="536825" y="10332"/>
                  <a:pt x="548731" y="11919"/>
                </a:cubicBezTo>
                <a:cubicBezTo>
                  <a:pt x="560637" y="13506"/>
                  <a:pt x="563018" y="21048"/>
                  <a:pt x="570162" y="26207"/>
                </a:cubicBezTo>
                <a:cubicBezTo>
                  <a:pt x="577306" y="31366"/>
                  <a:pt x="585243" y="31367"/>
                  <a:pt x="591593" y="42876"/>
                </a:cubicBezTo>
                <a:cubicBezTo>
                  <a:pt x="597943" y="54385"/>
                  <a:pt x="601118" y="77801"/>
                  <a:pt x="608262" y="95263"/>
                </a:cubicBezTo>
                <a:cubicBezTo>
                  <a:pt x="615406" y="112725"/>
                  <a:pt x="628106" y="131776"/>
                  <a:pt x="634456" y="147651"/>
                </a:cubicBezTo>
                <a:cubicBezTo>
                  <a:pt x="640806" y="163526"/>
                  <a:pt x="643187" y="174241"/>
                  <a:pt x="646362" y="190513"/>
                </a:cubicBezTo>
                <a:cubicBezTo>
                  <a:pt x="649537" y="206785"/>
                  <a:pt x="652315" y="226629"/>
                  <a:pt x="653506" y="245282"/>
                </a:cubicBezTo>
                <a:cubicBezTo>
                  <a:pt x="654697" y="263935"/>
                  <a:pt x="656284" y="284176"/>
                  <a:pt x="653506" y="302432"/>
                </a:cubicBezTo>
                <a:cubicBezTo>
                  <a:pt x="650728" y="320688"/>
                  <a:pt x="642790" y="339341"/>
                  <a:pt x="636837" y="354819"/>
                </a:cubicBezTo>
                <a:cubicBezTo>
                  <a:pt x="630884" y="370297"/>
                  <a:pt x="622946" y="382998"/>
                  <a:pt x="617787" y="395301"/>
                </a:cubicBezTo>
                <a:cubicBezTo>
                  <a:pt x="612628" y="407604"/>
                  <a:pt x="609850" y="419907"/>
                  <a:pt x="605881" y="428638"/>
                </a:cubicBezTo>
                <a:cubicBezTo>
                  <a:pt x="601912" y="437369"/>
                  <a:pt x="600722" y="444513"/>
                  <a:pt x="593975" y="447688"/>
                </a:cubicBezTo>
                <a:cubicBezTo>
                  <a:pt x="587228" y="450863"/>
                  <a:pt x="573734" y="449275"/>
                  <a:pt x="565400" y="447688"/>
                </a:cubicBezTo>
                <a:cubicBezTo>
                  <a:pt x="557066" y="446101"/>
                  <a:pt x="551906" y="439751"/>
                  <a:pt x="543968" y="438163"/>
                </a:cubicBezTo>
                <a:cubicBezTo>
                  <a:pt x="536030" y="436575"/>
                  <a:pt x="526109" y="434988"/>
                  <a:pt x="517775" y="438163"/>
                </a:cubicBezTo>
                <a:cubicBezTo>
                  <a:pt x="509441" y="441338"/>
                  <a:pt x="502297" y="451260"/>
                  <a:pt x="493962" y="457213"/>
                </a:cubicBezTo>
                <a:cubicBezTo>
                  <a:pt x="485628" y="463166"/>
                  <a:pt x="478484" y="472295"/>
                  <a:pt x="467768" y="473882"/>
                </a:cubicBezTo>
                <a:cubicBezTo>
                  <a:pt x="457052" y="475469"/>
                  <a:pt x="438796" y="470310"/>
                  <a:pt x="429668" y="466738"/>
                </a:cubicBezTo>
                <a:cubicBezTo>
                  <a:pt x="420540" y="463166"/>
                  <a:pt x="415778" y="458007"/>
                  <a:pt x="413000" y="452451"/>
                </a:cubicBezTo>
                <a:cubicBezTo>
                  <a:pt x="410222" y="446895"/>
                  <a:pt x="417366" y="441338"/>
                  <a:pt x="413000" y="433401"/>
                </a:cubicBezTo>
                <a:cubicBezTo>
                  <a:pt x="408634" y="425464"/>
                  <a:pt x="395140" y="412367"/>
                  <a:pt x="386806" y="404826"/>
                </a:cubicBezTo>
                <a:cubicBezTo>
                  <a:pt x="378472" y="397285"/>
                  <a:pt x="374502" y="392920"/>
                  <a:pt x="362993" y="388157"/>
                </a:cubicBezTo>
                <a:cubicBezTo>
                  <a:pt x="351484" y="383394"/>
                  <a:pt x="331244" y="379029"/>
                  <a:pt x="317750" y="376251"/>
                </a:cubicBezTo>
                <a:cubicBezTo>
                  <a:pt x="304256" y="373473"/>
                  <a:pt x="289572" y="368710"/>
                  <a:pt x="282031" y="371488"/>
                </a:cubicBezTo>
                <a:cubicBezTo>
                  <a:pt x="274490" y="374266"/>
                  <a:pt x="279253" y="387363"/>
                  <a:pt x="272506" y="392919"/>
                </a:cubicBezTo>
                <a:cubicBezTo>
                  <a:pt x="265759" y="398475"/>
                  <a:pt x="251075" y="401651"/>
                  <a:pt x="241550" y="404826"/>
                </a:cubicBezTo>
                <a:cubicBezTo>
                  <a:pt x="232025" y="408001"/>
                  <a:pt x="224087" y="406413"/>
                  <a:pt x="215356" y="411969"/>
                </a:cubicBezTo>
                <a:cubicBezTo>
                  <a:pt x="206625" y="417525"/>
                  <a:pt x="196703" y="428638"/>
                  <a:pt x="189162" y="438163"/>
                </a:cubicBezTo>
                <a:cubicBezTo>
                  <a:pt x="181621" y="447688"/>
                  <a:pt x="182812" y="463960"/>
                  <a:pt x="170112" y="469119"/>
                </a:cubicBezTo>
                <a:cubicBezTo>
                  <a:pt x="157412" y="474278"/>
                  <a:pt x="112962" y="469119"/>
                  <a:pt x="112962" y="469119"/>
                </a:cubicBezTo>
                <a:cubicBezTo>
                  <a:pt x="97881" y="469119"/>
                  <a:pt x="89547" y="470707"/>
                  <a:pt x="79625" y="469119"/>
                </a:cubicBezTo>
                <a:cubicBezTo>
                  <a:pt x="69703" y="467531"/>
                  <a:pt x="59384" y="465944"/>
                  <a:pt x="53431" y="459594"/>
                </a:cubicBezTo>
                <a:cubicBezTo>
                  <a:pt x="47478" y="453244"/>
                  <a:pt x="48669" y="440544"/>
                  <a:pt x="43906" y="431019"/>
                </a:cubicBezTo>
                <a:cubicBezTo>
                  <a:pt x="39143" y="421494"/>
                  <a:pt x="30809" y="413953"/>
                  <a:pt x="24856" y="402444"/>
                </a:cubicBezTo>
                <a:cubicBezTo>
                  <a:pt x="18903" y="390935"/>
                  <a:pt x="12156" y="375853"/>
                  <a:pt x="8187" y="361963"/>
                </a:cubicBezTo>
                <a:cubicBezTo>
                  <a:pt x="4218" y="348073"/>
                  <a:pt x="1837" y="331801"/>
                  <a:pt x="1043" y="319101"/>
                </a:cubicBezTo>
                <a:cubicBezTo>
                  <a:pt x="249" y="306401"/>
                  <a:pt x="-1734" y="295288"/>
                  <a:pt x="3425" y="285763"/>
                </a:cubicBezTo>
                <a:cubicBezTo>
                  <a:pt x="8584" y="276238"/>
                  <a:pt x="21285" y="268301"/>
                  <a:pt x="32000" y="261951"/>
                </a:cubicBezTo>
                <a:cubicBezTo>
                  <a:pt x="42715" y="255601"/>
                  <a:pt x="54621" y="252029"/>
                  <a:pt x="67718" y="247663"/>
                </a:cubicBezTo>
                <a:cubicBezTo>
                  <a:pt x="80815" y="243297"/>
                  <a:pt x="100262" y="241313"/>
                  <a:pt x="110581" y="235757"/>
                </a:cubicBezTo>
                <a:cubicBezTo>
                  <a:pt x="120900" y="230201"/>
                  <a:pt x="127250" y="225439"/>
                  <a:pt x="129631" y="214326"/>
                </a:cubicBezTo>
                <a:cubicBezTo>
                  <a:pt x="132012" y="203214"/>
                  <a:pt x="123677" y="182973"/>
                  <a:pt x="124868" y="169082"/>
                </a:cubicBezTo>
                <a:cubicBezTo>
                  <a:pt x="126059" y="155191"/>
                  <a:pt x="130425" y="141698"/>
                  <a:pt x="136775" y="130982"/>
                </a:cubicBezTo>
                <a:cubicBezTo>
                  <a:pt x="143125" y="120266"/>
                  <a:pt x="148284" y="88119"/>
                  <a:pt x="160587" y="83357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p:sp>
        <p:nvSpPr>
          <p:cNvPr id="85" name="6 Yamagata">
            <a:extLst>
              <a:ext uri="{FF2B5EF4-FFF2-40B4-BE49-F238E27FC236}">
                <a16:creationId xmlns:a16="http://schemas.microsoft.com/office/drawing/2014/main" id="{13EAE287-BC3E-4742-27F0-F500E4E0C67E}"/>
              </a:ext>
            </a:extLst>
          </p:cNvPr>
          <p:cNvSpPr/>
          <p:nvPr/>
        </p:nvSpPr>
        <p:spPr>
          <a:xfrm>
            <a:off x="6910272" y="3005228"/>
            <a:ext cx="348770" cy="586753"/>
          </a:xfrm>
          <a:custGeom>
            <a:avLst/>
            <a:gdLst>
              <a:gd name="connsiteX0" fmla="*/ 119178 w 348770"/>
              <a:gd name="connsiteY0" fmla="*/ 383291 h 586753"/>
              <a:gd name="connsiteX1" fmla="*/ 73934 w 348770"/>
              <a:gd name="connsiteY1" fmla="*/ 457110 h 586753"/>
              <a:gd name="connsiteX2" fmla="*/ 62028 w 348770"/>
              <a:gd name="connsiteY2" fmla="*/ 495210 h 586753"/>
              <a:gd name="connsiteX3" fmla="*/ 66791 w 348770"/>
              <a:gd name="connsiteY3" fmla="*/ 507116 h 586753"/>
              <a:gd name="connsiteX4" fmla="*/ 90603 w 348770"/>
              <a:gd name="connsiteY4" fmla="*/ 552360 h 586753"/>
              <a:gd name="connsiteX5" fmla="*/ 150134 w 348770"/>
              <a:gd name="connsiteY5" fmla="*/ 583316 h 586753"/>
              <a:gd name="connsiteX6" fmla="*/ 214428 w 348770"/>
              <a:gd name="connsiteY6" fmla="*/ 583316 h 586753"/>
              <a:gd name="connsiteX7" fmla="*/ 276341 w 348770"/>
              <a:gd name="connsiteY7" fmla="*/ 559503 h 586753"/>
              <a:gd name="connsiteX8" fmla="*/ 300153 w 348770"/>
              <a:gd name="connsiteY8" fmla="*/ 521403 h 586753"/>
              <a:gd name="connsiteX9" fmla="*/ 300153 w 348770"/>
              <a:gd name="connsiteY9" fmla="*/ 495210 h 586753"/>
              <a:gd name="connsiteX10" fmla="*/ 269197 w 348770"/>
              <a:gd name="connsiteY10" fmla="*/ 466635 h 586753"/>
              <a:gd name="connsiteX11" fmla="*/ 254909 w 348770"/>
              <a:gd name="connsiteY11" fmla="*/ 440441 h 586753"/>
              <a:gd name="connsiteX12" fmla="*/ 297772 w 348770"/>
              <a:gd name="connsiteY12" fmla="*/ 395197 h 586753"/>
              <a:gd name="connsiteX13" fmla="*/ 335872 w 348770"/>
              <a:gd name="connsiteY13" fmla="*/ 349953 h 586753"/>
              <a:gd name="connsiteX14" fmla="*/ 347778 w 348770"/>
              <a:gd name="connsiteY14" fmla="*/ 285660 h 586753"/>
              <a:gd name="connsiteX15" fmla="*/ 345397 w 348770"/>
              <a:gd name="connsiteY15" fmla="*/ 221366 h 586753"/>
              <a:gd name="connsiteX16" fmla="*/ 323966 w 348770"/>
              <a:gd name="connsiteY16" fmla="*/ 159453 h 586753"/>
              <a:gd name="connsiteX17" fmla="*/ 312059 w 348770"/>
              <a:gd name="connsiteY17" fmla="*/ 121353 h 586753"/>
              <a:gd name="connsiteX18" fmla="*/ 326347 w 348770"/>
              <a:gd name="connsiteY18" fmla="*/ 92778 h 586753"/>
              <a:gd name="connsiteX19" fmla="*/ 323966 w 348770"/>
              <a:gd name="connsiteY19" fmla="*/ 71347 h 586753"/>
              <a:gd name="connsiteX20" fmla="*/ 300153 w 348770"/>
              <a:gd name="connsiteY20" fmla="*/ 68966 h 586753"/>
              <a:gd name="connsiteX21" fmla="*/ 247766 w 348770"/>
              <a:gd name="connsiteY21" fmla="*/ 59441 h 586753"/>
              <a:gd name="connsiteX22" fmla="*/ 197759 w 348770"/>
              <a:gd name="connsiteY22" fmla="*/ 38010 h 586753"/>
              <a:gd name="connsiteX23" fmla="*/ 142991 w 348770"/>
              <a:gd name="connsiteY23" fmla="*/ 14197 h 586753"/>
              <a:gd name="connsiteX24" fmla="*/ 97747 w 348770"/>
              <a:gd name="connsiteY24" fmla="*/ 2291 h 586753"/>
              <a:gd name="connsiteX25" fmla="*/ 73934 w 348770"/>
              <a:gd name="connsiteY25" fmla="*/ 2291 h 586753"/>
              <a:gd name="connsiteX26" fmla="*/ 71553 w 348770"/>
              <a:gd name="connsiteY26" fmla="*/ 26103 h 586753"/>
              <a:gd name="connsiteX27" fmla="*/ 71553 w 348770"/>
              <a:gd name="connsiteY27" fmla="*/ 71347 h 586753"/>
              <a:gd name="connsiteX28" fmla="*/ 62028 w 348770"/>
              <a:gd name="connsiteY28" fmla="*/ 118972 h 586753"/>
              <a:gd name="connsiteX29" fmla="*/ 35834 w 348770"/>
              <a:gd name="connsiteY29" fmla="*/ 178503 h 586753"/>
              <a:gd name="connsiteX30" fmla="*/ 7259 w 348770"/>
              <a:gd name="connsiteY30" fmla="*/ 207078 h 586753"/>
              <a:gd name="connsiteX31" fmla="*/ 116 w 348770"/>
              <a:gd name="connsiteY31" fmla="*/ 223747 h 586753"/>
              <a:gd name="connsiteX32" fmla="*/ 4878 w 348770"/>
              <a:gd name="connsiteY32" fmla="*/ 271372 h 586753"/>
              <a:gd name="connsiteX33" fmla="*/ 28691 w 348770"/>
              <a:gd name="connsiteY33" fmla="*/ 299947 h 586753"/>
              <a:gd name="connsiteX34" fmla="*/ 66791 w 348770"/>
              <a:gd name="connsiteY34" fmla="*/ 326141 h 586753"/>
              <a:gd name="connsiteX35" fmla="*/ 119178 w 348770"/>
              <a:gd name="connsiteY35" fmla="*/ 383291 h 5867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348770" h="586753">
                <a:moveTo>
                  <a:pt x="119178" y="383291"/>
                </a:moveTo>
                <a:cubicBezTo>
                  <a:pt x="120368" y="405119"/>
                  <a:pt x="83459" y="438457"/>
                  <a:pt x="73934" y="457110"/>
                </a:cubicBezTo>
                <a:cubicBezTo>
                  <a:pt x="64409" y="475763"/>
                  <a:pt x="63218" y="486876"/>
                  <a:pt x="62028" y="495210"/>
                </a:cubicBezTo>
                <a:cubicBezTo>
                  <a:pt x="60838" y="503544"/>
                  <a:pt x="62028" y="497591"/>
                  <a:pt x="66791" y="507116"/>
                </a:cubicBezTo>
                <a:cubicBezTo>
                  <a:pt x="71554" y="516641"/>
                  <a:pt x="76712" y="539660"/>
                  <a:pt x="90603" y="552360"/>
                </a:cubicBezTo>
                <a:cubicBezTo>
                  <a:pt x="104493" y="565060"/>
                  <a:pt x="129497" y="578157"/>
                  <a:pt x="150134" y="583316"/>
                </a:cubicBezTo>
                <a:cubicBezTo>
                  <a:pt x="170771" y="588475"/>
                  <a:pt x="193394" y="587285"/>
                  <a:pt x="214428" y="583316"/>
                </a:cubicBezTo>
                <a:cubicBezTo>
                  <a:pt x="235462" y="579347"/>
                  <a:pt x="262054" y="569822"/>
                  <a:pt x="276341" y="559503"/>
                </a:cubicBezTo>
                <a:cubicBezTo>
                  <a:pt x="290628" y="549184"/>
                  <a:pt x="296184" y="532118"/>
                  <a:pt x="300153" y="521403"/>
                </a:cubicBezTo>
                <a:cubicBezTo>
                  <a:pt x="304122" y="510688"/>
                  <a:pt x="305312" y="504338"/>
                  <a:pt x="300153" y="495210"/>
                </a:cubicBezTo>
                <a:cubicBezTo>
                  <a:pt x="294994" y="486082"/>
                  <a:pt x="276738" y="475763"/>
                  <a:pt x="269197" y="466635"/>
                </a:cubicBezTo>
                <a:cubicBezTo>
                  <a:pt x="261656" y="457507"/>
                  <a:pt x="250147" y="452347"/>
                  <a:pt x="254909" y="440441"/>
                </a:cubicBezTo>
                <a:cubicBezTo>
                  <a:pt x="259671" y="428535"/>
                  <a:pt x="284278" y="410278"/>
                  <a:pt x="297772" y="395197"/>
                </a:cubicBezTo>
                <a:cubicBezTo>
                  <a:pt x="311266" y="380116"/>
                  <a:pt x="327538" y="368209"/>
                  <a:pt x="335872" y="349953"/>
                </a:cubicBezTo>
                <a:cubicBezTo>
                  <a:pt x="344206" y="331697"/>
                  <a:pt x="346190" y="307091"/>
                  <a:pt x="347778" y="285660"/>
                </a:cubicBezTo>
                <a:cubicBezTo>
                  <a:pt x="349366" y="264229"/>
                  <a:pt x="349366" y="242400"/>
                  <a:pt x="345397" y="221366"/>
                </a:cubicBezTo>
                <a:cubicBezTo>
                  <a:pt x="341428" y="200332"/>
                  <a:pt x="329522" y="176122"/>
                  <a:pt x="323966" y="159453"/>
                </a:cubicBezTo>
                <a:cubicBezTo>
                  <a:pt x="318410" y="142784"/>
                  <a:pt x="311662" y="132465"/>
                  <a:pt x="312059" y="121353"/>
                </a:cubicBezTo>
                <a:cubicBezTo>
                  <a:pt x="312456" y="110241"/>
                  <a:pt x="324363" y="101112"/>
                  <a:pt x="326347" y="92778"/>
                </a:cubicBezTo>
                <a:cubicBezTo>
                  <a:pt x="328331" y="84444"/>
                  <a:pt x="328332" y="75316"/>
                  <a:pt x="323966" y="71347"/>
                </a:cubicBezTo>
                <a:cubicBezTo>
                  <a:pt x="319600" y="67378"/>
                  <a:pt x="312853" y="70950"/>
                  <a:pt x="300153" y="68966"/>
                </a:cubicBezTo>
                <a:cubicBezTo>
                  <a:pt x="287453" y="66982"/>
                  <a:pt x="264832" y="64600"/>
                  <a:pt x="247766" y="59441"/>
                </a:cubicBezTo>
                <a:cubicBezTo>
                  <a:pt x="230700" y="54282"/>
                  <a:pt x="197759" y="38010"/>
                  <a:pt x="197759" y="38010"/>
                </a:cubicBezTo>
                <a:cubicBezTo>
                  <a:pt x="180297" y="30469"/>
                  <a:pt x="159660" y="20150"/>
                  <a:pt x="142991" y="14197"/>
                </a:cubicBezTo>
                <a:cubicBezTo>
                  <a:pt x="126322" y="8244"/>
                  <a:pt x="109256" y="4275"/>
                  <a:pt x="97747" y="2291"/>
                </a:cubicBezTo>
                <a:cubicBezTo>
                  <a:pt x="86238" y="307"/>
                  <a:pt x="78300" y="-1678"/>
                  <a:pt x="73934" y="2291"/>
                </a:cubicBezTo>
                <a:cubicBezTo>
                  <a:pt x="69568" y="6260"/>
                  <a:pt x="71950" y="14594"/>
                  <a:pt x="71553" y="26103"/>
                </a:cubicBezTo>
                <a:cubicBezTo>
                  <a:pt x="71156" y="37612"/>
                  <a:pt x="73140" y="55869"/>
                  <a:pt x="71553" y="71347"/>
                </a:cubicBezTo>
                <a:cubicBezTo>
                  <a:pt x="69965" y="86825"/>
                  <a:pt x="67981" y="101113"/>
                  <a:pt x="62028" y="118972"/>
                </a:cubicBezTo>
                <a:cubicBezTo>
                  <a:pt x="56075" y="136831"/>
                  <a:pt x="44962" y="163819"/>
                  <a:pt x="35834" y="178503"/>
                </a:cubicBezTo>
                <a:cubicBezTo>
                  <a:pt x="26706" y="193187"/>
                  <a:pt x="13212" y="199537"/>
                  <a:pt x="7259" y="207078"/>
                </a:cubicBezTo>
                <a:cubicBezTo>
                  <a:pt x="1306" y="214619"/>
                  <a:pt x="513" y="213031"/>
                  <a:pt x="116" y="223747"/>
                </a:cubicBezTo>
                <a:cubicBezTo>
                  <a:pt x="-281" y="234463"/>
                  <a:pt x="115" y="258672"/>
                  <a:pt x="4878" y="271372"/>
                </a:cubicBezTo>
                <a:cubicBezTo>
                  <a:pt x="9641" y="284072"/>
                  <a:pt x="18372" y="290819"/>
                  <a:pt x="28691" y="299947"/>
                </a:cubicBezTo>
                <a:cubicBezTo>
                  <a:pt x="39010" y="309075"/>
                  <a:pt x="54885" y="317410"/>
                  <a:pt x="66791" y="326141"/>
                </a:cubicBezTo>
                <a:cubicBezTo>
                  <a:pt x="78697" y="334872"/>
                  <a:pt x="117988" y="361463"/>
                  <a:pt x="119178" y="383291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p:sp>
        <p:nvSpPr>
          <p:cNvPr id="132" name="5 Akita">
            <a:extLst>
              <a:ext uri="{FF2B5EF4-FFF2-40B4-BE49-F238E27FC236}">
                <a16:creationId xmlns:a16="http://schemas.microsoft.com/office/drawing/2014/main" id="{5ECA47AF-D2C6-8385-11B4-FD276ACF780A}"/>
              </a:ext>
            </a:extLst>
          </p:cNvPr>
          <p:cNvSpPr/>
          <p:nvPr/>
        </p:nvSpPr>
        <p:spPr>
          <a:xfrm>
            <a:off x="6870262" y="2409003"/>
            <a:ext cx="441871" cy="670747"/>
          </a:xfrm>
          <a:custGeom>
            <a:avLst/>
            <a:gdLst>
              <a:gd name="connsiteX0" fmla="*/ 51238 w 441871"/>
              <a:gd name="connsiteY0" fmla="*/ 229422 h 670747"/>
              <a:gd name="connsiteX1" fmla="*/ 438 w 441871"/>
              <a:gd name="connsiteY1" fmla="*/ 289747 h 670747"/>
              <a:gd name="connsiteX2" fmla="*/ 29013 w 441871"/>
              <a:gd name="connsiteY2" fmla="*/ 331022 h 670747"/>
              <a:gd name="connsiteX3" fmla="*/ 70288 w 441871"/>
              <a:gd name="connsiteY3" fmla="*/ 334197 h 670747"/>
              <a:gd name="connsiteX4" fmla="*/ 86163 w 441871"/>
              <a:gd name="connsiteY4" fmla="*/ 308797 h 670747"/>
              <a:gd name="connsiteX5" fmla="*/ 86163 w 441871"/>
              <a:gd name="connsiteY5" fmla="*/ 289747 h 670747"/>
              <a:gd name="connsiteX6" fmla="*/ 98863 w 441871"/>
              <a:gd name="connsiteY6" fmla="*/ 254822 h 670747"/>
              <a:gd name="connsiteX7" fmla="*/ 114738 w 441871"/>
              <a:gd name="connsiteY7" fmla="*/ 254822 h 670747"/>
              <a:gd name="connsiteX8" fmla="*/ 121088 w 441871"/>
              <a:gd name="connsiteY8" fmla="*/ 261172 h 670747"/>
              <a:gd name="connsiteX9" fmla="*/ 114738 w 441871"/>
              <a:gd name="connsiteY9" fmla="*/ 292922 h 670747"/>
              <a:gd name="connsiteX10" fmla="*/ 114738 w 441871"/>
              <a:gd name="connsiteY10" fmla="*/ 318322 h 670747"/>
              <a:gd name="connsiteX11" fmla="*/ 133788 w 441871"/>
              <a:gd name="connsiteY11" fmla="*/ 362772 h 670747"/>
              <a:gd name="connsiteX12" fmla="*/ 143313 w 441871"/>
              <a:gd name="connsiteY12" fmla="*/ 410397 h 670747"/>
              <a:gd name="connsiteX13" fmla="*/ 140138 w 441871"/>
              <a:gd name="connsiteY13" fmla="*/ 458022 h 670747"/>
              <a:gd name="connsiteX14" fmla="*/ 136963 w 441871"/>
              <a:gd name="connsiteY14" fmla="*/ 505647 h 670747"/>
              <a:gd name="connsiteX15" fmla="*/ 133788 w 441871"/>
              <a:gd name="connsiteY15" fmla="*/ 572322 h 670747"/>
              <a:gd name="connsiteX16" fmla="*/ 133788 w 441871"/>
              <a:gd name="connsiteY16" fmla="*/ 604072 h 670747"/>
              <a:gd name="connsiteX17" fmla="*/ 168713 w 441871"/>
              <a:gd name="connsiteY17" fmla="*/ 604072 h 670747"/>
              <a:gd name="connsiteX18" fmla="*/ 203638 w 441871"/>
              <a:gd name="connsiteY18" fmla="*/ 607247 h 670747"/>
              <a:gd name="connsiteX19" fmla="*/ 257613 w 441871"/>
              <a:gd name="connsiteY19" fmla="*/ 645347 h 670747"/>
              <a:gd name="connsiteX20" fmla="*/ 308413 w 441871"/>
              <a:gd name="connsiteY20" fmla="*/ 658047 h 670747"/>
              <a:gd name="connsiteX21" fmla="*/ 359213 w 441871"/>
              <a:gd name="connsiteY21" fmla="*/ 670747 h 670747"/>
              <a:gd name="connsiteX22" fmla="*/ 394138 w 441871"/>
              <a:gd name="connsiteY22" fmla="*/ 658047 h 670747"/>
              <a:gd name="connsiteX23" fmla="*/ 422713 w 441871"/>
              <a:gd name="connsiteY23" fmla="*/ 638997 h 670747"/>
              <a:gd name="connsiteX24" fmla="*/ 441763 w 441871"/>
              <a:gd name="connsiteY24" fmla="*/ 629472 h 670747"/>
              <a:gd name="connsiteX25" fmla="*/ 429063 w 441871"/>
              <a:gd name="connsiteY25" fmla="*/ 581847 h 670747"/>
              <a:gd name="connsiteX26" fmla="*/ 400488 w 441871"/>
              <a:gd name="connsiteY26" fmla="*/ 524697 h 670747"/>
              <a:gd name="connsiteX27" fmla="*/ 375088 w 441871"/>
              <a:gd name="connsiteY27" fmla="*/ 489772 h 670747"/>
              <a:gd name="connsiteX28" fmla="*/ 343338 w 441871"/>
              <a:gd name="connsiteY28" fmla="*/ 429447 h 670747"/>
              <a:gd name="connsiteX29" fmla="*/ 362388 w 441871"/>
              <a:gd name="connsiteY29" fmla="*/ 369122 h 670747"/>
              <a:gd name="connsiteX30" fmla="*/ 378263 w 441871"/>
              <a:gd name="connsiteY30" fmla="*/ 321497 h 670747"/>
              <a:gd name="connsiteX31" fmla="*/ 378263 w 441871"/>
              <a:gd name="connsiteY31" fmla="*/ 242122 h 670747"/>
              <a:gd name="connsiteX32" fmla="*/ 384613 w 441871"/>
              <a:gd name="connsiteY32" fmla="*/ 172272 h 670747"/>
              <a:gd name="connsiteX33" fmla="*/ 384613 w 441871"/>
              <a:gd name="connsiteY33" fmla="*/ 99247 h 670747"/>
              <a:gd name="connsiteX34" fmla="*/ 400488 w 441871"/>
              <a:gd name="connsiteY34" fmla="*/ 73847 h 670747"/>
              <a:gd name="connsiteX35" fmla="*/ 403663 w 441871"/>
              <a:gd name="connsiteY35" fmla="*/ 48447 h 670747"/>
              <a:gd name="connsiteX36" fmla="*/ 394138 w 441871"/>
              <a:gd name="connsiteY36" fmla="*/ 13522 h 670747"/>
              <a:gd name="connsiteX37" fmla="*/ 375088 w 441871"/>
              <a:gd name="connsiteY37" fmla="*/ 822 h 670747"/>
              <a:gd name="connsiteX38" fmla="*/ 352863 w 441871"/>
              <a:gd name="connsiteY38" fmla="*/ 3997 h 670747"/>
              <a:gd name="connsiteX39" fmla="*/ 336988 w 441871"/>
              <a:gd name="connsiteY39" fmla="*/ 26222 h 670747"/>
              <a:gd name="connsiteX40" fmla="*/ 302063 w 441871"/>
              <a:gd name="connsiteY40" fmla="*/ 42097 h 670747"/>
              <a:gd name="connsiteX41" fmla="*/ 263963 w 441871"/>
              <a:gd name="connsiteY41" fmla="*/ 45272 h 670747"/>
              <a:gd name="connsiteX42" fmla="*/ 203638 w 441871"/>
              <a:gd name="connsiteY42" fmla="*/ 48447 h 670747"/>
              <a:gd name="connsiteX43" fmla="*/ 168713 w 441871"/>
              <a:gd name="connsiteY43" fmla="*/ 48447 h 670747"/>
              <a:gd name="connsiteX44" fmla="*/ 121088 w 441871"/>
              <a:gd name="connsiteY44" fmla="*/ 48447 h 670747"/>
              <a:gd name="connsiteX45" fmla="*/ 82988 w 441871"/>
              <a:gd name="connsiteY45" fmla="*/ 51622 h 670747"/>
              <a:gd name="connsiteX46" fmla="*/ 76638 w 441871"/>
              <a:gd name="connsiteY46" fmla="*/ 73847 h 670747"/>
              <a:gd name="connsiteX47" fmla="*/ 92513 w 441871"/>
              <a:gd name="connsiteY47" fmla="*/ 99247 h 670747"/>
              <a:gd name="connsiteX48" fmla="*/ 95688 w 441871"/>
              <a:gd name="connsiteY48" fmla="*/ 124647 h 670747"/>
              <a:gd name="connsiteX49" fmla="*/ 86163 w 441871"/>
              <a:gd name="connsiteY49" fmla="*/ 165922 h 670747"/>
              <a:gd name="connsiteX50" fmla="*/ 51238 w 441871"/>
              <a:gd name="connsiteY50" fmla="*/ 229422 h 6707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</a:cxnLst>
            <a:rect l="l" t="t" r="r" b="b"/>
            <a:pathLst>
              <a:path w="441871" h="670747">
                <a:moveTo>
                  <a:pt x="51238" y="229422"/>
                </a:moveTo>
                <a:cubicBezTo>
                  <a:pt x="36951" y="250059"/>
                  <a:pt x="4142" y="272814"/>
                  <a:pt x="438" y="289747"/>
                </a:cubicBezTo>
                <a:cubicBezTo>
                  <a:pt x="-3266" y="306680"/>
                  <a:pt x="17371" y="323614"/>
                  <a:pt x="29013" y="331022"/>
                </a:cubicBezTo>
                <a:cubicBezTo>
                  <a:pt x="40655" y="338430"/>
                  <a:pt x="60763" y="337901"/>
                  <a:pt x="70288" y="334197"/>
                </a:cubicBezTo>
                <a:cubicBezTo>
                  <a:pt x="79813" y="330493"/>
                  <a:pt x="83517" y="316205"/>
                  <a:pt x="86163" y="308797"/>
                </a:cubicBezTo>
                <a:cubicBezTo>
                  <a:pt x="88809" y="301389"/>
                  <a:pt x="84046" y="298743"/>
                  <a:pt x="86163" y="289747"/>
                </a:cubicBezTo>
                <a:cubicBezTo>
                  <a:pt x="88280" y="280751"/>
                  <a:pt x="98863" y="254822"/>
                  <a:pt x="98863" y="254822"/>
                </a:cubicBezTo>
                <a:cubicBezTo>
                  <a:pt x="103625" y="249001"/>
                  <a:pt x="114738" y="254822"/>
                  <a:pt x="114738" y="254822"/>
                </a:cubicBezTo>
                <a:cubicBezTo>
                  <a:pt x="118442" y="255880"/>
                  <a:pt x="121088" y="254822"/>
                  <a:pt x="121088" y="261172"/>
                </a:cubicBezTo>
                <a:cubicBezTo>
                  <a:pt x="121088" y="267522"/>
                  <a:pt x="115796" y="283397"/>
                  <a:pt x="114738" y="292922"/>
                </a:cubicBezTo>
                <a:cubicBezTo>
                  <a:pt x="113680" y="302447"/>
                  <a:pt x="111563" y="306680"/>
                  <a:pt x="114738" y="318322"/>
                </a:cubicBezTo>
                <a:cubicBezTo>
                  <a:pt x="117913" y="329964"/>
                  <a:pt x="129025" y="347426"/>
                  <a:pt x="133788" y="362772"/>
                </a:cubicBezTo>
                <a:cubicBezTo>
                  <a:pt x="138551" y="378118"/>
                  <a:pt x="142255" y="394522"/>
                  <a:pt x="143313" y="410397"/>
                </a:cubicBezTo>
                <a:lnTo>
                  <a:pt x="140138" y="458022"/>
                </a:lnTo>
                <a:cubicBezTo>
                  <a:pt x="139080" y="473897"/>
                  <a:pt x="138021" y="486597"/>
                  <a:pt x="136963" y="505647"/>
                </a:cubicBezTo>
                <a:cubicBezTo>
                  <a:pt x="135905" y="524697"/>
                  <a:pt x="134317" y="555918"/>
                  <a:pt x="133788" y="572322"/>
                </a:cubicBezTo>
                <a:cubicBezTo>
                  <a:pt x="133259" y="588726"/>
                  <a:pt x="127967" y="598780"/>
                  <a:pt x="133788" y="604072"/>
                </a:cubicBezTo>
                <a:cubicBezTo>
                  <a:pt x="139609" y="609364"/>
                  <a:pt x="157071" y="603543"/>
                  <a:pt x="168713" y="604072"/>
                </a:cubicBezTo>
                <a:cubicBezTo>
                  <a:pt x="180355" y="604601"/>
                  <a:pt x="188821" y="600368"/>
                  <a:pt x="203638" y="607247"/>
                </a:cubicBezTo>
                <a:cubicBezTo>
                  <a:pt x="218455" y="614126"/>
                  <a:pt x="240151" y="636880"/>
                  <a:pt x="257613" y="645347"/>
                </a:cubicBezTo>
                <a:cubicBezTo>
                  <a:pt x="275075" y="653814"/>
                  <a:pt x="291480" y="653814"/>
                  <a:pt x="308413" y="658047"/>
                </a:cubicBezTo>
                <a:cubicBezTo>
                  <a:pt x="325346" y="662280"/>
                  <a:pt x="344926" y="670747"/>
                  <a:pt x="359213" y="670747"/>
                </a:cubicBezTo>
                <a:cubicBezTo>
                  <a:pt x="373500" y="670747"/>
                  <a:pt x="383555" y="663339"/>
                  <a:pt x="394138" y="658047"/>
                </a:cubicBezTo>
                <a:cubicBezTo>
                  <a:pt x="404721" y="652755"/>
                  <a:pt x="414776" y="643760"/>
                  <a:pt x="422713" y="638997"/>
                </a:cubicBezTo>
                <a:cubicBezTo>
                  <a:pt x="430651" y="634235"/>
                  <a:pt x="440705" y="638997"/>
                  <a:pt x="441763" y="629472"/>
                </a:cubicBezTo>
                <a:cubicBezTo>
                  <a:pt x="442821" y="619947"/>
                  <a:pt x="435942" y="599309"/>
                  <a:pt x="429063" y="581847"/>
                </a:cubicBezTo>
                <a:cubicBezTo>
                  <a:pt x="422184" y="564385"/>
                  <a:pt x="409484" y="540043"/>
                  <a:pt x="400488" y="524697"/>
                </a:cubicBezTo>
                <a:cubicBezTo>
                  <a:pt x="391492" y="509351"/>
                  <a:pt x="384613" y="505647"/>
                  <a:pt x="375088" y="489772"/>
                </a:cubicBezTo>
                <a:cubicBezTo>
                  <a:pt x="365563" y="473897"/>
                  <a:pt x="345455" y="449555"/>
                  <a:pt x="343338" y="429447"/>
                </a:cubicBezTo>
                <a:cubicBezTo>
                  <a:pt x="341221" y="409339"/>
                  <a:pt x="356567" y="387114"/>
                  <a:pt x="362388" y="369122"/>
                </a:cubicBezTo>
                <a:cubicBezTo>
                  <a:pt x="368209" y="351130"/>
                  <a:pt x="375617" y="342664"/>
                  <a:pt x="378263" y="321497"/>
                </a:cubicBezTo>
                <a:cubicBezTo>
                  <a:pt x="380909" y="300330"/>
                  <a:pt x="377205" y="266993"/>
                  <a:pt x="378263" y="242122"/>
                </a:cubicBezTo>
                <a:cubicBezTo>
                  <a:pt x="379321" y="217251"/>
                  <a:pt x="383555" y="196084"/>
                  <a:pt x="384613" y="172272"/>
                </a:cubicBezTo>
                <a:cubicBezTo>
                  <a:pt x="385671" y="148460"/>
                  <a:pt x="381967" y="115651"/>
                  <a:pt x="384613" y="99247"/>
                </a:cubicBezTo>
                <a:cubicBezTo>
                  <a:pt x="387259" y="82843"/>
                  <a:pt x="397313" y="82314"/>
                  <a:pt x="400488" y="73847"/>
                </a:cubicBezTo>
                <a:cubicBezTo>
                  <a:pt x="403663" y="65380"/>
                  <a:pt x="404721" y="58501"/>
                  <a:pt x="403663" y="48447"/>
                </a:cubicBezTo>
                <a:cubicBezTo>
                  <a:pt x="402605" y="38393"/>
                  <a:pt x="398901" y="21459"/>
                  <a:pt x="394138" y="13522"/>
                </a:cubicBezTo>
                <a:cubicBezTo>
                  <a:pt x="389376" y="5584"/>
                  <a:pt x="381967" y="2409"/>
                  <a:pt x="375088" y="822"/>
                </a:cubicBezTo>
                <a:cubicBezTo>
                  <a:pt x="368209" y="-765"/>
                  <a:pt x="359213" y="-236"/>
                  <a:pt x="352863" y="3997"/>
                </a:cubicBezTo>
                <a:cubicBezTo>
                  <a:pt x="346513" y="8230"/>
                  <a:pt x="345455" y="19872"/>
                  <a:pt x="336988" y="26222"/>
                </a:cubicBezTo>
                <a:cubicBezTo>
                  <a:pt x="328521" y="32572"/>
                  <a:pt x="314234" y="38922"/>
                  <a:pt x="302063" y="42097"/>
                </a:cubicBezTo>
                <a:cubicBezTo>
                  <a:pt x="289892" y="45272"/>
                  <a:pt x="263963" y="45272"/>
                  <a:pt x="263963" y="45272"/>
                </a:cubicBezTo>
                <a:cubicBezTo>
                  <a:pt x="247559" y="46330"/>
                  <a:pt x="219513" y="47918"/>
                  <a:pt x="203638" y="48447"/>
                </a:cubicBezTo>
                <a:cubicBezTo>
                  <a:pt x="187763" y="48976"/>
                  <a:pt x="168713" y="48447"/>
                  <a:pt x="168713" y="48447"/>
                </a:cubicBezTo>
                <a:cubicBezTo>
                  <a:pt x="154955" y="48447"/>
                  <a:pt x="135376" y="47918"/>
                  <a:pt x="121088" y="48447"/>
                </a:cubicBezTo>
                <a:cubicBezTo>
                  <a:pt x="106801" y="48976"/>
                  <a:pt x="90396" y="47389"/>
                  <a:pt x="82988" y="51622"/>
                </a:cubicBezTo>
                <a:cubicBezTo>
                  <a:pt x="75580" y="55855"/>
                  <a:pt x="75050" y="65909"/>
                  <a:pt x="76638" y="73847"/>
                </a:cubicBezTo>
                <a:cubicBezTo>
                  <a:pt x="78226" y="81785"/>
                  <a:pt x="89338" y="90780"/>
                  <a:pt x="92513" y="99247"/>
                </a:cubicBezTo>
                <a:cubicBezTo>
                  <a:pt x="95688" y="107714"/>
                  <a:pt x="96746" y="113535"/>
                  <a:pt x="95688" y="124647"/>
                </a:cubicBezTo>
                <a:cubicBezTo>
                  <a:pt x="94630" y="135759"/>
                  <a:pt x="89338" y="154280"/>
                  <a:pt x="86163" y="165922"/>
                </a:cubicBezTo>
                <a:cubicBezTo>
                  <a:pt x="82988" y="177564"/>
                  <a:pt x="65525" y="208785"/>
                  <a:pt x="51238" y="229422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p:sp>
        <p:nvSpPr>
          <p:cNvPr id="30" name="4 Miyagi">
            <a:extLst>
              <a:ext uri="{FF2B5EF4-FFF2-40B4-BE49-F238E27FC236}">
                <a16:creationId xmlns:a16="http://schemas.microsoft.com/office/drawing/2014/main" id="{19646134-B85A-572B-A268-5A7F20CA4538}"/>
              </a:ext>
            </a:extLst>
          </p:cNvPr>
          <p:cNvSpPr/>
          <p:nvPr/>
        </p:nvSpPr>
        <p:spPr>
          <a:xfrm>
            <a:off x="7160416" y="3042086"/>
            <a:ext cx="448677" cy="480135"/>
          </a:xfrm>
          <a:custGeom>
            <a:avLst/>
            <a:gdLst>
              <a:gd name="connsiteX0" fmla="*/ 3 w 448677"/>
              <a:gd name="connsiteY0" fmla="*/ 417870 h 480135"/>
              <a:gd name="connsiteX1" fmla="*/ 47628 w 448677"/>
              <a:gd name="connsiteY1" fmla="*/ 365483 h 480135"/>
              <a:gd name="connsiteX2" fmla="*/ 71440 w 448677"/>
              <a:gd name="connsiteY2" fmla="*/ 334527 h 480135"/>
              <a:gd name="connsiteX3" fmla="*/ 85728 w 448677"/>
              <a:gd name="connsiteY3" fmla="*/ 289283 h 480135"/>
              <a:gd name="connsiteX4" fmla="*/ 95253 w 448677"/>
              <a:gd name="connsiteY4" fmla="*/ 251183 h 480135"/>
              <a:gd name="connsiteX5" fmla="*/ 95253 w 448677"/>
              <a:gd name="connsiteY5" fmla="*/ 210702 h 480135"/>
              <a:gd name="connsiteX6" fmla="*/ 88109 w 448677"/>
              <a:gd name="connsiteY6" fmla="*/ 163077 h 480135"/>
              <a:gd name="connsiteX7" fmla="*/ 80965 w 448677"/>
              <a:gd name="connsiteY7" fmla="*/ 122595 h 480135"/>
              <a:gd name="connsiteX8" fmla="*/ 69059 w 448677"/>
              <a:gd name="connsiteY8" fmla="*/ 91639 h 480135"/>
              <a:gd name="connsiteX9" fmla="*/ 59534 w 448677"/>
              <a:gd name="connsiteY9" fmla="*/ 74970 h 480135"/>
              <a:gd name="connsiteX10" fmla="*/ 71440 w 448677"/>
              <a:gd name="connsiteY10" fmla="*/ 41633 h 480135"/>
              <a:gd name="connsiteX11" fmla="*/ 102397 w 448677"/>
              <a:gd name="connsiteY11" fmla="*/ 15439 h 480135"/>
              <a:gd name="connsiteX12" fmla="*/ 128590 w 448677"/>
              <a:gd name="connsiteY12" fmla="*/ 1152 h 480135"/>
              <a:gd name="connsiteX13" fmla="*/ 147640 w 448677"/>
              <a:gd name="connsiteY13" fmla="*/ 1152 h 480135"/>
              <a:gd name="connsiteX14" fmla="*/ 183359 w 448677"/>
              <a:gd name="connsiteY14" fmla="*/ 3533 h 480135"/>
              <a:gd name="connsiteX15" fmla="*/ 223840 w 448677"/>
              <a:gd name="connsiteY15" fmla="*/ 15439 h 480135"/>
              <a:gd name="connsiteX16" fmla="*/ 252415 w 448677"/>
              <a:gd name="connsiteY16" fmla="*/ 32108 h 480135"/>
              <a:gd name="connsiteX17" fmla="*/ 273847 w 448677"/>
              <a:gd name="connsiteY17" fmla="*/ 60683 h 480135"/>
              <a:gd name="connsiteX18" fmla="*/ 304803 w 448677"/>
              <a:gd name="connsiteY18" fmla="*/ 79733 h 480135"/>
              <a:gd name="connsiteX19" fmla="*/ 333378 w 448677"/>
              <a:gd name="connsiteY19" fmla="*/ 77352 h 480135"/>
              <a:gd name="connsiteX20" fmla="*/ 361953 w 448677"/>
              <a:gd name="connsiteY20" fmla="*/ 65445 h 480135"/>
              <a:gd name="connsiteX21" fmla="*/ 388147 w 448677"/>
              <a:gd name="connsiteY21" fmla="*/ 58302 h 480135"/>
              <a:gd name="connsiteX22" fmla="*/ 400053 w 448677"/>
              <a:gd name="connsiteY22" fmla="*/ 51158 h 480135"/>
              <a:gd name="connsiteX23" fmla="*/ 404815 w 448677"/>
              <a:gd name="connsiteY23" fmla="*/ 84495 h 480135"/>
              <a:gd name="connsiteX24" fmla="*/ 407197 w 448677"/>
              <a:gd name="connsiteY24" fmla="*/ 117833 h 480135"/>
              <a:gd name="connsiteX25" fmla="*/ 416722 w 448677"/>
              <a:gd name="connsiteY25" fmla="*/ 153552 h 480135"/>
              <a:gd name="connsiteX26" fmla="*/ 431009 w 448677"/>
              <a:gd name="connsiteY26" fmla="*/ 189270 h 480135"/>
              <a:gd name="connsiteX27" fmla="*/ 442915 w 448677"/>
              <a:gd name="connsiteY27" fmla="*/ 213083 h 480135"/>
              <a:gd name="connsiteX28" fmla="*/ 447678 w 448677"/>
              <a:gd name="connsiteY28" fmla="*/ 234514 h 480135"/>
              <a:gd name="connsiteX29" fmla="*/ 423865 w 448677"/>
              <a:gd name="connsiteY29" fmla="*/ 244039 h 480135"/>
              <a:gd name="connsiteX30" fmla="*/ 388147 w 448677"/>
              <a:gd name="connsiteY30" fmla="*/ 227370 h 480135"/>
              <a:gd name="connsiteX31" fmla="*/ 364334 w 448677"/>
              <a:gd name="connsiteY31" fmla="*/ 220227 h 480135"/>
              <a:gd name="connsiteX32" fmla="*/ 333378 w 448677"/>
              <a:gd name="connsiteY32" fmla="*/ 229752 h 480135"/>
              <a:gd name="connsiteX33" fmla="*/ 304803 w 448677"/>
              <a:gd name="connsiteY33" fmla="*/ 248802 h 480135"/>
              <a:gd name="connsiteX34" fmla="*/ 271465 w 448677"/>
              <a:gd name="connsiteY34" fmla="*/ 277377 h 480135"/>
              <a:gd name="connsiteX35" fmla="*/ 254797 w 448677"/>
              <a:gd name="connsiteY35" fmla="*/ 305952 h 480135"/>
              <a:gd name="connsiteX36" fmla="*/ 247653 w 448677"/>
              <a:gd name="connsiteY36" fmla="*/ 341670 h 480135"/>
              <a:gd name="connsiteX37" fmla="*/ 252415 w 448677"/>
              <a:gd name="connsiteY37" fmla="*/ 391677 h 480135"/>
              <a:gd name="connsiteX38" fmla="*/ 257178 w 448677"/>
              <a:gd name="connsiteY38" fmla="*/ 427395 h 480135"/>
              <a:gd name="connsiteX39" fmla="*/ 257178 w 448677"/>
              <a:gd name="connsiteY39" fmla="*/ 455970 h 480135"/>
              <a:gd name="connsiteX40" fmla="*/ 240509 w 448677"/>
              <a:gd name="connsiteY40" fmla="*/ 463114 h 480135"/>
              <a:gd name="connsiteX41" fmla="*/ 197647 w 448677"/>
              <a:gd name="connsiteY41" fmla="*/ 458352 h 480135"/>
              <a:gd name="connsiteX42" fmla="*/ 166690 w 448677"/>
              <a:gd name="connsiteY42" fmla="*/ 451208 h 480135"/>
              <a:gd name="connsiteX43" fmla="*/ 142878 w 448677"/>
              <a:gd name="connsiteY43" fmla="*/ 439302 h 480135"/>
              <a:gd name="connsiteX44" fmla="*/ 116684 w 448677"/>
              <a:gd name="connsiteY44" fmla="*/ 441683 h 480135"/>
              <a:gd name="connsiteX45" fmla="*/ 85728 w 448677"/>
              <a:gd name="connsiteY45" fmla="*/ 458352 h 480135"/>
              <a:gd name="connsiteX46" fmla="*/ 64297 w 448677"/>
              <a:gd name="connsiteY46" fmla="*/ 475020 h 480135"/>
              <a:gd name="connsiteX47" fmla="*/ 50009 w 448677"/>
              <a:gd name="connsiteY47" fmla="*/ 477402 h 480135"/>
              <a:gd name="connsiteX48" fmla="*/ 3 w 448677"/>
              <a:gd name="connsiteY48" fmla="*/ 417870 h 4801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</a:cxnLst>
            <a:rect l="l" t="t" r="r" b="b"/>
            <a:pathLst>
              <a:path w="448677" h="480135">
                <a:moveTo>
                  <a:pt x="3" y="417870"/>
                </a:moveTo>
                <a:cubicBezTo>
                  <a:pt x="-394" y="399217"/>
                  <a:pt x="35722" y="379373"/>
                  <a:pt x="47628" y="365483"/>
                </a:cubicBezTo>
                <a:cubicBezTo>
                  <a:pt x="59534" y="351592"/>
                  <a:pt x="65090" y="347227"/>
                  <a:pt x="71440" y="334527"/>
                </a:cubicBezTo>
                <a:cubicBezTo>
                  <a:pt x="77790" y="321827"/>
                  <a:pt x="81759" y="303174"/>
                  <a:pt x="85728" y="289283"/>
                </a:cubicBezTo>
                <a:cubicBezTo>
                  <a:pt x="89697" y="275392"/>
                  <a:pt x="93666" y="264280"/>
                  <a:pt x="95253" y="251183"/>
                </a:cubicBezTo>
                <a:cubicBezTo>
                  <a:pt x="96840" y="238086"/>
                  <a:pt x="96444" y="225386"/>
                  <a:pt x="95253" y="210702"/>
                </a:cubicBezTo>
                <a:cubicBezTo>
                  <a:pt x="94062" y="196018"/>
                  <a:pt x="90490" y="177761"/>
                  <a:pt x="88109" y="163077"/>
                </a:cubicBezTo>
                <a:cubicBezTo>
                  <a:pt x="85728" y="148393"/>
                  <a:pt x="84140" y="134501"/>
                  <a:pt x="80965" y="122595"/>
                </a:cubicBezTo>
                <a:cubicBezTo>
                  <a:pt x="77790" y="110689"/>
                  <a:pt x="72631" y="99576"/>
                  <a:pt x="69059" y="91639"/>
                </a:cubicBezTo>
                <a:cubicBezTo>
                  <a:pt x="65487" y="83702"/>
                  <a:pt x="59137" y="83304"/>
                  <a:pt x="59534" y="74970"/>
                </a:cubicBezTo>
                <a:cubicBezTo>
                  <a:pt x="59931" y="66636"/>
                  <a:pt x="64296" y="51555"/>
                  <a:pt x="71440" y="41633"/>
                </a:cubicBezTo>
                <a:cubicBezTo>
                  <a:pt x="78584" y="31711"/>
                  <a:pt x="92872" y="22186"/>
                  <a:pt x="102397" y="15439"/>
                </a:cubicBezTo>
                <a:cubicBezTo>
                  <a:pt x="111922" y="8692"/>
                  <a:pt x="121050" y="3533"/>
                  <a:pt x="128590" y="1152"/>
                </a:cubicBezTo>
                <a:cubicBezTo>
                  <a:pt x="136130" y="-1229"/>
                  <a:pt x="138512" y="755"/>
                  <a:pt x="147640" y="1152"/>
                </a:cubicBezTo>
                <a:cubicBezTo>
                  <a:pt x="156768" y="1549"/>
                  <a:pt x="170659" y="1152"/>
                  <a:pt x="183359" y="3533"/>
                </a:cubicBezTo>
                <a:cubicBezTo>
                  <a:pt x="196059" y="5914"/>
                  <a:pt x="212331" y="10676"/>
                  <a:pt x="223840" y="15439"/>
                </a:cubicBezTo>
                <a:cubicBezTo>
                  <a:pt x="235349" y="20202"/>
                  <a:pt x="244081" y="24567"/>
                  <a:pt x="252415" y="32108"/>
                </a:cubicBezTo>
                <a:cubicBezTo>
                  <a:pt x="260749" y="39649"/>
                  <a:pt x="265116" y="52746"/>
                  <a:pt x="273847" y="60683"/>
                </a:cubicBezTo>
                <a:cubicBezTo>
                  <a:pt x="282578" y="68620"/>
                  <a:pt x="294881" y="76955"/>
                  <a:pt x="304803" y="79733"/>
                </a:cubicBezTo>
                <a:cubicBezTo>
                  <a:pt x="314725" y="82511"/>
                  <a:pt x="323853" y="79733"/>
                  <a:pt x="333378" y="77352"/>
                </a:cubicBezTo>
                <a:cubicBezTo>
                  <a:pt x="342903" y="74971"/>
                  <a:pt x="352825" y="68620"/>
                  <a:pt x="361953" y="65445"/>
                </a:cubicBezTo>
                <a:cubicBezTo>
                  <a:pt x="371081" y="62270"/>
                  <a:pt x="381797" y="60683"/>
                  <a:pt x="388147" y="58302"/>
                </a:cubicBezTo>
                <a:cubicBezTo>
                  <a:pt x="394497" y="55921"/>
                  <a:pt x="397275" y="46793"/>
                  <a:pt x="400053" y="51158"/>
                </a:cubicBezTo>
                <a:cubicBezTo>
                  <a:pt x="402831" y="55523"/>
                  <a:pt x="403624" y="73382"/>
                  <a:pt x="404815" y="84495"/>
                </a:cubicBezTo>
                <a:cubicBezTo>
                  <a:pt x="406006" y="95607"/>
                  <a:pt x="405213" y="106324"/>
                  <a:pt x="407197" y="117833"/>
                </a:cubicBezTo>
                <a:cubicBezTo>
                  <a:pt x="409181" y="129342"/>
                  <a:pt x="412753" y="141646"/>
                  <a:pt x="416722" y="153552"/>
                </a:cubicBezTo>
                <a:cubicBezTo>
                  <a:pt x="420691" y="165458"/>
                  <a:pt x="426643" y="179348"/>
                  <a:pt x="431009" y="189270"/>
                </a:cubicBezTo>
                <a:cubicBezTo>
                  <a:pt x="435375" y="199192"/>
                  <a:pt x="440137" y="205542"/>
                  <a:pt x="442915" y="213083"/>
                </a:cubicBezTo>
                <a:cubicBezTo>
                  <a:pt x="445693" y="220624"/>
                  <a:pt x="450853" y="229355"/>
                  <a:pt x="447678" y="234514"/>
                </a:cubicBezTo>
                <a:cubicBezTo>
                  <a:pt x="444503" y="239673"/>
                  <a:pt x="433787" y="245230"/>
                  <a:pt x="423865" y="244039"/>
                </a:cubicBezTo>
                <a:cubicBezTo>
                  <a:pt x="413943" y="242848"/>
                  <a:pt x="398069" y="231339"/>
                  <a:pt x="388147" y="227370"/>
                </a:cubicBezTo>
                <a:cubicBezTo>
                  <a:pt x="378225" y="223401"/>
                  <a:pt x="373462" y="219830"/>
                  <a:pt x="364334" y="220227"/>
                </a:cubicBezTo>
                <a:cubicBezTo>
                  <a:pt x="355206" y="220624"/>
                  <a:pt x="343300" y="224990"/>
                  <a:pt x="333378" y="229752"/>
                </a:cubicBezTo>
                <a:cubicBezTo>
                  <a:pt x="323456" y="234514"/>
                  <a:pt x="315122" y="240865"/>
                  <a:pt x="304803" y="248802"/>
                </a:cubicBezTo>
                <a:cubicBezTo>
                  <a:pt x="294484" y="256739"/>
                  <a:pt x="279799" y="267852"/>
                  <a:pt x="271465" y="277377"/>
                </a:cubicBezTo>
                <a:cubicBezTo>
                  <a:pt x="263131" y="286902"/>
                  <a:pt x="258766" y="295237"/>
                  <a:pt x="254797" y="305952"/>
                </a:cubicBezTo>
                <a:cubicBezTo>
                  <a:pt x="250828" y="316667"/>
                  <a:pt x="248050" y="327383"/>
                  <a:pt x="247653" y="341670"/>
                </a:cubicBezTo>
                <a:cubicBezTo>
                  <a:pt x="247256" y="355957"/>
                  <a:pt x="250828" y="377390"/>
                  <a:pt x="252415" y="391677"/>
                </a:cubicBezTo>
                <a:cubicBezTo>
                  <a:pt x="254002" y="405964"/>
                  <a:pt x="256384" y="416680"/>
                  <a:pt x="257178" y="427395"/>
                </a:cubicBezTo>
                <a:cubicBezTo>
                  <a:pt x="257972" y="438110"/>
                  <a:pt x="259956" y="450017"/>
                  <a:pt x="257178" y="455970"/>
                </a:cubicBezTo>
                <a:cubicBezTo>
                  <a:pt x="254400" y="461923"/>
                  <a:pt x="250431" y="462717"/>
                  <a:pt x="240509" y="463114"/>
                </a:cubicBezTo>
                <a:cubicBezTo>
                  <a:pt x="230587" y="463511"/>
                  <a:pt x="209950" y="460336"/>
                  <a:pt x="197647" y="458352"/>
                </a:cubicBezTo>
                <a:cubicBezTo>
                  <a:pt x="185344" y="456368"/>
                  <a:pt x="175818" y="454383"/>
                  <a:pt x="166690" y="451208"/>
                </a:cubicBezTo>
                <a:cubicBezTo>
                  <a:pt x="157562" y="448033"/>
                  <a:pt x="151212" y="440889"/>
                  <a:pt x="142878" y="439302"/>
                </a:cubicBezTo>
                <a:cubicBezTo>
                  <a:pt x="134544" y="437715"/>
                  <a:pt x="126209" y="438508"/>
                  <a:pt x="116684" y="441683"/>
                </a:cubicBezTo>
                <a:cubicBezTo>
                  <a:pt x="107159" y="444858"/>
                  <a:pt x="94459" y="452796"/>
                  <a:pt x="85728" y="458352"/>
                </a:cubicBezTo>
                <a:cubicBezTo>
                  <a:pt x="76997" y="463908"/>
                  <a:pt x="70250" y="471845"/>
                  <a:pt x="64297" y="475020"/>
                </a:cubicBezTo>
                <a:cubicBezTo>
                  <a:pt x="58344" y="478195"/>
                  <a:pt x="59137" y="483355"/>
                  <a:pt x="50009" y="477402"/>
                </a:cubicBezTo>
                <a:cubicBezTo>
                  <a:pt x="40881" y="471449"/>
                  <a:pt x="400" y="436523"/>
                  <a:pt x="3" y="417870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p:sp>
        <p:nvSpPr>
          <p:cNvPr id="74" name="3 Iwate">
            <a:extLst>
              <a:ext uri="{FF2B5EF4-FFF2-40B4-BE49-F238E27FC236}">
                <a16:creationId xmlns:a16="http://schemas.microsoft.com/office/drawing/2014/main" id="{232F7AED-0E47-2DB6-45B6-1D47E2BDC966}"/>
              </a:ext>
            </a:extLst>
          </p:cNvPr>
          <p:cNvSpPr/>
          <p:nvPr/>
        </p:nvSpPr>
        <p:spPr>
          <a:xfrm>
            <a:off x="7213567" y="2403817"/>
            <a:ext cx="476737" cy="714748"/>
          </a:xfrm>
          <a:custGeom>
            <a:avLst/>
            <a:gdLst>
              <a:gd name="connsiteX0" fmla="*/ 31783 w 476737"/>
              <a:gd name="connsiteY0" fmla="*/ 358433 h 714748"/>
              <a:gd name="connsiteX1" fmla="*/ 38133 w 476737"/>
              <a:gd name="connsiteY1" fmla="*/ 240958 h 714748"/>
              <a:gd name="connsiteX2" fmla="*/ 47658 w 476737"/>
              <a:gd name="connsiteY2" fmla="*/ 117133 h 714748"/>
              <a:gd name="connsiteX3" fmla="*/ 57183 w 476737"/>
              <a:gd name="connsiteY3" fmla="*/ 94908 h 714748"/>
              <a:gd name="connsiteX4" fmla="*/ 95283 w 476737"/>
              <a:gd name="connsiteY4" fmla="*/ 79033 h 714748"/>
              <a:gd name="connsiteX5" fmla="*/ 152433 w 476737"/>
              <a:gd name="connsiteY5" fmla="*/ 56808 h 714748"/>
              <a:gd name="connsiteX6" fmla="*/ 193708 w 476737"/>
              <a:gd name="connsiteY6" fmla="*/ 34583 h 714748"/>
              <a:gd name="connsiteX7" fmla="*/ 241333 w 476737"/>
              <a:gd name="connsiteY7" fmla="*/ 12358 h 714748"/>
              <a:gd name="connsiteX8" fmla="*/ 276258 w 476737"/>
              <a:gd name="connsiteY8" fmla="*/ 2833 h 714748"/>
              <a:gd name="connsiteX9" fmla="*/ 323883 w 476737"/>
              <a:gd name="connsiteY9" fmla="*/ 63158 h 714748"/>
              <a:gd name="connsiteX10" fmla="*/ 374683 w 476737"/>
              <a:gd name="connsiteY10" fmla="*/ 133008 h 714748"/>
              <a:gd name="connsiteX11" fmla="*/ 428658 w 476737"/>
              <a:gd name="connsiteY11" fmla="*/ 202858 h 714748"/>
              <a:gd name="connsiteX12" fmla="*/ 457233 w 476737"/>
              <a:gd name="connsiteY12" fmla="*/ 256833 h 714748"/>
              <a:gd name="connsiteX13" fmla="*/ 476283 w 476737"/>
              <a:gd name="connsiteY13" fmla="*/ 288583 h 714748"/>
              <a:gd name="connsiteX14" fmla="*/ 469933 w 476737"/>
              <a:gd name="connsiteY14" fmla="*/ 320333 h 714748"/>
              <a:gd name="connsiteX15" fmla="*/ 460408 w 476737"/>
              <a:gd name="connsiteY15" fmla="*/ 374308 h 714748"/>
              <a:gd name="connsiteX16" fmla="*/ 447708 w 476737"/>
              <a:gd name="connsiteY16" fmla="*/ 428283 h 714748"/>
              <a:gd name="connsiteX17" fmla="*/ 441358 w 476737"/>
              <a:gd name="connsiteY17" fmla="*/ 501308 h 714748"/>
              <a:gd name="connsiteX18" fmla="*/ 435008 w 476737"/>
              <a:gd name="connsiteY18" fmla="*/ 552108 h 714748"/>
              <a:gd name="connsiteX19" fmla="*/ 428658 w 476737"/>
              <a:gd name="connsiteY19" fmla="*/ 571158 h 714748"/>
              <a:gd name="connsiteX20" fmla="*/ 390558 w 476737"/>
              <a:gd name="connsiteY20" fmla="*/ 590208 h 714748"/>
              <a:gd name="connsiteX21" fmla="*/ 371508 w 476737"/>
              <a:gd name="connsiteY21" fmla="*/ 606083 h 714748"/>
              <a:gd name="connsiteX22" fmla="*/ 352458 w 476737"/>
              <a:gd name="connsiteY22" fmla="*/ 647358 h 714748"/>
              <a:gd name="connsiteX23" fmla="*/ 342933 w 476737"/>
              <a:gd name="connsiteY23" fmla="*/ 685458 h 714748"/>
              <a:gd name="connsiteX24" fmla="*/ 304833 w 476737"/>
              <a:gd name="connsiteY24" fmla="*/ 710858 h 714748"/>
              <a:gd name="connsiteX25" fmla="*/ 247683 w 476737"/>
              <a:gd name="connsiteY25" fmla="*/ 714033 h 714748"/>
              <a:gd name="connsiteX26" fmla="*/ 219108 w 476737"/>
              <a:gd name="connsiteY26" fmla="*/ 704508 h 714748"/>
              <a:gd name="connsiteX27" fmla="*/ 190533 w 476737"/>
              <a:gd name="connsiteY27" fmla="*/ 672758 h 714748"/>
              <a:gd name="connsiteX28" fmla="*/ 155608 w 476737"/>
              <a:gd name="connsiteY28" fmla="*/ 653708 h 714748"/>
              <a:gd name="connsiteX29" fmla="*/ 123858 w 476737"/>
              <a:gd name="connsiteY29" fmla="*/ 647358 h 714748"/>
              <a:gd name="connsiteX30" fmla="*/ 98458 w 476737"/>
              <a:gd name="connsiteY30" fmla="*/ 634658 h 714748"/>
              <a:gd name="connsiteX31" fmla="*/ 76233 w 476737"/>
              <a:gd name="connsiteY31" fmla="*/ 574333 h 714748"/>
              <a:gd name="connsiteX32" fmla="*/ 57183 w 476737"/>
              <a:gd name="connsiteY32" fmla="*/ 526708 h 714748"/>
              <a:gd name="connsiteX33" fmla="*/ 25433 w 476737"/>
              <a:gd name="connsiteY33" fmla="*/ 498133 h 714748"/>
              <a:gd name="connsiteX34" fmla="*/ 9558 w 476737"/>
              <a:gd name="connsiteY34" fmla="*/ 466383 h 714748"/>
              <a:gd name="connsiteX35" fmla="*/ 33 w 476737"/>
              <a:gd name="connsiteY35" fmla="*/ 450508 h 714748"/>
              <a:gd name="connsiteX36" fmla="*/ 31783 w 476737"/>
              <a:gd name="connsiteY36" fmla="*/ 358433 h 714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476737" h="714748">
                <a:moveTo>
                  <a:pt x="31783" y="358433"/>
                </a:moveTo>
                <a:cubicBezTo>
                  <a:pt x="38133" y="323508"/>
                  <a:pt x="35487" y="281175"/>
                  <a:pt x="38133" y="240958"/>
                </a:cubicBezTo>
                <a:cubicBezTo>
                  <a:pt x="40779" y="200741"/>
                  <a:pt x="44483" y="141475"/>
                  <a:pt x="47658" y="117133"/>
                </a:cubicBezTo>
                <a:cubicBezTo>
                  <a:pt x="50833" y="92791"/>
                  <a:pt x="49246" y="101258"/>
                  <a:pt x="57183" y="94908"/>
                </a:cubicBezTo>
                <a:cubicBezTo>
                  <a:pt x="65120" y="88558"/>
                  <a:pt x="79408" y="85383"/>
                  <a:pt x="95283" y="79033"/>
                </a:cubicBezTo>
                <a:cubicBezTo>
                  <a:pt x="111158" y="72683"/>
                  <a:pt x="136029" y="64216"/>
                  <a:pt x="152433" y="56808"/>
                </a:cubicBezTo>
                <a:cubicBezTo>
                  <a:pt x="168837" y="49400"/>
                  <a:pt x="178891" y="41991"/>
                  <a:pt x="193708" y="34583"/>
                </a:cubicBezTo>
                <a:cubicBezTo>
                  <a:pt x="208525" y="27175"/>
                  <a:pt x="227575" y="17650"/>
                  <a:pt x="241333" y="12358"/>
                </a:cubicBezTo>
                <a:cubicBezTo>
                  <a:pt x="255091" y="7066"/>
                  <a:pt x="262500" y="-5634"/>
                  <a:pt x="276258" y="2833"/>
                </a:cubicBezTo>
                <a:cubicBezTo>
                  <a:pt x="290016" y="11300"/>
                  <a:pt x="307479" y="41462"/>
                  <a:pt x="323883" y="63158"/>
                </a:cubicBezTo>
                <a:cubicBezTo>
                  <a:pt x="340287" y="84854"/>
                  <a:pt x="357221" y="109725"/>
                  <a:pt x="374683" y="133008"/>
                </a:cubicBezTo>
                <a:cubicBezTo>
                  <a:pt x="392146" y="156291"/>
                  <a:pt x="414900" y="182220"/>
                  <a:pt x="428658" y="202858"/>
                </a:cubicBezTo>
                <a:cubicBezTo>
                  <a:pt x="442416" y="223496"/>
                  <a:pt x="449296" y="242546"/>
                  <a:pt x="457233" y="256833"/>
                </a:cubicBezTo>
                <a:cubicBezTo>
                  <a:pt x="465170" y="271120"/>
                  <a:pt x="474166" y="278000"/>
                  <a:pt x="476283" y="288583"/>
                </a:cubicBezTo>
                <a:cubicBezTo>
                  <a:pt x="478400" y="299166"/>
                  <a:pt x="472579" y="306046"/>
                  <a:pt x="469933" y="320333"/>
                </a:cubicBezTo>
                <a:cubicBezTo>
                  <a:pt x="467287" y="334620"/>
                  <a:pt x="464112" y="356316"/>
                  <a:pt x="460408" y="374308"/>
                </a:cubicBezTo>
                <a:cubicBezTo>
                  <a:pt x="456704" y="392300"/>
                  <a:pt x="450883" y="407116"/>
                  <a:pt x="447708" y="428283"/>
                </a:cubicBezTo>
                <a:cubicBezTo>
                  <a:pt x="444533" y="449450"/>
                  <a:pt x="443475" y="480671"/>
                  <a:pt x="441358" y="501308"/>
                </a:cubicBezTo>
                <a:cubicBezTo>
                  <a:pt x="439241" y="521945"/>
                  <a:pt x="437125" y="540466"/>
                  <a:pt x="435008" y="552108"/>
                </a:cubicBezTo>
                <a:cubicBezTo>
                  <a:pt x="432891" y="563750"/>
                  <a:pt x="436066" y="564808"/>
                  <a:pt x="428658" y="571158"/>
                </a:cubicBezTo>
                <a:cubicBezTo>
                  <a:pt x="421250" y="577508"/>
                  <a:pt x="400083" y="584387"/>
                  <a:pt x="390558" y="590208"/>
                </a:cubicBezTo>
                <a:cubicBezTo>
                  <a:pt x="381033" y="596029"/>
                  <a:pt x="377858" y="596558"/>
                  <a:pt x="371508" y="606083"/>
                </a:cubicBezTo>
                <a:cubicBezTo>
                  <a:pt x="365158" y="615608"/>
                  <a:pt x="357220" y="634129"/>
                  <a:pt x="352458" y="647358"/>
                </a:cubicBezTo>
                <a:cubicBezTo>
                  <a:pt x="347696" y="660587"/>
                  <a:pt x="350870" y="674875"/>
                  <a:pt x="342933" y="685458"/>
                </a:cubicBezTo>
                <a:cubicBezTo>
                  <a:pt x="334996" y="696041"/>
                  <a:pt x="320708" y="706096"/>
                  <a:pt x="304833" y="710858"/>
                </a:cubicBezTo>
                <a:cubicBezTo>
                  <a:pt x="288958" y="715620"/>
                  <a:pt x="261970" y="715091"/>
                  <a:pt x="247683" y="714033"/>
                </a:cubicBezTo>
                <a:cubicBezTo>
                  <a:pt x="233396" y="712975"/>
                  <a:pt x="228633" y="711387"/>
                  <a:pt x="219108" y="704508"/>
                </a:cubicBezTo>
                <a:cubicBezTo>
                  <a:pt x="209583" y="697629"/>
                  <a:pt x="201116" y="681225"/>
                  <a:pt x="190533" y="672758"/>
                </a:cubicBezTo>
                <a:cubicBezTo>
                  <a:pt x="179950" y="664291"/>
                  <a:pt x="166721" y="657941"/>
                  <a:pt x="155608" y="653708"/>
                </a:cubicBezTo>
                <a:cubicBezTo>
                  <a:pt x="144496" y="649475"/>
                  <a:pt x="133383" y="650533"/>
                  <a:pt x="123858" y="647358"/>
                </a:cubicBezTo>
                <a:cubicBezTo>
                  <a:pt x="114333" y="644183"/>
                  <a:pt x="106395" y="646829"/>
                  <a:pt x="98458" y="634658"/>
                </a:cubicBezTo>
                <a:cubicBezTo>
                  <a:pt x="90521" y="622487"/>
                  <a:pt x="83112" y="592325"/>
                  <a:pt x="76233" y="574333"/>
                </a:cubicBezTo>
                <a:cubicBezTo>
                  <a:pt x="69354" y="556341"/>
                  <a:pt x="65650" y="539408"/>
                  <a:pt x="57183" y="526708"/>
                </a:cubicBezTo>
                <a:cubicBezTo>
                  <a:pt x="48716" y="514008"/>
                  <a:pt x="33370" y="508187"/>
                  <a:pt x="25433" y="498133"/>
                </a:cubicBezTo>
                <a:cubicBezTo>
                  <a:pt x="17496" y="488079"/>
                  <a:pt x="9558" y="466383"/>
                  <a:pt x="9558" y="466383"/>
                </a:cubicBezTo>
                <a:cubicBezTo>
                  <a:pt x="5325" y="458446"/>
                  <a:pt x="-496" y="461091"/>
                  <a:pt x="33" y="450508"/>
                </a:cubicBezTo>
                <a:cubicBezTo>
                  <a:pt x="562" y="439925"/>
                  <a:pt x="25433" y="393358"/>
                  <a:pt x="31783" y="358433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p:sp>
        <p:nvSpPr>
          <p:cNvPr id="186" name="2 aomori">
            <a:extLst>
              <a:ext uri="{FF2B5EF4-FFF2-40B4-BE49-F238E27FC236}">
                <a16:creationId xmlns:a16="http://schemas.microsoft.com/office/drawing/2014/main" id="{7C33310E-78FB-E652-285E-8162DD17779D}"/>
              </a:ext>
            </a:extLst>
          </p:cNvPr>
          <p:cNvSpPr/>
          <p:nvPr/>
        </p:nvSpPr>
        <p:spPr>
          <a:xfrm>
            <a:off x="6905617" y="2066259"/>
            <a:ext cx="588121" cy="417843"/>
          </a:xfrm>
          <a:custGeom>
            <a:avLst/>
            <a:gdLst>
              <a:gd name="connsiteX0" fmla="*/ 41283 w 588121"/>
              <a:gd name="connsiteY0" fmla="*/ 394366 h 417843"/>
              <a:gd name="connsiteX1" fmla="*/ 8 w 588121"/>
              <a:gd name="connsiteY1" fmla="*/ 334041 h 417843"/>
              <a:gd name="connsiteX2" fmla="*/ 44458 w 588121"/>
              <a:gd name="connsiteY2" fmla="*/ 321341 h 417843"/>
              <a:gd name="connsiteX3" fmla="*/ 63508 w 588121"/>
              <a:gd name="connsiteY3" fmla="*/ 302291 h 417843"/>
              <a:gd name="connsiteX4" fmla="*/ 82558 w 588121"/>
              <a:gd name="connsiteY4" fmla="*/ 264191 h 417843"/>
              <a:gd name="connsiteX5" fmla="*/ 88908 w 588121"/>
              <a:gd name="connsiteY5" fmla="*/ 207041 h 417843"/>
              <a:gd name="connsiteX6" fmla="*/ 88908 w 588121"/>
              <a:gd name="connsiteY6" fmla="*/ 165766 h 417843"/>
              <a:gd name="connsiteX7" fmla="*/ 85733 w 588121"/>
              <a:gd name="connsiteY7" fmla="*/ 127666 h 417843"/>
              <a:gd name="connsiteX8" fmla="*/ 66683 w 588121"/>
              <a:gd name="connsiteY8" fmla="*/ 108616 h 417843"/>
              <a:gd name="connsiteX9" fmla="*/ 85733 w 588121"/>
              <a:gd name="connsiteY9" fmla="*/ 102266 h 417843"/>
              <a:gd name="connsiteX10" fmla="*/ 136533 w 588121"/>
              <a:gd name="connsiteY10" fmla="*/ 102266 h 417843"/>
              <a:gd name="connsiteX11" fmla="*/ 158758 w 588121"/>
              <a:gd name="connsiteY11" fmla="*/ 105441 h 417843"/>
              <a:gd name="connsiteX12" fmla="*/ 184158 w 588121"/>
              <a:gd name="connsiteY12" fmla="*/ 121316 h 417843"/>
              <a:gd name="connsiteX13" fmla="*/ 200033 w 588121"/>
              <a:gd name="connsiteY13" fmla="*/ 159416 h 417843"/>
              <a:gd name="connsiteX14" fmla="*/ 196858 w 588121"/>
              <a:gd name="connsiteY14" fmla="*/ 200691 h 417843"/>
              <a:gd name="connsiteX15" fmla="*/ 190508 w 588121"/>
              <a:gd name="connsiteY15" fmla="*/ 238791 h 417843"/>
              <a:gd name="connsiteX16" fmla="*/ 238133 w 588121"/>
              <a:gd name="connsiteY16" fmla="*/ 257841 h 417843"/>
              <a:gd name="connsiteX17" fmla="*/ 288933 w 588121"/>
              <a:gd name="connsiteY17" fmla="*/ 264191 h 417843"/>
              <a:gd name="connsiteX18" fmla="*/ 314333 w 588121"/>
              <a:gd name="connsiteY18" fmla="*/ 226091 h 417843"/>
              <a:gd name="connsiteX19" fmla="*/ 330208 w 588121"/>
              <a:gd name="connsiteY19" fmla="*/ 207041 h 417843"/>
              <a:gd name="connsiteX20" fmla="*/ 390533 w 588121"/>
              <a:gd name="connsiteY20" fmla="*/ 213391 h 417843"/>
              <a:gd name="connsiteX21" fmla="*/ 415933 w 588121"/>
              <a:gd name="connsiteY21" fmla="*/ 216566 h 417843"/>
              <a:gd name="connsiteX22" fmla="*/ 434983 w 588121"/>
              <a:gd name="connsiteY22" fmla="*/ 200691 h 417843"/>
              <a:gd name="connsiteX23" fmla="*/ 441333 w 588121"/>
              <a:gd name="connsiteY23" fmla="*/ 153066 h 417843"/>
              <a:gd name="connsiteX24" fmla="*/ 444508 w 588121"/>
              <a:gd name="connsiteY24" fmla="*/ 111791 h 417843"/>
              <a:gd name="connsiteX25" fmla="*/ 444508 w 588121"/>
              <a:gd name="connsiteY25" fmla="*/ 89566 h 417843"/>
              <a:gd name="connsiteX26" fmla="*/ 412758 w 588121"/>
              <a:gd name="connsiteY26" fmla="*/ 86391 h 417843"/>
              <a:gd name="connsiteX27" fmla="*/ 374658 w 588121"/>
              <a:gd name="connsiteY27" fmla="*/ 108616 h 417843"/>
              <a:gd name="connsiteX28" fmla="*/ 336558 w 588121"/>
              <a:gd name="connsiteY28" fmla="*/ 124491 h 417843"/>
              <a:gd name="connsiteX29" fmla="*/ 304808 w 588121"/>
              <a:gd name="connsiteY29" fmla="*/ 114966 h 417843"/>
              <a:gd name="connsiteX30" fmla="*/ 314333 w 588121"/>
              <a:gd name="connsiteY30" fmla="*/ 73691 h 417843"/>
              <a:gd name="connsiteX31" fmla="*/ 323858 w 588121"/>
              <a:gd name="connsiteY31" fmla="*/ 51466 h 417843"/>
              <a:gd name="connsiteX32" fmla="*/ 314333 w 588121"/>
              <a:gd name="connsiteY32" fmla="*/ 29241 h 417843"/>
              <a:gd name="connsiteX33" fmla="*/ 320683 w 588121"/>
              <a:gd name="connsiteY33" fmla="*/ 666 h 417843"/>
              <a:gd name="connsiteX34" fmla="*/ 403233 w 588121"/>
              <a:gd name="connsiteY34" fmla="*/ 10191 h 417843"/>
              <a:gd name="connsiteX35" fmla="*/ 463558 w 588121"/>
              <a:gd name="connsiteY35" fmla="*/ 22891 h 417843"/>
              <a:gd name="connsiteX36" fmla="*/ 482608 w 588121"/>
              <a:gd name="connsiteY36" fmla="*/ 64166 h 417843"/>
              <a:gd name="connsiteX37" fmla="*/ 495308 w 588121"/>
              <a:gd name="connsiteY37" fmla="*/ 134016 h 417843"/>
              <a:gd name="connsiteX38" fmla="*/ 511183 w 588121"/>
              <a:gd name="connsiteY38" fmla="*/ 203866 h 417843"/>
              <a:gd name="connsiteX39" fmla="*/ 542933 w 588121"/>
              <a:gd name="connsiteY39" fmla="*/ 251491 h 417843"/>
              <a:gd name="connsiteX40" fmla="*/ 577858 w 588121"/>
              <a:gd name="connsiteY40" fmla="*/ 280066 h 417843"/>
              <a:gd name="connsiteX41" fmla="*/ 587383 w 588121"/>
              <a:gd name="connsiteY41" fmla="*/ 321341 h 417843"/>
              <a:gd name="connsiteX42" fmla="*/ 561983 w 588121"/>
              <a:gd name="connsiteY42" fmla="*/ 356266 h 417843"/>
              <a:gd name="connsiteX43" fmla="*/ 469908 w 588121"/>
              <a:gd name="connsiteY43" fmla="*/ 384841 h 417843"/>
              <a:gd name="connsiteX44" fmla="*/ 444508 w 588121"/>
              <a:gd name="connsiteY44" fmla="*/ 391191 h 417843"/>
              <a:gd name="connsiteX45" fmla="*/ 409583 w 588121"/>
              <a:gd name="connsiteY45" fmla="*/ 407066 h 417843"/>
              <a:gd name="connsiteX46" fmla="*/ 361958 w 588121"/>
              <a:gd name="connsiteY46" fmla="*/ 416591 h 417843"/>
              <a:gd name="connsiteX47" fmla="*/ 365133 w 588121"/>
              <a:gd name="connsiteY47" fmla="*/ 378491 h 417843"/>
              <a:gd name="connsiteX48" fmla="*/ 371483 w 588121"/>
              <a:gd name="connsiteY48" fmla="*/ 349916 h 417843"/>
              <a:gd name="connsiteX49" fmla="*/ 339733 w 588121"/>
              <a:gd name="connsiteY49" fmla="*/ 337216 h 417843"/>
              <a:gd name="connsiteX50" fmla="*/ 288933 w 588121"/>
              <a:gd name="connsiteY50" fmla="*/ 368966 h 417843"/>
              <a:gd name="connsiteX51" fmla="*/ 260358 w 588121"/>
              <a:gd name="connsiteY51" fmla="*/ 384841 h 417843"/>
              <a:gd name="connsiteX52" fmla="*/ 161933 w 588121"/>
              <a:gd name="connsiteY52" fmla="*/ 391191 h 417843"/>
              <a:gd name="connsiteX53" fmla="*/ 111133 w 588121"/>
              <a:gd name="connsiteY53" fmla="*/ 397541 h 417843"/>
              <a:gd name="connsiteX54" fmla="*/ 41283 w 588121"/>
              <a:gd name="connsiteY54" fmla="*/ 394366 h 4178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</a:cxnLst>
            <a:rect l="l" t="t" r="r" b="b"/>
            <a:pathLst>
              <a:path w="588121" h="417843">
                <a:moveTo>
                  <a:pt x="41283" y="394366"/>
                </a:moveTo>
                <a:cubicBezTo>
                  <a:pt x="22762" y="383783"/>
                  <a:pt x="-521" y="346212"/>
                  <a:pt x="8" y="334041"/>
                </a:cubicBezTo>
                <a:cubicBezTo>
                  <a:pt x="537" y="321870"/>
                  <a:pt x="33875" y="326633"/>
                  <a:pt x="44458" y="321341"/>
                </a:cubicBezTo>
                <a:cubicBezTo>
                  <a:pt x="55041" y="316049"/>
                  <a:pt x="57158" y="311816"/>
                  <a:pt x="63508" y="302291"/>
                </a:cubicBezTo>
                <a:cubicBezTo>
                  <a:pt x="69858" y="292766"/>
                  <a:pt x="78325" y="280066"/>
                  <a:pt x="82558" y="264191"/>
                </a:cubicBezTo>
                <a:cubicBezTo>
                  <a:pt x="86791" y="248316"/>
                  <a:pt x="87850" y="223445"/>
                  <a:pt x="88908" y="207041"/>
                </a:cubicBezTo>
                <a:cubicBezTo>
                  <a:pt x="89966" y="190637"/>
                  <a:pt x="89437" y="178995"/>
                  <a:pt x="88908" y="165766"/>
                </a:cubicBezTo>
                <a:cubicBezTo>
                  <a:pt x="88379" y="152537"/>
                  <a:pt x="89437" y="137191"/>
                  <a:pt x="85733" y="127666"/>
                </a:cubicBezTo>
                <a:cubicBezTo>
                  <a:pt x="82029" y="118141"/>
                  <a:pt x="66683" y="108616"/>
                  <a:pt x="66683" y="108616"/>
                </a:cubicBezTo>
                <a:cubicBezTo>
                  <a:pt x="66683" y="104383"/>
                  <a:pt x="74091" y="103324"/>
                  <a:pt x="85733" y="102266"/>
                </a:cubicBezTo>
                <a:cubicBezTo>
                  <a:pt x="97375" y="101208"/>
                  <a:pt x="136533" y="102266"/>
                  <a:pt x="136533" y="102266"/>
                </a:cubicBezTo>
                <a:cubicBezTo>
                  <a:pt x="148704" y="102795"/>
                  <a:pt x="150820" y="102266"/>
                  <a:pt x="158758" y="105441"/>
                </a:cubicBezTo>
                <a:cubicBezTo>
                  <a:pt x="166696" y="108616"/>
                  <a:pt x="177279" y="112320"/>
                  <a:pt x="184158" y="121316"/>
                </a:cubicBezTo>
                <a:cubicBezTo>
                  <a:pt x="191037" y="130312"/>
                  <a:pt x="197916" y="146187"/>
                  <a:pt x="200033" y="159416"/>
                </a:cubicBezTo>
                <a:cubicBezTo>
                  <a:pt x="202150" y="172645"/>
                  <a:pt x="198445" y="187462"/>
                  <a:pt x="196858" y="200691"/>
                </a:cubicBezTo>
                <a:cubicBezTo>
                  <a:pt x="195271" y="213920"/>
                  <a:pt x="183629" y="229266"/>
                  <a:pt x="190508" y="238791"/>
                </a:cubicBezTo>
                <a:cubicBezTo>
                  <a:pt x="197387" y="248316"/>
                  <a:pt x="221729" y="253608"/>
                  <a:pt x="238133" y="257841"/>
                </a:cubicBezTo>
                <a:cubicBezTo>
                  <a:pt x="254537" y="262074"/>
                  <a:pt x="276233" y="269483"/>
                  <a:pt x="288933" y="264191"/>
                </a:cubicBezTo>
                <a:cubicBezTo>
                  <a:pt x="301633" y="258899"/>
                  <a:pt x="314333" y="226091"/>
                  <a:pt x="314333" y="226091"/>
                </a:cubicBezTo>
                <a:cubicBezTo>
                  <a:pt x="321212" y="216566"/>
                  <a:pt x="317508" y="209158"/>
                  <a:pt x="330208" y="207041"/>
                </a:cubicBezTo>
                <a:cubicBezTo>
                  <a:pt x="342908" y="204924"/>
                  <a:pt x="376246" y="211804"/>
                  <a:pt x="390533" y="213391"/>
                </a:cubicBezTo>
                <a:cubicBezTo>
                  <a:pt x="404820" y="214978"/>
                  <a:pt x="408525" y="218683"/>
                  <a:pt x="415933" y="216566"/>
                </a:cubicBezTo>
                <a:cubicBezTo>
                  <a:pt x="423341" y="214449"/>
                  <a:pt x="430750" y="211274"/>
                  <a:pt x="434983" y="200691"/>
                </a:cubicBezTo>
                <a:cubicBezTo>
                  <a:pt x="439216" y="190108"/>
                  <a:pt x="439746" y="167883"/>
                  <a:pt x="441333" y="153066"/>
                </a:cubicBezTo>
                <a:cubicBezTo>
                  <a:pt x="442920" y="138249"/>
                  <a:pt x="443979" y="122374"/>
                  <a:pt x="444508" y="111791"/>
                </a:cubicBezTo>
                <a:cubicBezTo>
                  <a:pt x="445037" y="101208"/>
                  <a:pt x="449800" y="93799"/>
                  <a:pt x="444508" y="89566"/>
                </a:cubicBezTo>
                <a:cubicBezTo>
                  <a:pt x="439216" y="85333"/>
                  <a:pt x="424400" y="83216"/>
                  <a:pt x="412758" y="86391"/>
                </a:cubicBezTo>
                <a:cubicBezTo>
                  <a:pt x="401116" y="89566"/>
                  <a:pt x="387358" y="102266"/>
                  <a:pt x="374658" y="108616"/>
                </a:cubicBezTo>
                <a:cubicBezTo>
                  <a:pt x="361958" y="114966"/>
                  <a:pt x="348200" y="123433"/>
                  <a:pt x="336558" y="124491"/>
                </a:cubicBezTo>
                <a:cubicBezTo>
                  <a:pt x="324916" y="125549"/>
                  <a:pt x="308512" y="123433"/>
                  <a:pt x="304808" y="114966"/>
                </a:cubicBezTo>
                <a:cubicBezTo>
                  <a:pt x="301104" y="106499"/>
                  <a:pt x="311158" y="84274"/>
                  <a:pt x="314333" y="73691"/>
                </a:cubicBezTo>
                <a:cubicBezTo>
                  <a:pt x="317508" y="63108"/>
                  <a:pt x="323858" y="58874"/>
                  <a:pt x="323858" y="51466"/>
                </a:cubicBezTo>
                <a:cubicBezTo>
                  <a:pt x="323858" y="44058"/>
                  <a:pt x="314862" y="37708"/>
                  <a:pt x="314333" y="29241"/>
                </a:cubicBezTo>
                <a:cubicBezTo>
                  <a:pt x="313804" y="20774"/>
                  <a:pt x="305866" y="3841"/>
                  <a:pt x="320683" y="666"/>
                </a:cubicBezTo>
                <a:cubicBezTo>
                  <a:pt x="335500" y="-2509"/>
                  <a:pt x="379421" y="6487"/>
                  <a:pt x="403233" y="10191"/>
                </a:cubicBezTo>
                <a:cubicBezTo>
                  <a:pt x="427046" y="13895"/>
                  <a:pt x="450329" y="13895"/>
                  <a:pt x="463558" y="22891"/>
                </a:cubicBezTo>
                <a:cubicBezTo>
                  <a:pt x="476787" y="31887"/>
                  <a:pt x="477316" y="45645"/>
                  <a:pt x="482608" y="64166"/>
                </a:cubicBezTo>
                <a:cubicBezTo>
                  <a:pt x="487900" y="82687"/>
                  <a:pt x="490546" y="110733"/>
                  <a:pt x="495308" y="134016"/>
                </a:cubicBezTo>
                <a:cubicBezTo>
                  <a:pt x="500071" y="157299"/>
                  <a:pt x="503245" y="184287"/>
                  <a:pt x="511183" y="203866"/>
                </a:cubicBezTo>
                <a:cubicBezTo>
                  <a:pt x="519121" y="223445"/>
                  <a:pt x="531821" y="238791"/>
                  <a:pt x="542933" y="251491"/>
                </a:cubicBezTo>
                <a:cubicBezTo>
                  <a:pt x="554045" y="264191"/>
                  <a:pt x="570450" y="268424"/>
                  <a:pt x="577858" y="280066"/>
                </a:cubicBezTo>
                <a:cubicBezTo>
                  <a:pt x="585266" y="291708"/>
                  <a:pt x="590029" y="308641"/>
                  <a:pt x="587383" y="321341"/>
                </a:cubicBezTo>
                <a:cubicBezTo>
                  <a:pt x="584737" y="334041"/>
                  <a:pt x="581562" y="345683"/>
                  <a:pt x="561983" y="356266"/>
                </a:cubicBezTo>
                <a:cubicBezTo>
                  <a:pt x="542404" y="366849"/>
                  <a:pt x="489487" y="379020"/>
                  <a:pt x="469908" y="384841"/>
                </a:cubicBezTo>
                <a:cubicBezTo>
                  <a:pt x="450329" y="390662"/>
                  <a:pt x="454562" y="387487"/>
                  <a:pt x="444508" y="391191"/>
                </a:cubicBezTo>
                <a:cubicBezTo>
                  <a:pt x="434454" y="394895"/>
                  <a:pt x="423341" y="402833"/>
                  <a:pt x="409583" y="407066"/>
                </a:cubicBezTo>
                <a:cubicBezTo>
                  <a:pt x="395825" y="411299"/>
                  <a:pt x="369366" y="421354"/>
                  <a:pt x="361958" y="416591"/>
                </a:cubicBezTo>
                <a:cubicBezTo>
                  <a:pt x="354550" y="411829"/>
                  <a:pt x="363546" y="389603"/>
                  <a:pt x="365133" y="378491"/>
                </a:cubicBezTo>
                <a:cubicBezTo>
                  <a:pt x="366720" y="367379"/>
                  <a:pt x="375716" y="356795"/>
                  <a:pt x="371483" y="349916"/>
                </a:cubicBezTo>
                <a:cubicBezTo>
                  <a:pt x="367250" y="343037"/>
                  <a:pt x="353491" y="334041"/>
                  <a:pt x="339733" y="337216"/>
                </a:cubicBezTo>
                <a:cubicBezTo>
                  <a:pt x="325975" y="340391"/>
                  <a:pt x="288933" y="368966"/>
                  <a:pt x="288933" y="368966"/>
                </a:cubicBezTo>
                <a:cubicBezTo>
                  <a:pt x="275704" y="376903"/>
                  <a:pt x="281525" y="381137"/>
                  <a:pt x="260358" y="384841"/>
                </a:cubicBezTo>
                <a:cubicBezTo>
                  <a:pt x="239191" y="388545"/>
                  <a:pt x="186804" y="389074"/>
                  <a:pt x="161933" y="391191"/>
                </a:cubicBezTo>
                <a:cubicBezTo>
                  <a:pt x="137062" y="393308"/>
                  <a:pt x="133358" y="397541"/>
                  <a:pt x="111133" y="397541"/>
                </a:cubicBezTo>
                <a:cubicBezTo>
                  <a:pt x="88908" y="397541"/>
                  <a:pt x="59804" y="404949"/>
                  <a:pt x="41283" y="394366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p:sp>
        <p:nvSpPr>
          <p:cNvPr id="18" name="1 Hokkaido">
            <a:extLst>
              <a:ext uri="{FF2B5EF4-FFF2-40B4-BE49-F238E27FC236}">
                <a16:creationId xmlns:a16="http://schemas.microsoft.com/office/drawing/2014/main" id="{AD765A57-1CAD-5A9C-1792-405E8AA2A39F}"/>
              </a:ext>
            </a:extLst>
          </p:cNvPr>
          <p:cNvSpPr/>
          <p:nvPr/>
        </p:nvSpPr>
        <p:spPr>
          <a:xfrm>
            <a:off x="6768214" y="187626"/>
            <a:ext cx="1804353" cy="1808934"/>
          </a:xfrm>
          <a:custGeom>
            <a:avLst/>
            <a:gdLst>
              <a:gd name="connsiteX0" fmla="*/ 466024 w 1804353"/>
              <a:gd name="connsiteY0" fmla="*/ 979187 h 1808934"/>
              <a:gd name="connsiteX1" fmla="*/ 470786 w 1804353"/>
              <a:gd name="connsiteY1" fmla="*/ 798212 h 1808934"/>
              <a:gd name="connsiteX2" fmla="*/ 437449 w 1804353"/>
              <a:gd name="connsiteY2" fmla="*/ 788687 h 1808934"/>
              <a:gd name="connsiteX3" fmla="*/ 437449 w 1804353"/>
              <a:gd name="connsiteY3" fmla="*/ 760112 h 1808934"/>
              <a:gd name="connsiteX4" fmla="*/ 475549 w 1804353"/>
              <a:gd name="connsiteY4" fmla="*/ 745824 h 1808934"/>
              <a:gd name="connsiteX5" fmla="*/ 513649 w 1804353"/>
              <a:gd name="connsiteY5" fmla="*/ 707724 h 1808934"/>
              <a:gd name="connsiteX6" fmla="*/ 518411 w 1804353"/>
              <a:gd name="connsiteY6" fmla="*/ 660099 h 1808934"/>
              <a:gd name="connsiteX7" fmla="*/ 518411 w 1804353"/>
              <a:gd name="connsiteY7" fmla="*/ 593424 h 1808934"/>
              <a:gd name="connsiteX8" fmla="*/ 499361 w 1804353"/>
              <a:gd name="connsiteY8" fmla="*/ 564849 h 1808934"/>
              <a:gd name="connsiteX9" fmla="*/ 494599 w 1804353"/>
              <a:gd name="connsiteY9" fmla="*/ 545799 h 1808934"/>
              <a:gd name="connsiteX10" fmla="*/ 513649 w 1804353"/>
              <a:gd name="connsiteY10" fmla="*/ 536274 h 1808934"/>
              <a:gd name="connsiteX11" fmla="*/ 523174 w 1804353"/>
              <a:gd name="connsiteY11" fmla="*/ 469599 h 1808934"/>
              <a:gd name="connsiteX12" fmla="*/ 542224 w 1804353"/>
              <a:gd name="connsiteY12" fmla="*/ 374349 h 1808934"/>
              <a:gd name="connsiteX13" fmla="*/ 546986 w 1804353"/>
              <a:gd name="connsiteY13" fmla="*/ 326724 h 1808934"/>
              <a:gd name="connsiteX14" fmla="*/ 513649 w 1804353"/>
              <a:gd name="connsiteY14" fmla="*/ 264812 h 1808934"/>
              <a:gd name="connsiteX15" fmla="*/ 475549 w 1804353"/>
              <a:gd name="connsiteY15" fmla="*/ 231474 h 1808934"/>
              <a:gd name="connsiteX16" fmla="*/ 446974 w 1804353"/>
              <a:gd name="connsiteY16" fmla="*/ 193374 h 1808934"/>
              <a:gd name="connsiteX17" fmla="*/ 442211 w 1804353"/>
              <a:gd name="connsiteY17" fmla="*/ 160037 h 1808934"/>
              <a:gd name="connsiteX18" fmla="*/ 446974 w 1804353"/>
              <a:gd name="connsiteY18" fmla="*/ 117174 h 1808934"/>
              <a:gd name="connsiteX19" fmla="*/ 461261 w 1804353"/>
              <a:gd name="connsiteY19" fmla="*/ 93362 h 1808934"/>
              <a:gd name="connsiteX20" fmla="*/ 489836 w 1804353"/>
              <a:gd name="connsiteY20" fmla="*/ 88599 h 1808934"/>
              <a:gd name="connsiteX21" fmla="*/ 508886 w 1804353"/>
              <a:gd name="connsiteY21" fmla="*/ 83837 h 1808934"/>
              <a:gd name="connsiteX22" fmla="*/ 508886 w 1804353"/>
              <a:gd name="connsiteY22" fmla="*/ 50499 h 1808934"/>
              <a:gd name="connsiteX23" fmla="*/ 494599 w 1804353"/>
              <a:gd name="connsiteY23" fmla="*/ 26687 h 1808934"/>
              <a:gd name="connsiteX24" fmla="*/ 518411 w 1804353"/>
              <a:gd name="connsiteY24" fmla="*/ 7637 h 1808934"/>
              <a:gd name="connsiteX25" fmla="*/ 542224 w 1804353"/>
              <a:gd name="connsiteY25" fmla="*/ 2874 h 1808934"/>
              <a:gd name="connsiteX26" fmla="*/ 604136 w 1804353"/>
              <a:gd name="connsiteY26" fmla="*/ 50499 h 1808934"/>
              <a:gd name="connsiteX27" fmla="*/ 694624 w 1804353"/>
              <a:gd name="connsiteY27" fmla="*/ 131462 h 1808934"/>
              <a:gd name="connsiteX28" fmla="*/ 751774 w 1804353"/>
              <a:gd name="connsiteY28" fmla="*/ 207662 h 1808934"/>
              <a:gd name="connsiteX29" fmla="*/ 827974 w 1804353"/>
              <a:gd name="connsiteY29" fmla="*/ 288624 h 1808934"/>
              <a:gd name="connsiteX30" fmla="*/ 908936 w 1804353"/>
              <a:gd name="connsiteY30" fmla="*/ 360062 h 1808934"/>
              <a:gd name="connsiteX31" fmla="*/ 985136 w 1804353"/>
              <a:gd name="connsiteY31" fmla="*/ 421974 h 1808934"/>
              <a:gd name="connsiteX32" fmla="*/ 1094674 w 1804353"/>
              <a:gd name="connsiteY32" fmla="*/ 483887 h 1808934"/>
              <a:gd name="connsiteX33" fmla="*/ 1289936 w 1804353"/>
              <a:gd name="connsiteY33" fmla="*/ 541037 h 1808934"/>
              <a:gd name="connsiteX34" fmla="*/ 1399474 w 1804353"/>
              <a:gd name="connsiteY34" fmla="*/ 560087 h 1808934"/>
              <a:gd name="connsiteX35" fmla="*/ 1489961 w 1804353"/>
              <a:gd name="connsiteY35" fmla="*/ 541037 h 1808934"/>
              <a:gd name="connsiteX36" fmla="*/ 1551874 w 1804353"/>
              <a:gd name="connsiteY36" fmla="*/ 469599 h 1808934"/>
              <a:gd name="connsiteX37" fmla="*/ 1580449 w 1804353"/>
              <a:gd name="connsiteY37" fmla="*/ 417212 h 1808934"/>
              <a:gd name="connsiteX38" fmla="*/ 1613786 w 1804353"/>
              <a:gd name="connsiteY38" fmla="*/ 364824 h 1808934"/>
              <a:gd name="connsiteX39" fmla="*/ 1628074 w 1804353"/>
              <a:gd name="connsiteY39" fmla="*/ 360062 h 1808934"/>
              <a:gd name="connsiteX40" fmla="*/ 1628074 w 1804353"/>
              <a:gd name="connsiteY40" fmla="*/ 398162 h 1808934"/>
              <a:gd name="connsiteX41" fmla="*/ 1623311 w 1804353"/>
              <a:gd name="connsiteY41" fmla="*/ 445787 h 1808934"/>
              <a:gd name="connsiteX42" fmla="*/ 1589974 w 1804353"/>
              <a:gd name="connsiteY42" fmla="*/ 521987 h 1808934"/>
              <a:gd name="connsiteX43" fmla="*/ 1594736 w 1804353"/>
              <a:gd name="connsiteY43" fmla="*/ 650574 h 1808934"/>
              <a:gd name="connsiteX44" fmla="*/ 1632836 w 1804353"/>
              <a:gd name="connsiteY44" fmla="*/ 731537 h 1808934"/>
              <a:gd name="connsiteX45" fmla="*/ 1680461 w 1804353"/>
              <a:gd name="connsiteY45" fmla="*/ 802974 h 1808934"/>
              <a:gd name="connsiteX46" fmla="*/ 1751899 w 1804353"/>
              <a:gd name="connsiteY46" fmla="*/ 802974 h 1808934"/>
              <a:gd name="connsiteX47" fmla="*/ 1789999 w 1804353"/>
              <a:gd name="connsiteY47" fmla="*/ 793449 h 1808934"/>
              <a:gd name="connsiteX48" fmla="*/ 1804286 w 1804353"/>
              <a:gd name="connsiteY48" fmla="*/ 783924 h 1808934"/>
              <a:gd name="connsiteX49" fmla="*/ 1785236 w 1804353"/>
              <a:gd name="connsiteY49" fmla="*/ 817262 h 1808934"/>
              <a:gd name="connsiteX50" fmla="*/ 1704274 w 1804353"/>
              <a:gd name="connsiteY50" fmla="*/ 883937 h 1808934"/>
              <a:gd name="connsiteX51" fmla="*/ 1628074 w 1804353"/>
              <a:gd name="connsiteY51" fmla="*/ 931562 h 1808934"/>
              <a:gd name="connsiteX52" fmla="*/ 1589974 w 1804353"/>
              <a:gd name="connsiteY52" fmla="*/ 964899 h 1808934"/>
              <a:gd name="connsiteX53" fmla="*/ 1542349 w 1804353"/>
              <a:gd name="connsiteY53" fmla="*/ 936324 h 1808934"/>
              <a:gd name="connsiteX54" fmla="*/ 1509011 w 1804353"/>
              <a:gd name="connsiteY54" fmla="*/ 931562 h 1808934"/>
              <a:gd name="connsiteX55" fmla="*/ 1504249 w 1804353"/>
              <a:gd name="connsiteY55" fmla="*/ 955374 h 1808934"/>
              <a:gd name="connsiteX56" fmla="*/ 1523299 w 1804353"/>
              <a:gd name="connsiteY56" fmla="*/ 983949 h 1808934"/>
              <a:gd name="connsiteX57" fmla="*/ 1513774 w 1804353"/>
              <a:gd name="connsiteY57" fmla="*/ 1022049 h 1808934"/>
              <a:gd name="connsiteX58" fmla="*/ 1470911 w 1804353"/>
              <a:gd name="connsiteY58" fmla="*/ 1002999 h 1808934"/>
              <a:gd name="connsiteX59" fmla="*/ 1413761 w 1804353"/>
              <a:gd name="connsiteY59" fmla="*/ 993474 h 1808934"/>
              <a:gd name="connsiteX60" fmla="*/ 1356611 w 1804353"/>
              <a:gd name="connsiteY60" fmla="*/ 983949 h 1808934"/>
              <a:gd name="connsiteX61" fmla="*/ 1285174 w 1804353"/>
              <a:gd name="connsiteY61" fmla="*/ 1050624 h 1808934"/>
              <a:gd name="connsiteX62" fmla="*/ 1194686 w 1804353"/>
              <a:gd name="connsiteY62" fmla="*/ 1160162 h 1808934"/>
              <a:gd name="connsiteX63" fmla="*/ 1132774 w 1804353"/>
              <a:gd name="connsiteY63" fmla="*/ 1274462 h 1808934"/>
              <a:gd name="connsiteX64" fmla="*/ 1108961 w 1804353"/>
              <a:gd name="connsiteY64" fmla="*/ 1388762 h 1808934"/>
              <a:gd name="connsiteX65" fmla="*/ 1118486 w 1804353"/>
              <a:gd name="connsiteY65" fmla="*/ 1450674 h 1808934"/>
              <a:gd name="connsiteX66" fmla="*/ 1104199 w 1804353"/>
              <a:gd name="connsiteY66" fmla="*/ 1469724 h 1808934"/>
              <a:gd name="connsiteX67" fmla="*/ 1037524 w 1804353"/>
              <a:gd name="connsiteY67" fmla="*/ 1450674 h 1808934"/>
              <a:gd name="connsiteX68" fmla="*/ 951799 w 1804353"/>
              <a:gd name="connsiteY68" fmla="*/ 1431624 h 1808934"/>
              <a:gd name="connsiteX69" fmla="*/ 880361 w 1804353"/>
              <a:gd name="connsiteY69" fmla="*/ 1403049 h 1808934"/>
              <a:gd name="connsiteX70" fmla="*/ 813686 w 1804353"/>
              <a:gd name="connsiteY70" fmla="*/ 1341137 h 1808934"/>
              <a:gd name="connsiteX71" fmla="*/ 737486 w 1804353"/>
              <a:gd name="connsiteY71" fmla="*/ 1264937 h 1808934"/>
              <a:gd name="connsiteX72" fmla="*/ 642236 w 1804353"/>
              <a:gd name="connsiteY72" fmla="*/ 1236362 h 1808934"/>
              <a:gd name="connsiteX73" fmla="*/ 523174 w 1804353"/>
              <a:gd name="connsiteY73" fmla="*/ 1260174 h 1808934"/>
              <a:gd name="connsiteX74" fmla="*/ 432686 w 1804353"/>
              <a:gd name="connsiteY74" fmla="*/ 1336374 h 1808934"/>
              <a:gd name="connsiteX75" fmla="*/ 380299 w 1804353"/>
              <a:gd name="connsiteY75" fmla="*/ 1379237 h 1808934"/>
              <a:gd name="connsiteX76" fmla="*/ 346961 w 1804353"/>
              <a:gd name="connsiteY76" fmla="*/ 1331612 h 1808934"/>
              <a:gd name="connsiteX77" fmla="*/ 285049 w 1804353"/>
              <a:gd name="connsiteY77" fmla="*/ 1293512 h 1808934"/>
              <a:gd name="connsiteX78" fmla="*/ 208849 w 1804353"/>
              <a:gd name="connsiteY78" fmla="*/ 1298274 h 1808934"/>
              <a:gd name="connsiteX79" fmla="*/ 170749 w 1804353"/>
              <a:gd name="connsiteY79" fmla="*/ 1369712 h 1808934"/>
              <a:gd name="connsiteX80" fmla="*/ 180274 w 1804353"/>
              <a:gd name="connsiteY80" fmla="*/ 1431624 h 1808934"/>
              <a:gd name="connsiteX81" fmla="*/ 227899 w 1804353"/>
              <a:gd name="connsiteY81" fmla="*/ 1498299 h 1808934"/>
              <a:gd name="connsiteX82" fmla="*/ 299336 w 1804353"/>
              <a:gd name="connsiteY82" fmla="*/ 1498299 h 1808934"/>
              <a:gd name="connsiteX83" fmla="*/ 351724 w 1804353"/>
              <a:gd name="connsiteY83" fmla="*/ 1479249 h 1808934"/>
              <a:gd name="connsiteX84" fmla="*/ 366011 w 1804353"/>
              <a:gd name="connsiteY84" fmla="*/ 1522112 h 1808934"/>
              <a:gd name="connsiteX85" fmla="*/ 456499 w 1804353"/>
              <a:gd name="connsiteY85" fmla="*/ 1569737 h 1808934"/>
              <a:gd name="connsiteX86" fmla="*/ 456499 w 1804353"/>
              <a:gd name="connsiteY86" fmla="*/ 1603074 h 1808934"/>
              <a:gd name="connsiteX87" fmla="*/ 427924 w 1804353"/>
              <a:gd name="connsiteY87" fmla="*/ 1641174 h 1808934"/>
              <a:gd name="connsiteX88" fmla="*/ 351724 w 1804353"/>
              <a:gd name="connsiteY88" fmla="*/ 1636412 h 1808934"/>
              <a:gd name="connsiteX89" fmla="*/ 285049 w 1804353"/>
              <a:gd name="connsiteY89" fmla="*/ 1617362 h 1808934"/>
              <a:gd name="connsiteX90" fmla="*/ 242186 w 1804353"/>
              <a:gd name="connsiteY90" fmla="*/ 1693562 h 1808934"/>
              <a:gd name="connsiteX91" fmla="*/ 218374 w 1804353"/>
              <a:gd name="connsiteY91" fmla="*/ 1788812 h 1808934"/>
              <a:gd name="connsiteX92" fmla="*/ 156461 w 1804353"/>
              <a:gd name="connsiteY92" fmla="*/ 1807862 h 1808934"/>
              <a:gd name="connsiteX93" fmla="*/ 99311 w 1804353"/>
              <a:gd name="connsiteY93" fmla="*/ 1769762 h 1808934"/>
              <a:gd name="connsiteX94" fmla="*/ 89786 w 1804353"/>
              <a:gd name="connsiteY94" fmla="*/ 1707849 h 1808934"/>
              <a:gd name="connsiteX95" fmla="*/ 127886 w 1804353"/>
              <a:gd name="connsiteY95" fmla="*/ 1674512 h 1808934"/>
              <a:gd name="connsiteX96" fmla="*/ 156461 w 1804353"/>
              <a:gd name="connsiteY96" fmla="*/ 1636412 h 1808934"/>
              <a:gd name="connsiteX97" fmla="*/ 156461 w 1804353"/>
              <a:gd name="connsiteY97" fmla="*/ 1564974 h 1808934"/>
              <a:gd name="connsiteX98" fmla="*/ 61211 w 1804353"/>
              <a:gd name="connsiteY98" fmla="*/ 1493537 h 1808934"/>
              <a:gd name="connsiteX99" fmla="*/ 4061 w 1804353"/>
              <a:gd name="connsiteY99" fmla="*/ 1426862 h 1808934"/>
              <a:gd name="connsiteX100" fmla="*/ 13586 w 1804353"/>
              <a:gd name="connsiteY100" fmla="*/ 1303037 h 1808934"/>
              <a:gd name="connsiteX101" fmla="*/ 85024 w 1804353"/>
              <a:gd name="connsiteY101" fmla="*/ 1217312 h 1808934"/>
              <a:gd name="connsiteX102" fmla="*/ 175511 w 1804353"/>
              <a:gd name="connsiteY102" fmla="*/ 1169687 h 1808934"/>
              <a:gd name="connsiteX103" fmla="*/ 204086 w 1804353"/>
              <a:gd name="connsiteY103" fmla="*/ 1126824 h 1808934"/>
              <a:gd name="connsiteX104" fmla="*/ 180274 w 1804353"/>
              <a:gd name="connsiteY104" fmla="*/ 1060149 h 1808934"/>
              <a:gd name="connsiteX105" fmla="*/ 142174 w 1804353"/>
              <a:gd name="connsiteY105" fmla="*/ 1036337 h 1808934"/>
              <a:gd name="connsiteX106" fmla="*/ 165986 w 1804353"/>
              <a:gd name="connsiteY106" fmla="*/ 969662 h 1808934"/>
              <a:gd name="connsiteX107" fmla="*/ 256474 w 1804353"/>
              <a:gd name="connsiteY107" fmla="*/ 974424 h 1808934"/>
              <a:gd name="connsiteX108" fmla="*/ 404111 w 1804353"/>
              <a:gd name="connsiteY108" fmla="*/ 993474 h 1808934"/>
              <a:gd name="connsiteX109" fmla="*/ 466024 w 1804353"/>
              <a:gd name="connsiteY109" fmla="*/ 979187 h 1808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</a:cxnLst>
            <a:rect l="l" t="t" r="r" b="b"/>
            <a:pathLst>
              <a:path w="1804353" h="1808934">
                <a:moveTo>
                  <a:pt x="466024" y="979187"/>
                </a:moveTo>
                <a:cubicBezTo>
                  <a:pt x="477136" y="946643"/>
                  <a:pt x="475548" y="829962"/>
                  <a:pt x="470786" y="798212"/>
                </a:cubicBezTo>
                <a:cubicBezTo>
                  <a:pt x="466024" y="766462"/>
                  <a:pt x="437449" y="788687"/>
                  <a:pt x="437449" y="788687"/>
                </a:cubicBezTo>
                <a:cubicBezTo>
                  <a:pt x="431893" y="782337"/>
                  <a:pt x="431099" y="767256"/>
                  <a:pt x="437449" y="760112"/>
                </a:cubicBezTo>
                <a:cubicBezTo>
                  <a:pt x="443799" y="752968"/>
                  <a:pt x="462849" y="754555"/>
                  <a:pt x="475549" y="745824"/>
                </a:cubicBezTo>
                <a:cubicBezTo>
                  <a:pt x="488249" y="737093"/>
                  <a:pt x="506505" y="722011"/>
                  <a:pt x="513649" y="707724"/>
                </a:cubicBezTo>
                <a:cubicBezTo>
                  <a:pt x="520793" y="693437"/>
                  <a:pt x="517617" y="679149"/>
                  <a:pt x="518411" y="660099"/>
                </a:cubicBezTo>
                <a:cubicBezTo>
                  <a:pt x="519205" y="641049"/>
                  <a:pt x="521586" y="609299"/>
                  <a:pt x="518411" y="593424"/>
                </a:cubicBezTo>
                <a:cubicBezTo>
                  <a:pt x="515236" y="577549"/>
                  <a:pt x="499361" y="564849"/>
                  <a:pt x="499361" y="564849"/>
                </a:cubicBezTo>
                <a:cubicBezTo>
                  <a:pt x="495392" y="556912"/>
                  <a:pt x="494599" y="545799"/>
                  <a:pt x="494599" y="545799"/>
                </a:cubicBezTo>
                <a:cubicBezTo>
                  <a:pt x="496980" y="541037"/>
                  <a:pt x="508886" y="548974"/>
                  <a:pt x="513649" y="536274"/>
                </a:cubicBezTo>
                <a:cubicBezTo>
                  <a:pt x="518412" y="523574"/>
                  <a:pt x="518412" y="496586"/>
                  <a:pt x="523174" y="469599"/>
                </a:cubicBezTo>
                <a:cubicBezTo>
                  <a:pt x="527936" y="442612"/>
                  <a:pt x="538255" y="398161"/>
                  <a:pt x="542224" y="374349"/>
                </a:cubicBezTo>
                <a:cubicBezTo>
                  <a:pt x="546193" y="350537"/>
                  <a:pt x="551748" y="344980"/>
                  <a:pt x="546986" y="326724"/>
                </a:cubicBezTo>
                <a:cubicBezTo>
                  <a:pt x="542224" y="308468"/>
                  <a:pt x="525555" y="280687"/>
                  <a:pt x="513649" y="264812"/>
                </a:cubicBezTo>
                <a:cubicBezTo>
                  <a:pt x="501743" y="248937"/>
                  <a:pt x="486661" y="243380"/>
                  <a:pt x="475549" y="231474"/>
                </a:cubicBezTo>
                <a:cubicBezTo>
                  <a:pt x="464437" y="219568"/>
                  <a:pt x="452530" y="205280"/>
                  <a:pt x="446974" y="193374"/>
                </a:cubicBezTo>
                <a:cubicBezTo>
                  <a:pt x="441418" y="181468"/>
                  <a:pt x="442211" y="172737"/>
                  <a:pt x="442211" y="160037"/>
                </a:cubicBezTo>
                <a:cubicBezTo>
                  <a:pt x="442211" y="147337"/>
                  <a:pt x="443799" y="128287"/>
                  <a:pt x="446974" y="117174"/>
                </a:cubicBezTo>
                <a:cubicBezTo>
                  <a:pt x="450149" y="106061"/>
                  <a:pt x="454117" y="98124"/>
                  <a:pt x="461261" y="93362"/>
                </a:cubicBezTo>
                <a:cubicBezTo>
                  <a:pt x="468405" y="88600"/>
                  <a:pt x="489836" y="88599"/>
                  <a:pt x="489836" y="88599"/>
                </a:cubicBezTo>
                <a:cubicBezTo>
                  <a:pt x="497774" y="87011"/>
                  <a:pt x="505711" y="90187"/>
                  <a:pt x="508886" y="83837"/>
                </a:cubicBezTo>
                <a:cubicBezTo>
                  <a:pt x="512061" y="77487"/>
                  <a:pt x="511267" y="60024"/>
                  <a:pt x="508886" y="50499"/>
                </a:cubicBezTo>
                <a:cubicBezTo>
                  <a:pt x="506505" y="40974"/>
                  <a:pt x="493012" y="33831"/>
                  <a:pt x="494599" y="26687"/>
                </a:cubicBezTo>
                <a:cubicBezTo>
                  <a:pt x="496187" y="19543"/>
                  <a:pt x="510474" y="11606"/>
                  <a:pt x="518411" y="7637"/>
                </a:cubicBezTo>
                <a:cubicBezTo>
                  <a:pt x="526349" y="3668"/>
                  <a:pt x="527937" y="-4270"/>
                  <a:pt x="542224" y="2874"/>
                </a:cubicBezTo>
                <a:cubicBezTo>
                  <a:pt x="556511" y="10018"/>
                  <a:pt x="578736" y="29068"/>
                  <a:pt x="604136" y="50499"/>
                </a:cubicBezTo>
                <a:cubicBezTo>
                  <a:pt x="629536" y="71930"/>
                  <a:pt x="670018" y="105268"/>
                  <a:pt x="694624" y="131462"/>
                </a:cubicBezTo>
                <a:cubicBezTo>
                  <a:pt x="719230" y="157656"/>
                  <a:pt x="729549" y="181468"/>
                  <a:pt x="751774" y="207662"/>
                </a:cubicBezTo>
                <a:cubicBezTo>
                  <a:pt x="773999" y="233856"/>
                  <a:pt x="801781" y="263224"/>
                  <a:pt x="827974" y="288624"/>
                </a:cubicBezTo>
                <a:cubicBezTo>
                  <a:pt x="854167" y="314024"/>
                  <a:pt x="882742" y="337837"/>
                  <a:pt x="908936" y="360062"/>
                </a:cubicBezTo>
                <a:cubicBezTo>
                  <a:pt x="935130" y="382287"/>
                  <a:pt x="954180" y="401337"/>
                  <a:pt x="985136" y="421974"/>
                </a:cubicBezTo>
                <a:cubicBezTo>
                  <a:pt x="1016092" y="442611"/>
                  <a:pt x="1043874" y="464043"/>
                  <a:pt x="1094674" y="483887"/>
                </a:cubicBezTo>
                <a:cubicBezTo>
                  <a:pt x="1145474" y="503731"/>
                  <a:pt x="1239136" y="528337"/>
                  <a:pt x="1289936" y="541037"/>
                </a:cubicBezTo>
                <a:cubicBezTo>
                  <a:pt x="1340736" y="553737"/>
                  <a:pt x="1366137" y="560087"/>
                  <a:pt x="1399474" y="560087"/>
                </a:cubicBezTo>
                <a:cubicBezTo>
                  <a:pt x="1432811" y="560087"/>
                  <a:pt x="1464561" y="556118"/>
                  <a:pt x="1489961" y="541037"/>
                </a:cubicBezTo>
                <a:cubicBezTo>
                  <a:pt x="1515361" y="525956"/>
                  <a:pt x="1536793" y="490236"/>
                  <a:pt x="1551874" y="469599"/>
                </a:cubicBezTo>
                <a:cubicBezTo>
                  <a:pt x="1566955" y="448962"/>
                  <a:pt x="1570130" y="434674"/>
                  <a:pt x="1580449" y="417212"/>
                </a:cubicBezTo>
                <a:cubicBezTo>
                  <a:pt x="1590768" y="399750"/>
                  <a:pt x="1613786" y="364824"/>
                  <a:pt x="1613786" y="364824"/>
                </a:cubicBezTo>
                <a:cubicBezTo>
                  <a:pt x="1621723" y="355299"/>
                  <a:pt x="1625693" y="354506"/>
                  <a:pt x="1628074" y="360062"/>
                </a:cubicBezTo>
                <a:cubicBezTo>
                  <a:pt x="1630455" y="365618"/>
                  <a:pt x="1628868" y="383875"/>
                  <a:pt x="1628074" y="398162"/>
                </a:cubicBezTo>
                <a:cubicBezTo>
                  <a:pt x="1627280" y="412449"/>
                  <a:pt x="1629661" y="425150"/>
                  <a:pt x="1623311" y="445787"/>
                </a:cubicBezTo>
                <a:cubicBezTo>
                  <a:pt x="1616961" y="466424"/>
                  <a:pt x="1594736" y="487856"/>
                  <a:pt x="1589974" y="521987"/>
                </a:cubicBezTo>
                <a:cubicBezTo>
                  <a:pt x="1585212" y="556118"/>
                  <a:pt x="1587592" y="615649"/>
                  <a:pt x="1594736" y="650574"/>
                </a:cubicBezTo>
                <a:cubicBezTo>
                  <a:pt x="1601880" y="685499"/>
                  <a:pt x="1618549" y="706137"/>
                  <a:pt x="1632836" y="731537"/>
                </a:cubicBezTo>
                <a:cubicBezTo>
                  <a:pt x="1647123" y="756937"/>
                  <a:pt x="1660617" y="791068"/>
                  <a:pt x="1680461" y="802974"/>
                </a:cubicBezTo>
                <a:cubicBezTo>
                  <a:pt x="1700305" y="814880"/>
                  <a:pt x="1733643" y="804561"/>
                  <a:pt x="1751899" y="802974"/>
                </a:cubicBezTo>
                <a:cubicBezTo>
                  <a:pt x="1770155" y="801386"/>
                  <a:pt x="1781268" y="796624"/>
                  <a:pt x="1789999" y="793449"/>
                </a:cubicBezTo>
                <a:cubicBezTo>
                  <a:pt x="1798730" y="790274"/>
                  <a:pt x="1805080" y="779955"/>
                  <a:pt x="1804286" y="783924"/>
                </a:cubicBezTo>
                <a:cubicBezTo>
                  <a:pt x="1803492" y="787893"/>
                  <a:pt x="1801905" y="800593"/>
                  <a:pt x="1785236" y="817262"/>
                </a:cubicBezTo>
                <a:cubicBezTo>
                  <a:pt x="1768567" y="833931"/>
                  <a:pt x="1730468" y="864887"/>
                  <a:pt x="1704274" y="883937"/>
                </a:cubicBezTo>
                <a:cubicBezTo>
                  <a:pt x="1678080" y="902987"/>
                  <a:pt x="1647124" y="918068"/>
                  <a:pt x="1628074" y="931562"/>
                </a:cubicBezTo>
                <a:cubicBezTo>
                  <a:pt x="1609024" y="945056"/>
                  <a:pt x="1604261" y="964105"/>
                  <a:pt x="1589974" y="964899"/>
                </a:cubicBezTo>
                <a:cubicBezTo>
                  <a:pt x="1575687" y="965693"/>
                  <a:pt x="1555843" y="941880"/>
                  <a:pt x="1542349" y="936324"/>
                </a:cubicBezTo>
                <a:cubicBezTo>
                  <a:pt x="1528855" y="930768"/>
                  <a:pt x="1515361" y="928387"/>
                  <a:pt x="1509011" y="931562"/>
                </a:cubicBezTo>
                <a:cubicBezTo>
                  <a:pt x="1502661" y="934737"/>
                  <a:pt x="1501868" y="946643"/>
                  <a:pt x="1504249" y="955374"/>
                </a:cubicBezTo>
                <a:cubicBezTo>
                  <a:pt x="1506630" y="964105"/>
                  <a:pt x="1521712" y="972837"/>
                  <a:pt x="1523299" y="983949"/>
                </a:cubicBezTo>
                <a:cubicBezTo>
                  <a:pt x="1524886" y="995061"/>
                  <a:pt x="1522505" y="1018874"/>
                  <a:pt x="1513774" y="1022049"/>
                </a:cubicBezTo>
                <a:cubicBezTo>
                  <a:pt x="1505043" y="1025224"/>
                  <a:pt x="1487580" y="1007762"/>
                  <a:pt x="1470911" y="1002999"/>
                </a:cubicBezTo>
                <a:cubicBezTo>
                  <a:pt x="1454242" y="998237"/>
                  <a:pt x="1413761" y="993474"/>
                  <a:pt x="1413761" y="993474"/>
                </a:cubicBezTo>
                <a:cubicBezTo>
                  <a:pt x="1394711" y="990299"/>
                  <a:pt x="1378042" y="974424"/>
                  <a:pt x="1356611" y="983949"/>
                </a:cubicBezTo>
                <a:cubicBezTo>
                  <a:pt x="1335180" y="993474"/>
                  <a:pt x="1312162" y="1021255"/>
                  <a:pt x="1285174" y="1050624"/>
                </a:cubicBezTo>
                <a:cubicBezTo>
                  <a:pt x="1258186" y="1079993"/>
                  <a:pt x="1220086" y="1122856"/>
                  <a:pt x="1194686" y="1160162"/>
                </a:cubicBezTo>
                <a:cubicBezTo>
                  <a:pt x="1169286" y="1197468"/>
                  <a:pt x="1147061" y="1236362"/>
                  <a:pt x="1132774" y="1274462"/>
                </a:cubicBezTo>
                <a:cubicBezTo>
                  <a:pt x="1118487" y="1312562"/>
                  <a:pt x="1111342" y="1359393"/>
                  <a:pt x="1108961" y="1388762"/>
                </a:cubicBezTo>
                <a:cubicBezTo>
                  <a:pt x="1106580" y="1418131"/>
                  <a:pt x="1119280" y="1437180"/>
                  <a:pt x="1118486" y="1450674"/>
                </a:cubicBezTo>
                <a:cubicBezTo>
                  <a:pt x="1117692" y="1464168"/>
                  <a:pt x="1117693" y="1469724"/>
                  <a:pt x="1104199" y="1469724"/>
                </a:cubicBezTo>
                <a:cubicBezTo>
                  <a:pt x="1090705" y="1469724"/>
                  <a:pt x="1062924" y="1457024"/>
                  <a:pt x="1037524" y="1450674"/>
                </a:cubicBezTo>
                <a:cubicBezTo>
                  <a:pt x="1012124" y="1444324"/>
                  <a:pt x="977993" y="1439561"/>
                  <a:pt x="951799" y="1431624"/>
                </a:cubicBezTo>
                <a:cubicBezTo>
                  <a:pt x="925605" y="1423687"/>
                  <a:pt x="903380" y="1418130"/>
                  <a:pt x="880361" y="1403049"/>
                </a:cubicBezTo>
                <a:cubicBezTo>
                  <a:pt x="857342" y="1387968"/>
                  <a:pt x="837499" y="1364156"/>
                  <a:pt x="813686" y="1341137"/>
                </a:cubicBezTo>
                <a:cubicBezTo>
                  <a:pt x="789874" y="1318118"/>
                  <a:pt x="766061" y="1282399"/>
                  <a:pt x="737486" y="1264937"/>
                </a:cubicBezTo>
                <a:cubicBezTo>
                  <a:pt x="708911" y="1247475"/>
                  <a:pt x="677955" y="1237156"/>
                  <a:pt x="642236" y="1236362"/>
                </a:cubicBezTo>
                <a:cubicBezTo>
                  <a:pt x="606517" y="1235568"/>
                  <a:pt x="558099" y="1243505"/>
                  <a:pt x="523174" y="1260174"/>
                </a:cubicBezTo>
                <a:cubicBezTo>
                  <a:pt x="488249" y="1276843"/>
                  <a:pt x="456499" y="1316530"/>
                  <a:pt x="432686" y="1336374"/>
                </a:cubicBezTo>
                <a:cubicBezTo>
                  <a:pt x="408873" y="1356218"/>
                  <a:pt x="394586" y="1380031"/>
                  <a:pt x="380299" y="1379237"/>
                </a:cubicBezTo>
                <a:cubicBezTo>
                  <a:pt x="366012" y="1378443"/>
                  <a:pt x="362836" y="1345900"/>
                  <a:pt x="346961" y="1331612"/>
                </a:cubicBezTo>
                <a:cubicBezTo>
                  <a:pt x="331086" y="1317325"/>
                  <a:pt x="308068" y="1299068"/>
                  <a:pt x="285049" y="1293512"/>
                </a:cubicBezTo>
                <a:cubicBezTo>
                  <a:pt x="262030" y="1287956"/>
                  <a:pt x="227899" y="1285574"/>
                  <a:pt x="208849" y="1298274"/>
                </a:cubicBezTo>
                <a:cubicBezTo>
                  <a:pt x="189799" y="1310974"/>
                  <a:pt x="175511" y="1347487"/>
                  <a:pt x="170749" y="1369712"/>
                </a:cubicBezTo>
                <a:cubicBezTo>
                  <a:pt x="165986" y="1391937"/>
                  <a:pt x="170749" y="1410193"/>
                  <a:pt x="180274" y="1431624"/>
                </a:cubicBezTo>
                <a:cubicBezTo>
                  <a:pt x="189799" y="1453055"/>
                  <a:pt x="208055" y="1487187"/>
                  <a:pt x="227899" y="1498299"/>
                </a:cubicBezTo>
                <a:cubicBezTo>
                  <a:pt x="247743" y="1509411"/>
                  <a:pt x="278698" y="1501474"/>
                  <a:pt x="299336" y="1498299"/>
                </a:cubicBezTo>
                <a:cubicBezTo>
                  <a:pt x="319973" y="1495124"/>
                  <a:pt x="340612" y="1475280"/>
                  <a:pt x="351724" y="1479249"/>
                </a:cubicBezTo>
                <a:cubicBezTo>
                  <a:pt x="362836" y="1483218"/>
                  <a:pt x="348548" y="1507031"/>
                  <a:pt x="366011" y="1522112"/>
                </a:cubicBezTo>
                <a:cubicBezTo>
                  <a:pt x="383473" y="1537193"/>
                  <a:pt x="441418" y="1556243"/>
                  <a:pt x="456499" y="1569737"/>
                </a:cubicBezTo>
                <a:cubicBezTo>
                  <a:pt x="471580" y="1583231"/>
                  <a:pt x="461261" y="1591168"/>
                  <a:pt x="456499" y="1603074"/>
                </a:cubicBezTo>
                <a:cubicBezTo>
                  <a:pt x="451736" y="1614980"/>
                  <a:pt x="445386" y="1635618"/>
                  <a:pt x="427924" y="1641174"/>
                </a:cubicBezTo>
                <a:cubicBezTo>
                  <a:pt x="410462" y="1646730"/>
                  <a:pt x="375536" y="1640381"/>
                  <a:pt x="351724" y="1636412"/>
                </a:cubicBezTo>
                <a:cubicBezTo>
                  <a:pt x="327912" y="1632443"/>
                  <a:pt x="303305" y="1607837"/>
                  <a:pt x="285049" y="1617362"/>
                </a:cubicBezTo>
                <a:cubicBezTo>
                  <a:pt x="266793" y="1626887"/>
                  <a:pt x="253298" y="1664987"/>
                  <a:pt x="242186" y="1693562"/>
                </a:cubicBezTo>
                <a:cubicBezTo>
                  <a:pt x="231074" y="1722137"/>
                  <a:pt x="232661" y="1769762"/>
                  <a:pt x="218374" y="1788812"/>
                </a:cubicBezTo>
                <a:cubicBezTo>
                  <a:pt x="204086" y="1807862"/>
                  <a:pt x="176305" y="1811037"/>
                  <a:pt x="156461" y="1807862"/>
                </a:cubicBezTo>
                <a:cubicBezTo>
                  <a:pt x="136617" y="1804687"/>
                  <a:pt x="110423" y="1786431"/>
                  <a:pt x="99311" y="1769762"/>
                </a:cubicBezTo>
                <a:cubicBezTo>
                  <a:pt x="88199" y="1753093"/>
                  <a:pt x="85024" y="1723724"/>
                  <a:pt x="89786" y="1707849"/>
                </a:cubicBezTo>
                <a:cubicBezTo>
                  <a:pt x="94548" y="1691974"/>
                  <a:pt x="116774" y="1686418"/>
                  <a:pt x="127886" y="1674512"/>
                </a:cubicBezTo>
                <a:cubicBezTo>
                  <a:pt x="138998" y="1662606"/>
                  <a:pt x="151699" y="1654668"/>
                  <a:pt x="156461" y="1636412"/>
                </a:cubicBezTo>
                <a:cubicBezTo>
                  <a:pt x="161223" y="1618156"/>
                  <a:pt x="172336" y="1588787"/>
                  <a:pt x="156461" y="1564974"/>
                </a:cubicBezTo>
                <a:cubicBezTo>
                  <a:pt x="140586" y="1541162"/>
                  <a:pt x="86611" y="1516556"/>
                  <a:pt x="61211" y="1493537"/>
                </a:cubicBezTo>
                <a:cubicBezTo>
                  <a:pt x="35811" y="1470518"/>
                  <a:pt x="11998" y="1458612"/>
                  <a:pt x="4061" y="1426862"/>
                </a:cubicBezTo>
                <a:cubicBezTo>
                  <a:pt x="-3876" y="1395112"/>
                  <a:pt x="92" y="1337962"/>
                  <a:pt x="13586" y="1303037"/>
                </a:cubicBezTo>
                <a:cubicBezTo>
                  <a:pt x="27080" y="1268112"/>
                  <a:pt x="58037" y="1239537"/>
                  <a:pt x="85024" y="1217312"/>
                </a:cubicBezTo>
                <a:cubicBezTo>
                  <a:pt x="112011" y="1195087"/>
                  <a:pt x="155667" y="1184768"/>
                  <a:pt x="175511" y="1169687"/>
                </a:cubicBezTo>
                <a:cubicBezTo>
                  <a:pt x="195355" y="1154606"/>
                  <a:pt x="203292" y="1145080"/>
                  <a:pt x="204086" y="1126824"/>
                </a:cubicBezTo>
                <a:cubicBezTo>
                  <a:pt x="204880" y="1108568"/>
                  <a:pt x="190593" y="1075230"/>
                  <a:pt x="180274" y="1060149"/>
                </a:cubicBezTo>
                <a:cubicBezTo>
                  <a:pt x="169955" y="1045068"/>
                  <a:pt x="144555" y="1051418"/>
                  <a:pt x="142174" y="1036337"/>
                </a:cubicBezTo>
                <a:cubicBezTo>
                  <a:pt x="139793" y="1021256"/>
                  <a:pt x="146936" y="979981"/>
                  <a:pt x="165986" y="969662"/>
                </a:cubicBezTo>
                <a:cubicBezTo>
                  <a:pt x="185036" y="959343"/>
                  <a:pt x="216786" y="970455"/>
                  <a:pt x="256474" y="974424"/>
                </a:cubicBezTo>
                <a:cubicBezTo>
                  <a:pt x="296161" y="978393"/>
                  <a:pt x="372361" y="992680"/>
                  <a:pt x="404111" y="993474"/>
                </a:cubicBezTo>
                <a:cubicBezTo>
                  <a:pt x="435861" y="994268"/>
                  <a:pt x="454912" y="1011731"/>
                  <a:pt x="466024" y="979187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p:sp>
        <p:nvSpPr>
          <p:cNvPr id="189" name="テキスト ボックス 188">
            <a:extLst>
              <a:ext uri="{FF2B5EF4-FFF2-40B4-BE49-F238E27FC236}">
                <a16:creationId xmlns:a16="http://schemas.microsoft.com/office/drawing/2014/main" id="{FA1308A4-9458-19DA-FD26-4DD68BBDE6B1}"/>
              </a:ext>
            </a:extLst>
          </p:cNvPr>
          <p:cNvSpPr txBox="1"/>
          <p:nvPr/>
        </p:nvSpPr>
        <p:spPr>
          <a:xfrm>
            <a:off x="7527131" y="875651"/>
            <a:ext cx="3469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b="1" dirty="0">
                <a:solidFill>
                  <a:srgbClr val="FFC000"/>
                </a:solidFill>
              </a:rPr>
              <a:t>1</a:t>
            </a:r>
            <a:endParaRPr kumimoji="1"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190" name="テキスト ボックス 189">
            <a:extLst>
              <a:ext uri="{FF2B5EF4-FFF2-40B4-BE49-F238E27FC236}">
                <a16:creationId xmlns:a16="http://schemas.microsoft.com/office/drawing/2014/main" id="{9D299C42-693D-50C9-A242-6D7D6D899D72}"/>
              </a:ext>
            </a:extLst>
          </p:cNvPr>
          <p:cNvSpPr txBox="1"/>
          <p:nvPr/>
        </p:nvSpPr>
        <p:spPr>
          <a:xfrm>
            <a:off x="6931241" y="2259252"/>
            <a:ext cx="3476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100" b="1" dirty="0">
                <a:solidFill>
                  <a:srgbClr val="FFC000"/>
                </a:solidFill>
              </a:rPr>
              <a:t>2</a:t>
            </a:r>
            <a:endParaRPr kumimoji="1" lang="ja-JP" altLang="en-US" sz="1100" b="1" dirty="0">
              <a:solidFill>
                <a:srgbClr val="FFC000"/>
              </a:solidFill>
            </a:endParaRPr>
          </a:p>
        </p:txBody>
      </p:sp>
      <p:sp>
        <p:nvSpPr>
          <p:cNvPr id="191" name="テキスト ボックス 190">
            <a:extLst>
              <a:ext uri="{FF2B5EF4-FFF2-40B4-BE49-F238E27FC236}">
                <a16:creationId xmlns:a16="http://schemas.microsoft.com/office/drawing/2014/main" id="{F949337F-5FDD-AFF4-A0B7-3E9F3F06DD3E}"/>
              </a:ext>
            </a:extLst>
          </p:cNvPr>
          <p:cNvSpPr txBox="1"/>
          <p:nvPr/>
        </p:nvSpPr>
        <p:spPr>
          <a:xfrm>
            <a:off x="7308525" y="2578974"/>
            <a:ext cx="3469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b="1" dirty="0">
                <a:solidFill>
                  <a:srgbClr val="FFC000"/>
                </a:solidFill>
              </a:rPr>
              <a:t>3</a:t>
            </a:r>
            <a:endParaRPr kumimoji="1"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192" name="テキスト ボックス 191">
            <a:extLst>
              <a:ext uri="{FF2B5EF4-FFF2-40B4-BE49-F238E27FC236}">
                <a16:creationId xmlns:a16="http://schemas.microsoft.com/office/drawing/2014/main" id="{1C8FF234-6CE0-D286-A4D4-47F184EB7FF1}"/>
              </a:ext>
            </a:extLst>
          </p:cNvPr>
          <p:cNvSpPr txBox="1"/>
          <p:nvPr/>
        </p:nvSpPr>
        <p:spPr>
          <a:xfrm>
            <a:off x="6953463" y="2514013"/>
            <a:ext cx="3469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b="1" dirty="0">
                <a:solidFill>
                  <a:srgbClr val="FFC000"/>
                </a:solidFill>
              </a:rPr>
              <a:t>5</a:t>
            </a:r>
            <a:endParaRPr kumimoji="1"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193" name="テキスト ボックス 192">
            <a:extLst>
              <a:ext uri="{FF2B5EF4-FFF2-40B4-BE49-F238E27FC236}">
                <a16:creationId xmlns:a16="http://schemas.microsoft.com/office/drawing/2014/main" id="{9D195D9C-1DAE-F71D-4793-43B0E78425D7}"/>
              </a:ext>
            </a:extLst>
          </p:cNvPr>
          <p:cNvSpPr txBox="1"/>
          <p:nvPr/>
        </p:nvSpPr>
        <p:spPr>
          <a:xfrm>
            <a:off x="6953463" y="3035139"/>
            <a:ext cx="3469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b="1" dirty="0">
                <a:solidFill>
                  <a:srgbClr val="FFC000"/>
                </a:solidFill>
              </a:rPr>
              <a:t>6</a:t>
            </a:r>
            <a:endParaRPr kumimoji="1"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194" name="テキスト ボックス 193">
            <a:extLst>
              <a:ext uri="{FF2B5EF4-FFF2-40B4-BE49-F238E27FC236}">
                <a16:creationId xmlns:a16="http://schemas.microsoft.com/office/drawing/2014/main" id="{2AF6334A-6549-6C23-9BCC-DF8E7CDB6E60}"/>
              </a:ext>
            </a:extLst>
          </p:cNvPr>
          <p:cNvSpPr txBox="1"/>
          <p:nvPr/>
        </p:nvSpPr>
        <p:spPr>
          <a:xfrm>
            <a:off x="7197174" y="3021905"/>
            <a:ext cx="1658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b="1" dirty="0">
                <a:solidFill>
                  <a:srgbClr val="FFC000"/>
                </a:solidFill>
              </a:rPr>
              <a:t>4</a:t>
            </a:r>
            <a:endParaRPr kumimoji="1"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195" name="テキスト ボックス 194">
            <a:extLst>
              <a:ext uri="{FF2B5EF4-FFF2-40B4-BE49-F238E27FC236}">
                <a16:creationId xmlns:a16="http://schemas.microsoft.com/office/drawing/2014/main" id="{1439128F-0F37-F440-09F6-B0EC930CB902}"/>
              </a:ext>
            </a:extLst>
          </p:cNvPr>
          <p:cNvSpPr txBox="1"/>
          <p:nvPr/>
        </p:nvSpPr>
        <p:spPr>
          <a:xfrm>
            <a:off x="7133562" y="3528215"/>
            <a:ext cx="3469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b="1" dirty="0">
                <a:solidFill>
                  <a:srgbClr val="FFC000"/>
                </a:solidFill>
              </a:rPr>
              <a:t>7</a:t>
            </a:r>
            <a:endParaRPr kumimoji="1"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196" name="テキスト ボックス 195">
            <a:extLst>
              <a:ext uri="{FF2B5EF4-FFF2-40B4-BE49-F238E27FC236}">
                <a16:creationId xmlns:a16="http://schemas.microsoft.com/office/drawing/2014/main" id="{9C5AAC22-895A-2077-4DEC-B373B4A26FA6}"/>
              </a:ext>
            </a:extLst>
          </p:cNvPr>
          <p:cNvSpPr txBox="1"/>
          <p:nvPr/>
        </p:nvSpPr>
        <p:spPr>
          <a:xfrm>
            <a:off x="6956262" y="3873534"/>
            <a:ext cx="3469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b="1" dirty="0">
                <a:solidFill>
                  <a:srgbClr val="FFC000"/>
                </a:solidFill>
              </a:rPr>
              <a:t>9</a:t>
            </a:r>
            <a:endParaRPr kumimoji="1"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197" name="テキスト ボックス 196">
            <a:extLst>
              <a:ext uri="{FF2B5EF4-FFF2-40B4-BE49-F238E27FC236}">
                <a16:creationId xmlns:a16="http://schemas.microsoft.com/office/drawing/2014/main" id="{693C93C8-5CEF-3A28-1E90-AC9A366ACEBF}"/>
              </a:ext>
            </a:extLst>
          </p:cNvPr>
          <p:cNvSpPr txBox="1"/>
          <p:nvPr/>
        </p:nvSpPr>
        <p:spPr>
          <a:xfrm>
            <a:off x="7186862" y="4112827"/>
            <a:ext cx="1482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b="1" dirty="0">
                <a:solidFill>
                  <a:srgbClr val="FFC000"/>
                </a:solidFill>
              </a:rPr>
              <a:t>8</a:t>
            </a:r>
            <a:endParaRPr kumimoji="1" lang="ja-JP" altLang="en-US" sz="1200" b="1" dirty="0">
              <a:solidFill>
                <a:srgbClr val="FFC000"/>
              </a:solidFill>
            </a:endParaRPr>
          </a:p>
        </p:txBody>
      </p:sp>
      <p:sp>
        <p:nvSpPr>
          <p:cNvPr id="199" name="テキスト ボックス 198">
            <a:extLst>
              <a:ext uri="{FF2B5EF4-FFF2-40B4-BE49-F238E27FC236}">
                <a16:creationId xmlns:a16="http://schemas.microsoft.com/office/drawing/2014/main" id="{B03C60E4-A499-6DF6-210A-67B145331031}"/>
              </a:ext>
            </a:extLst>
          </p:cNvPr>
          <p:cNvSpPr txBox="1"/>
          <p:nvPr/>
        </p:nvSpPr>
        <p:spPr>
          <a:xfrm rot="308423">
            <a:off x="6590160" y="3666804"/>
            <a:ext cx="3792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200" b="1" dirty="0">
                <a:solidFill>
                  <a:srgbClr val="FFC000"/>
                </a:solidFill>
              </a:rPr>
              <a:t>15</a:t>
            </a:r>
            <a:endParaRPr kumimoji="1" lang="ja-JP" altLang="en-US" sz="1200" b="1" dirty="0">
              <a:solidFill>
                <a:srgbClr val="FFC000"/>
              </a:solidFill>
            </a:endParaRPr>
          </a:p>
        </p:txBody>
      </p:sp>
      <p:sp>
        <p:nvSpPr>
          <p:cNvPr id="200" name="テキスト ボックス 199">
            <a:extLst>
              <a:ext uri="{FF2B5EF4-FFF2-40B4-BE49-F238E27FC236}">
                <a16:creationId xmlns:a16="http://schemas.microsoft.com/office/drawing/2014/main" id="{6D01164E-CFED-7B9D-7D96-5032F9A95016}"/>
              </a:ext>
            </a:extLst>
          </p:cNvPr>
          <p:cNvSpPr txBox="1"/>
          <p:nvPr/>
        </p:nvSpPr>
        <p:spPr>
          <a:xfrm>
            <a:off x="6680276" y="4037057"/>
            <a:ext cx="3801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200" b="1" dirty="0">
                <a:solidFill>
                  <a:srgbClr val="FFC000"/>
                </a:solidFill>
              </a:rPr>
              <a:t>10</a:t>
            </a:r>
            <a:endParaRPr kumimoji="1" lang="ja-JP" altLang="en-US" sz="1200" b="1" dirty="0">
              <a:solidFill>
                <a:srgbClr val="FFC000"/>
              </a:solidFill>
            </a:endParaRPr>
          </a:p>
        </p:txBody>
      </p:sp>
      <p:sp>
        <p:nvSpPr>
          <p:cNvPr id="201" name="テキスト ボックス 200">
            <a:extLst>
              <a:ext uri="{FF2B5EF4-FFF2-40B4-BE49-F238E27FC236}">
                <a16:creationId xmlns:a16="http://schemas.microsoft.com/office/drawing/2014/main" id="{9C96008D-499A-66D8-7031-915A70ED30D7}"/>
              </a:ext>
            </a:extLst>
          </p:cNvPr>
          <p:cNvSpPr txBox="1"/>
          <p:nvPr/>
        </p:nvSpPr>
        <p:spPr>
          <a:xfrm>
            <a:off x="6045238" y="4479439"/>
            <a:ext cx="3762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b="1" dirty="0">
                <a:solidFill>
                  <a:srgbClr val="FFC000"/>
                </a:solidFill>
              </a:rPr>
              <a:t>21</a:t>
            </a:r>
            <a:endParaRPr kumimoji="1" lang="ja-JP" altLang="en-US" sz="1200" b="1" dirty="0">
              <a:solidFill>
                <a:srgbClr val="FFC000"/>
              </a:solidFill>
            </a:endParaRPr>
          </a:p>
        </p:txBody>
      </p:sp>
      <p:sp>
        <p:nvSpPr>
          <p:cNvPr id="202" name="テキスト ボックス 201">
            <a:extLst>
              <a:ext uri="{FF2B5EF4-FFF2-40B4-BE49-F238E27FC236}">
                <a16:creationId xmlns:a16="http://schemas.microsoft.com/office/drawing/2014/main" id="{2C5B759F-EBAF-2D85-B8DC-655E13C25319}"/>
              </a:ext>
            </a:extLst>
          </p:cNvPr>
          <p:cNvSpPr txBox="1"/>
          <p:nvPr/>
        </p:nvSpPr>
        <p:spPr>
          <a:xfrm>
            <a:off x="6375671" y="4228154"/>
            <a:ext cx="39421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b="1" dirty="0">
                <a:solidFill>
                  <a:srgbClr val="FFC000"/>
                </a:solidFill>
              </a:rPr>
              <a:t>20</a:t>
            </a:r>
            <a:endParaRPr kumimoji="1" lang="ja-JP" altLang="en-US" sz="1400" b="1" dirty="0">
              <a:solidFill>
                <a:srgbClr val="FFC000"/>
              </a:solidFill>
            </a:endParaRPr>
          </a:p>
        </p:txBody>
      </p:sp>
      <p:sp>
        <p:nvSpPr>
          <p:cNvPr id="203" name="テキスト ボックス 202">
            <a:extLst>
              <a:ext uri="{FF2B5EF4-FFF2-40B4-BE49-F238E27FC236}">
                <a16:creationId xmlns:a16="http://schemas.microsoft.com/office/drawing/2014/main" id="{AF7EF04B-65A3-2A28-FEBF-ED012B2C42DF}"/>
              </a:ext>
            </a:extLst>
          </p:cNvPr>
          <p:cNvSpPr txBox="1"/>
          <p:nvPr/>
        </p:nvSpPr>
        <p:spPr>
          <a:xfrm>
            <a:off x="5270889" y="4798834"/>
            <a:ext cx="39421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b="1" dirty="0">
                <a:solidFill>
                  <a:srgbClr val="FFC000"/>
                </a:solidFill>
              </a:rPr>
              <a:t>2</a:t>
            </a:r>
            <a:r>
              <a:rPr lang="en-US" altLang="ja-JP" sz="1400" b="1" dirty="0">
                <a:solidFill>
                  <a:srgbClr val="FFC000"/>
                </a:solidFill>
              </a:rPr>
              <a:t>8</a:t>
            </a:r>
            <a:endParaRPr kumimoji="1" lang="ja-JP" altLang="en-US" sz="1400" b="1" dirty="0">
              <a:solidFill>
                <a:srgbClr val="FFC000"/>
              </a:solidFill>
            </a:endParaRPr>
          </a:p>
        </p:txBody>
      </p:sp>
      <p:sp>
        <p:nvSpPr>
          <p:cNvPr id="204" name="テキスト ボックス 203">
            <a:extLst>
              <a:ext uri="{FF2B5EF4-FFF2-40B4-BE49-F238E27FC236}">
                <a16:creationId xmlns:a16="http://schemas.microsoft.com/office/drawing/2014/main" id="{35B7245D-31BA-43B3-D4B3-22661C46E886}"/>
              </a:ext>
            </a:extLst>
          </p:cNvPr>
          <p:cNvSpPr txBox="1"/>
          <p:nvPr/>
        </p:nvSpPr>
        <p:spPr>
          <a:xfrm>
            <a:off x="4927532" y="4863830"/>
            <a:ext cx="39421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400" b="1" dirty="0">
                <a:solidFill>
                  <a:srgbClr val="FFC000"/>
                </a:solidFill>
              </a:rPr>
              <a:t>33</a:t>
            </a:r>
            <a:endParaRPr kumimoji="1" lang="ja-JP" altLang="en-US" sz="1400" b="1" dirty="0">
              <a:solidFill>
                <a:srgbClr val="FFC000"/>
              </a:solidFill>
            </a:endParaRPr>
          </a:p>
        </p:txBody>
      </p:sp>
      <p:sp>
        <p:nvSpPr>
          <p:cNvPr id="205" name="テキスト ボックス 204">
            <a:extLst>
              <a:ext uri="{FF2B5EF4-FFF2-40B4-BE49-F238E27FC236}">
                <a16:creationId xmlns:a16="http://schemas.microsoft.com/office/drawing/2014/main" id="{CD56AEBB-D234-98DE-B055-7F901169E2D5}"/>
              </a:ext>
            </a:extLst>
          </p:cNvPr>
          <p:cNvSpPr txBox="1"/>
          <p:nvPr/>
        </p:nvSpPr>
        <p:spPr>
          <a:xfrm>
            <a:off x="4573795" y="5041123"/>
            <a:ext cx="39421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400" b="1" dirty="0">
                <a:solidFill>
                  <a:srgbClr val="FFC000"/>
                </a:solidFill>
              </a:rPr>
              <a:t>34</a:t>
            </a:r>
            <a:endParaRPr kumimoji="1" lang="ja-JP" altLang="en-US" sz="1400" b="1" dirty="0">
              <a:solidFill>
                <a:srgbClr val="FFC000"/>
              </a:solidFill>
            </a:endParaRPr>
          </a:p>
        </p:txBody>
      </p:sp>
      <p:sp>
        <p:nvSpPr>
          <p:cNvPr id="206" name="テキスト ボックス 205">
            <a:extLst>
              <a:ext uri="{FF2B5EF4-FFF2-40B4-BE49-F238E27FC236}">
                <a16:creationId xmlns:a16="http://schemas.microsoft.com/office/drawing/2014/main" id="{F9487176-29CF-BE00-E77F-DDBB724749BE}"/>
              </a:ext>
            </a:extLst>
          </p:cNvPr>
          <p:cNvSpPr txBox="1"/>
          <p:nvPr/>
        </p:nvSpPr>
        <p:spPr>
          <a:xfrm>
            <a:off x="7773314" y="5991615"/>
            <a:ext cx="39421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400" b="1" dirty="0">
                <a:solidFill>
                  <a:srgbClr val="FFC000"/>
                </a:solidFill>
              </a:rPr>
              <a:t>47</a:t>
            </a:r>
            <a:endParaRPr kumimoji="1" lang="ja-JP" altLang="en-US" sz="1400" b="1" dirty="0">
              <a:solidFill>
                <a:srgbClr val="FFC000"/>
              </a:solidFill>
            </a:endParaRPr>
          </a:p>
        </p:txBody>
      </p:sp>
      <p:sp>
        <p:nvSpPr>
          <p:cNvPr id="208" name="テキスト ボックス 207">
            <a:extLst>
              <a:ext uri="{FF2B5EF4-FFF2-40B4-BE49-F238E27FC236}">
                <a16:creationId xmlns:a16="http://schemas.microsoft.com/office/drawing/2014/main" id="{9A4993F8-453A-4F15-16CE-18EB344A59FB}"/>
              </a:ext>
            </a:extLst>
          </p:cNvPr>
          <p:cNvSpPr txBox="1"/>
          <p:nvPr/>
        </p:nvSpPr>
        <p:spPr>
          <a:xfrm>
            <a:off x="6464669" y="4747881"/>
            <a:ext cx="4149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200" b="1" dirty="0">
                <a:solidFill>
                  <a:srgbClr val="FFC000"/>
                </a:solidFill>
              </a:rPr>
              <a:t>22</a:t>
            </a:r>
            <a:endParaRPr kumimoji="1" lang="ja-JP" altLang="en-US" sz="1200" b="1" dirty="0">
              <a:solidFill>
                <a:srgbClr val="FFC000"/>
              </a:solidFill>
            </a:endParaRPr>
          </a:p>
        </p:txBody>
      </p:sp>
      <p:sp>
        <p:nvSpPr>
          <p:cNvPr id="209" name="テキスト ボックス 208">
            <a:extLst>
              <a:ext uri="{FF2B5EF4-FFF2-40B4-BE49-F238E27FC236}">
                <a16:creationId xmlns:a16="http://schemas.microsoft.com/office/drawing/2014/main" id="{F7B4E28F-7B36-B371-5F62-6E607492AD91}"/>
              </a:ext>
            </a:extLst>
          </p:cNvPr>
          <p:cNvSpPr txBox="1"/>
          <p:nvPr/>
        </p:nvSpPr>
        <p:spPr>
          <a:xfrm>
            <a:off x="4154951" y="5991316"/>
            <a:ext cx="3762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200" b="1" dirty="0">
                <a:solidFill>
                  <a:srgbClr val="FFC000"/>
                </a:solidFill>
              </a:rPr>
              <a:t>45</a:t>
            </a:r>
            <a:endParaRPr kumimoji="1" lang="ja-JP" altLang="en-US" sz="1200" b="1" dirty="0">
              <a:solidFill>
                <a:srgbClr val="FFC000"/>
              </a:solidFill>
            </a:endParaRPr>
          </a:p>
        </p:txBody>
      </p:sp>
      <p:sp>
        <p:nvSpPr>
          <p:cNvPr id="210" name="テキスト ボックス 209">
            <a:extLst>
              <a:ext uri="{FF2B5EF4-FFF2-40B4-BE49-F238E27FC236}">
                <a16:creationId xmlns:a16="http://schemas.microsoft.com/office/drawing/2014/main" id="{AF6B4EFB-568F-6A26-5ABF-B5978DBF32E1}"/>
              </a:ext>
            </a:extLst>
          </p:cNvPr>
          <p:cNvSpPr txBox="1"/>
          <p:nvPr/>
        </p:nvSpPr>
        <p:spPr>
          <a:xfrm>
            <a:off x="5558305" y="3913898"/>
            <a:ext cx="4556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200" b="1" dirty="0">
                <a:solidFill>
                  <a:srgbClr val="FFC000"/>
                </a:solidFill>
              </a:rPr>
              <a:t>17</a:t>
            </a:r>
            <a:endParaRPr kumimoji="1" lang="ja-JP" altLang="en-US" sz="1200" b="1" dirty="0">
              <a:solidFill>
                <a:srgbClr val="FFC000"/>
              </a:solidFill>
            </a:endParaRPr>
          </a:p>
        </p:txBody>
      </p:sp>
      <p:cxnSp>
        <p:nvCxnSpPr>
          <p:cNvPr id="214" name="直線コネクタ 213">
            <a:extLst>
              <a:ext uri="{FF2B5EF4-FFF2-40B4-BE49-F238E27FC236}">
                <a16:creationId xmlns:a16="http://schemas.microsoft.com/office/drawing/2014/main" id="{B1A8DD77-E9D7-192D-7269-A5AD7A410EDD}"/>
              </a:ext>
            </a:extLst>
          </p:cNvPr>
          <p:cNvCxnSpPr>
            <a:cxnSpLocks/>
            <a:endCxn id="65" idx="15"/>
          </p:cNvCxnSpPr>
          <p:nvPr/>
        </p:nvCxnSpPr>
        <p:spPr>
          <a:xfrm>
            <a:off x="5856856" y="4107326"/>
            <a:ext cx="139132" cy="14320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テキスト ボックス 221">
            <a:extLst>
              <a:ext uri="{FF2B5EF4-FFF2-40B4-BE49-F238E27FC236}">
                <a16:creationId xmlns:a16="http://schemas.microsoft.com/office/drawing/2014/main" id="{95549915-29AE-1B9E-03FE-69F29BEC5A5B}"/>
              </a:ext>
            </a:extLst>
          </p:cNvPr>
          <p:cNvSpPr txBox="1"/>
          <p:nvPr/>
        </p:nvSpPr>
        <p:spPr>
          <a:xfrm>
            <a:off x="3907724" y="5522084"/>
            <a:ext cx="3476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b="1" dirty="0">
                <a:solidFill>
                  <a:srgbClr val="FFC000"/>
                </a:solidFill>
              </a:rPr>
              <a:t>40</a:t>
            </a:r>
            <a:endParaRPr kumimoji="1" lang="ja-JP" altLang="en-US" sz="1100" b="1" dirty="0">
              <a:solidFill>
                <a:srgbClr val="FFC000"/>
              </a:solidFill>
            </a:endParaRPr>
          </a:p>
        </p:txBody>
      </p:sp>
      <p:sp>
        <p:nvSpPr>
          <p:cNvPr id="223" name="テキスト ボックス 222">
            <a:extLst>
              <a:ext uri="{FF2B5EF4-FFF2-40B4-BE49-F238E27FC236}">
                <a16:creationId xmlns:a16="http://schemas.microsoft.com/office/drawing/2014/main" id="{8A9DF685-A659-DDDB-9969-0E8F9A1761B5}"/>
              </a:ext>
            </a:extLst>
          </p:cNvPr>
          <p:cNvSpPr txBox="1"/>
          <p:nvPr/>
        </p:nvSpPr>
        <p:spPr>
          <a:xfrm>
            <a:off x="4162660" y="5701467"/>
            <a:ext cx="3476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b="1" dirty="0">
                <a:solidFill>
                  <a:srgbClr val="FFC000"/>
                </a:solidFill>
              </a:rPr>
              <a:t>44</a:t>
            </a:r>
            <a:endParaRPr kumimoji="1" lang="ja-JP" altLang="en-US" sz="1100" b="1" dirty="0">
              <a:solidFill>
                <a:srgbClr val="FFC000"/>
              </a:solidFill>
            </a:endParaRPr>
          </a:p>
        </p:txBody>
      </p:sp>
      <p:sp>
        <p:nvSpPr>
          <p:cNvPr id="224" name="テキスト ボックス 223">
            <a:extLst>
              <a:ext uri="{FF2B5EF4-FFF2-40B4-BE49-F238E27FC236}">
                <a16:creationId xmlns:a16="http://schemas.microsoft.com/office/drawing/2014/main" id="{2E68F51E-FE5E-9BD6-F82C-D4839767096C}"/>
              </a:ext>
            </a:extLst>
          </p:cNvPr>
          <p:cNvSpPr txBox="1"/>
          <p:nvPr/>
        </p:nvSpPr>
        <p:spPr>
          <a:xfrm>
            <a:off x="3960019" y="5891439"/>
            <a:ext cx="3476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b="1" dirty="0">
                <a:solidFill>
                  <a:srgbClr val="FFC000"/>
                </a:solidFill>
              </a:rPr>
              <a:t>43</a:t>
            </a:r>
            <a:endParaRPr kumimoji="1" lang="ja-JP" altLang="en-US" sz="1100" b="1" dirty="0">
              <a:solidFill>
                <a:srgbClr val="FFC000"/>
              </a:solidFill>
            </a:endParaRPr>
          </a:p>
        </p:txBody>
      </p:sp>
      <p:sp>
        <p:nvSpPr>
          <p:cNvPr id="225" name="テキスト ボックス 224">
            <a:extLst>
              <a:ext uri="{FF2B5EF4-FFF2-40B4-BE49-F238E27FC236}">
                <a16:creationId xmlns:a16="http://schemas.microsoft.com/office/drawing/2014/main" id="{DF1B56DD-8D9C-E0C2-2AB3-D135F8D0D78D}"/>
              </a:ext>
            </a:extLst>
          </p:cNvPr>
          <p:cNvSpPr txBox="1"/>
          <p:nvPr/>
        </p:nvSpPr>
        <p:spPr>
          <a:xfrm>
            <a:off x="6841788" y="4239827"/>
            <a:ext cx="3476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b="1" dirty="0">
                <a:solidFill>
                  <a:srgbClr val="FFC000"/>
                </a:solidFill>
              </a:rPr>
              <a:t>11</a:t>
            </a:r>
            <a:endParaRPr kumimoji="1" lang="ja-JP" altLang="en-US" sz="1100" b="1" dirty="0">
              <a:solidFill>
                <a:srgbClr val="FFC000"/>
              </a:solidFill>
            </a:endParaRPr>
          </a:p>
        </p:txBody>
      </p:sp>
      <p:sp>
        <p:nvSpPr>
          <p:cNvPr id="226" name="テキスト ボックス 225">
            <a:extLst>
              <a:ext uri="{FF2B5EF4-FFF2-40B4-BE49-F238E27FC236}">
                <a16:creationId xmlns:a16="http://schemas.microsoft.com/office/drawing/2014/main" id="{D421BE0C-33A7-2F16-6C07-4868A736DBCA}"/>
              </a:ext>
            </a:extLst>
          </p:cNvPr>
          <p:cNvSpPr txBox="1"/>
          <p:nvPr/>
        </p:nvSpPr>
        <p:spPr>
          <a:xfrm>
            <a:off x="6612008" y="4443664"/>
            <a:ext cx="3476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b="1" dirty="0">
                <a:solidFill>
                  <a:srgbClr val="FFC000"/>
                </a:solidFill>
              </a:rPr>
              <a:t>19</a:t>
            </a:r>
            <a:endParaRPr kumimoji="1" lang="ja-JP" altLang="en-US" sz="1100" b="1" dirty="0">
              <a:solidFill>
                <a:srgbClr val="FFC000"/>
              </a:solidFill>
            </a:endParaRPr>
          </a:p>
        </p:txBody>
      </p:sp>
      <p:sp>
        <p:nvSpPr>
          <p:cNvPr id="227" name="テキスト ボックス 226">
            <a:extLst>
              <a:ext uri="{FF2B5EF4-FFF2-40B4-BE49-F238E27FC236}">
                <a16:creationId xmlns:a16="http://schemas.microsoft.com/office/drawing/2014/main" id="{85AF429E-BACE-729F-EF89-70064605081B}"/>
              </a:ext>
            </a:extLst>
          </p:cNvPr>
          <p:cNvSpPr txBox="1"/>
          <p:nvPr/>
        </p:nvSpPr>
        <p:spPr>
          <a:xfrm>
            <a:off x="4175360" y="5256139"/>
            <a:ext cx="3476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b="1" dirty="0">
                <a:solidFill>
                  <a:srgbClr val="FFC000"/>
                </a:solidFill>
              </a:rPr>
              <a:t>35</a:t>
            </a:r>
            <a:endParaRPr kumimoji="1" lang="ja-JP" altLang="en-US" sz="1100" b="1" dirty="0">
              <a:solidFill>
                <a:srgbClr val="FFC000"/>
              </a:solidFill>
            </a:endParaRPr>
          </a:p>
        </p:txBody>
      </p:sp>
      <p:sp>
        <p:nvSpPr>
          <p:cNvPr id="228" name="テキスト ボックス 227">
            <a:extLst>
              <a:ext uri="{FF2B5EF4-FFF2-40B4-BE49-F238E27FC236}">
                <a16:creationId xmlns:a16="http://schemas.microsoft.com/office/drawing/2014/main" id="{30464539-8339-8793-AFD7-465B861F9FD4}"/>
              </a:ext>
            </a:extLst>
          </p:cNvPr>
          <p:cNvSpPr txBox="1"/>
          <p:nvPr/>
        </p:nvSpPr>
        <p:spPr>
          <a:xfrm>
            <a:off x="5154098" y="5317739"/>
            <a:ext cx="3476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b="1" dirty="0">
                <a:solidFill>
                  <a:srgbClr val="FFC000"/>
                </a:solidFill>
              </a:rPr>
              <a:t>36</a:t>
            </a:r>
            <a:endParaRPr kumimoji="1" lang="ja-JP" altLang="en-US" sz="1100" b="1" dirty="0">
              <a:solidFill>
                <a:srgbClr val="FFC000"/>
              </a:solidFill>
            </a:endParaRPr>
          </a:p>
        </p:txBody>
      </p:sp>
      <p:sp>
        <p:nvSpPr>
          <p:cNvPr id="229" name="テキスト ボックス 228">
            <a:extLst>
              <a:ext uri="{FF2B5EF4-FFF2-40B4-BE49-F238E27FC236}">
                <a16:creationId xmlns:a16="http://schemas.microsoft.com/office/drawing/2014/main" id="{387FC50E-9AD1-6E61-D875-9AB89F3ACC67}"/>
              </a:ext>
            </a:extLst>
          </p:cNvPr>
          <p:cNvSpPr txBox="1"/>
          <p:nvPr/>
        </p:nvSpPr>
        <p:spPr>
          <a:xfrm>
            <a:off x="5876661" y="5040736"/>
            <a:ext cx="3476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100" b="1" dirty="0">
                <a:solidFill>
                  <a:srgbClr val="FFC000"/>
                </a:solidFill>
              </a:rPr>
              <a:t>24</a:t>
            </a:r>
            <a:endParaRPr kumimoji="1" lang="ja-JP" altLang="en-US" sz="1100" b="1" dirty="0">
              <a:solidFill>
                <a:srgbClr val="FFC000"/>
              </a:solidFill>
            </a:endParaRPr>
          </a:p>
        </p:txBody>
      </p:sp>
      <p:sp>
        <p:nvSpPr>
          <p:cNvPr id="230" name="テキスト ボックス 229">
            <a:extLst>
              <a:ext uri="{FF2B5EF4-FFF2-40B4-BE49-F238E27FC236}">
                <a16:creationId xmlns:a16="http://schemas.microsoft.com/office/drawing/2014/main" id="{6B6AFC7B-BFAA-30F3-0A29-33F886A6AFCF}"/>
              </a:ext>
            </a:extLst>
          </p:cNvPr>
          <p:cNvSpPr txBox="1"/>
          <p:nvPr/>
        </p:nvSpPr>
        <p:spPr>
          <a:xfrm>
            <a:off x="6080838" y="4087285"/>
            <a:ext cx="3476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b="1" dirty="0">
                <a:solidFill>
                  <a:srgbClr val="FFC000"/>
                </a:solidFill>
              </a:rPr>
              <a:t>16</a:t>
            </a:r>
            <a:endParaRPr kumimoji="1" lang="ja-JP" altLang="en-US" sz="1100" b="1" dirty="0">
              <a:solidFill>
                <a:srgbClr val="FFC000"/>
              </a:solidFill>
            </a:endParaRPr>
          </a:p>
        </p:txBody>
      </p:sp>
      <p:sp>
        <p:nvSpPr>
          <p:cNvPr id="231" name="テキスト ボックス 230">
            <a:extLst>
              <a:ext uri="{FF2B5EF4-FFF2-40B4-BE49-F238E27FC236}">
                <a16:creationId xmlns:a16="http://schemas.microsoft.com/office/drawing/2014/main" id="{85C04DF3-6CFC-4A72-00F8-600B239C4941}"/>
              </a:ext>
            </a:extLst>
          </p:cNvPr>
          <p:cNvSpPr txBox="1"/>
          <p:nvPr/>
        </p:nvSpPr>
        <p:spPr>
          <a:xfrm>
            <a:off x="5750039" y="4735234"/>
            <a:ext cx="3476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100" b="1" dirty="0">
                <a:solidFill>
                  <a:srgbClr val="FFC000"/>
                </a:solidFill>
              </a:rPr>
              <a:t>25</a:t>
            </a:r>
            <a:endParaRPr kumimoji="1" lang="ja-JP" altLang="en-US" sz="1100" b="1" dirty="0">
              <a:solidFill>
                <a:srgbClr val="FFC000"/>
              </a:solidFill>
            </a:endParaRPr>
          </a:p>
        </p:txBody>
      </p:sp>
      <p:sp>
        <p:nvSpPr>
          <p:cNvPr id="232" name="テキスト ボックス 231">
            <a:extLst>
              <a:ext uri="{FF2B5EF4-FFF2-40B4-BE49-F238E27FC236}">
                <a16:creationId xmlns:a16="http://schemas.microsoft.com/office/drawing/2014/main" id="{8E91C0B9-DA92-E80B-B85A-5126010AA86A}"/>
              </a:ext>
            </a:extLst>
          </p:cNvPr>
          <p:cNvSpPr txBox="1"/>
          <p:nvPr/>
        </p:nvSpPr>
        <p:spPr>
          <a:xfrm>
            <a:off x="5802046" y="4379549"/>
            <a:ext cx="3476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b="1" dirty="0">
                <a:solidFill>
                  <a:srgbClr val="FFC000"/>
                </a:solidFill>
              </a:rPr>
              <a:t>18</a:t>
            </a:r>
            <a:endParaRPr kumimoji="1" lang="ja-JP" altLang="en-US" sz="1100" b="1" dirty="0">
              <a:solidFill>
                <a:srgbClr val="FFC000"/>
              </a:solidFill>
            </a:endParaRPr>
          </a:p>
        </p:txBody>
      </p:sp>
      <p:sp>
        <p:nvSpPr>
          <p:cNvPr id="233" name="テキスト ボックス 232">
            <a:extLst>
              <a:ext uri="{FF2B5EF4-FFF2-40B4-BE49-F238E27FC236}">
                <a16:creationId xmlns:a16="http://schemas.microsoft.com/office/drawing/2014/main" id="{CAC54DD0-BB33-ED0A-D8C7-31627BCBF32C}"/>
              </a:ext>
            </a:extLst>
          </p:cNvPr>
          <p:cNvSpPr txBox="1"/>
          <p:nvPr/>
        </p:nvSpPr>
        <p:spPr>
          <a:xfrm>
            <a:off x="3858690" y="6285676"/>
            <a:ext cx="3476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b="1" dirty="0">
                <a:solidFill>
                  <a:srgbClr val="FFC000"/>
                </a:solidFill>
              </a:rPr>
              <a:t>46</a:t>
            </a:r>
            <a:endParaRPr kumimoji="1" lang="ja-JP" altLang="en-US" sz="1100" b="1" dirty="0">
              <a:solidFill>
                <a:srgbClr val="FFC000"/>
              </a:solidFill>
            </a:endParaRPr>
          </a:p>
        </p:txBody>
      </p:sp>
      <p:sp>
        <p:nvSpPr>
          <p:cNvPr id="234" name="テキスト ボックス 233">
            <a:extLst>
              <a:ext uri="{FF2B5EF4-FFF2-40B4-BE49-F238E27FC236}">
                <a16:creationId xmlns:a16="http://schemas.microsoft.com/office/drawing/2014/main" id="{C6CF3E89-1510-DF7C-6801-635C5B6D8D04}"/>
              </a:ext>
            </a:extLst>
          </p:cNvPr>
          <p:cNvSpPr txBox="1"/>
          <p:nvPr/>
        </p:nvSpPr>
        <p:spPr>
          <a:xfrm>
            <a:off x="7514387" y="4546157"/>
            <a:ext cx="4556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200" b="1" dirty="0">
                <a:solidFill>
                  <a:srgbClr val="FFC000"/>
                </a:solidFill>
              </a:rPr>
              <a:t>12</a:t>
            </a:r>
            <a:endParaRPr kumimoji="1" lang="ja-JP" altLang="en-US" sz="1200" b="1" dirty="0">
              <a:solidFill>
                <a:srgbClr val="FFC000"/>
              </a:solidFill>
            </a:endParaRPr>
          </a:p>
        </p:txBody>
      </p:sp>
      <p:cxnSp>
        <p:nvCxnSpPr>
          <p:cNvPr id="235" name="直線コネクタ 234">
            <a:extLst>
              <a:ext uri="{FF2B5EF4-FFF2-40B4-BE49-F238E27FC236}">
                <a16:creationId xmlns:a16="http://schemas.microsoft.com/office/drawing/2014/main" id="{5FDE2B99-269E-C9EF-5D3E-F1517FD17706}"/>
              </a:ext>
            </a:extLst>
          </p:cNvPr>
          <p:cNvCxnSpPr>
            <a:cxnSpLocks/>
          </p:cNvCxnSpPr>
          <p:nvPr/>
        </p:nvCxnSpPr>
        <p:spPr>
          <a:xfrm>
            <a:off x="7444821" y="4485603"/>
            <a:ext cx="139132" cy="14320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テキスト ボックス 236">
            <a:extLst>
              <a:ext uri="{FF2B5EF4-FFF2-40B4-BE49-F238E27FC236}">
                <a16:creationId xmlns:a16="http://schemas.microsoft.com/office/drawing/2014/main" id="{7840FC51-40E6-F55C-4482-A29136DC7457}"/>
              </a:ext>
            </a:extLst>
          </p:cNvPr>
          <p:cNvSpPr txBox="1"/>
          <p:nvPr/>
        </p:nvSpPr>
        <p:spPr>
          <a:xfrm>
            <a:off x="7196671" y="4798235"/>
            <a:ext cx="4556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200" b="1" dirty="0">
                <a:solidFill>
                  <a:srgbClr val="FFC000"/>
                </a:solidFill>
              </a:rPr>
              <a:t>13</a:t>
            </a:r>
            <a:endParaRPr kumimoji="1" lang="ja-JP" altLang="en-US" sz="1200" b="1" dirty="0">
              <a:solidFill>
                <a:srgbClr val="FFC000"/>
              </a:solidFill>
            </a:endParaRPr>
          </a:p>
        </p:txBody>
      </p:sp>
      <p:cxnSp>
        <p:nvCxnSpPr>
          <p:cNvPr id="239" name="直線コネクタ 238">
            <a:extLst>
              <a:ext uri="{FF2B5EF4-FFF2-40B4-BE49-F238E27FC236}">
                <a16:creationId xmlns:a16="http://schemas.microsoft.com/office/drawing/2014/main" id="{2E1C4250-7DEC-0A26-5168-DF774E1064C5}"/>
              </a:ext>
            </a:extLst>
          </p:cNvPr>
          <p:cNvCxnSpPr>
            <a:cxnSpLocks/>
            <a:endCxn id="225" idx="2"/>
          </p:cNvCxnSpPr>
          <p:nvPr/>
        </p:nvCxnSpPr>
        <p:spPr>
          <a:xfrm flipH="1" flipV="1">
            <a:off x="7015635" y="4501437"/>
            <a:ext cx="263299" cy="29677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1" name="テキスト ボックス 240">
            <a:extLst>
              <a:ext uri="{FF2B5EF4-FFF2-40B4-BE49-F238E27FC236}">
                <a16:creationId xmlns:a16="http://schemas.microsoft.com/office/drawing/2014/main" id="{6DDE6A62-5967-2C4C-29A4-97FCC107187D}"/>
              </a:ext>
            </a:extLst>
          </p:cNvPr>
          <p:cNvSpPr txBox="1"/>
          <p:nvPr/>
        </p:nvSpPr>
        <p:spPr>
          <a:xfrm>
            <a:off x="6931070" y="4737908"/>
            <a:ext cx="4556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200" b="1" dirty="0">
                <a:solidFill>
                  <a:srgbClr val="FFC000"/>
                </a:solidFill>
              </a:rPr>
              <a:t>14</a:t>
            </a:r>
            <a:endParaRPr kumimoji="1" lang="ja-JP" altLang="en-US" sz="1200" b="1" dirty="0">
              <a:solidFill>
                <a:srgbClr val="FFC000"/>
              </a:solidFill>
            </a:endParaRPr>
          </a:p>
        </p:txBody>
      </p:sp>
      <p:cxnSp>
        <p:nvCxnSpPr>
          <p:cNvPr id="243" name="直線コネクタ 242">
            <a:extLst>
              <a:ext uri="{FF2B5EF4-FFF2-40B4-BE49-F238E27FC236}">
                <a16:creationId xmlns:a16="http://schemas.microsoft.com/office/drawing/2014/main" id="{24205CE6-D9F1-54AD-4156-E236E2B37CA5}"/>
              </a:ext>
            </a:extLst>
          </p:cNvPr>
          <p:cNvCxnSpPr>
            <a:cxnSpLocks/>
            <a:endCxn id="59" idx="29"/>
          </p:cNvCxnSpPr>
          <p:nvPr/>
        </p:nvCxnSpPr>
        <p:spPr>
          <a:xfrm flipH="1" flipV="1">
            <a:off x="7043738" y="4643438"/>
            <a:ext cx="18410" cy="15477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テキスト ボックス 250">
            <a:extLst>
              <a:ext uri="{FF2B5EF4-FFF2-40B4-BE49-F238E27FC236}">
                <a16:creationId xmlns:a16="http://schemas.microsoft.com/office/drawing/2014/main" id="{8239C4A7-8F0B-3C9B-5E06-53F8E67ABE93}"/>
              </a:ext>
            </a:extLst>
          </p:cNvPr>
          <p:cNvSpPr txBox="1"/>
          <p:nvPr/>
        </p:nvSpPr>
        <p:spPr>
          <a:xfrm>
            <a:off x="6129874" y="4748807"/>
            <a:ext cx="4556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b="1" dirty="0">
                <a:solidFill>
                  <a:srgbClr val="FFC000"/>
                </a:solidFill>
              </a:rPr>
              <a:t>23</a:t>
            </a:r>
            <a:endParaRPr kumimoji="1" lang="ja-JP" altLang="en-US" sz="1200" b="1" dirty="0">
              <a:solidFill>
                <a:srgbClr val="FFC000"/>
              </a:solidFill>
            </a:endParaRPr>
          </a:p>
        </p:txBody>
      </p:sp>
      <p:sp>
        <p:nvSpPr>
          <p:cNvPr id="252" name="テキスト ボックス 251">
            <a:extLst>
              <a:ext uri="{FF2B5EF4-FFF2-40B4-BE49-F238E27FC236}">
                <a16:creationId xmlns:a16="http://schemas.microsoft.com/office/drawing/2014/main" id="{6A05AF65-9DE3-7A5D-643C-0AA1134E0F0D}"/>
              </a:ext>
            </a:extLst>
          </p:cNvPr>
          <p:cNvSpPr txBox="1"/>
          <p:nvPr/>
        </p:nvSpPr>
        <p:spPr>
          <a:xfrm>
            <a:off x="5232669" y="4217118"/>
            <a:ext cx="4556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b="1" dirty="0">
                <a:solidFill>
                  <a:srgbClr val="FFC000"/>
                </a:solidFill>
              </a:rPr>
              <a:t>26</a:t>
            </a:r>
          </a:p>
        </p:txBody>
      </p:sp>
      <p:cxnSp>
        <p:nvCxnSpPr>
          <p:cNvPr id="254" name="直線コネクタ 253">
            <a:extLst>
              <a:ext uri="{FF2B5EF4-FFF2-40B4-BE49-F238E27FC236}">
                <a16:creationId xmlns:a16="http://schemas.microsoft.com/office/drawing/2014/main" id="{ED30C284-B937-A0B1-FE72-0151FE024E24}"/>
              </a:ext>
            </a:extLst>
          </p:cNvPr>
          <p:cNvCxnSpPr>
            <a:cxnSpLocks/>
            <a:stCxn id="252" idx="2"/>
          </p:cNvCxnSpPr>
          <p:nvPr/>
        </p:nvCxnSpPr>
        <p:spPr>
          <a:xfrm>
            <a:off x="5460508" y="4494117"/>
            <a:ext cx="151116" cy="28940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9" name="テキスト ボックス 258">
            <a:extLst>
              <a:ext uri="{FF2B5EF4-FFF2-40B4-BE49-F238E27FC236}">
                <a16:creationId xmlns:a16="http://schemas.microsoft.com/office/drawing/2014/main" id="{F4A03D1D-73CA-6A4C-349A-7AC09576B9A2}"/>
              </a:ext>
            </a:extLst>
          </p:cNvPr>
          <p:cNvSpPr txBox="1"/>
          <p:nvPr/>
        </p:nvSpPr>
        <p:spPr>
          <a:xfrm>
            <a:off x="4808627" y="4343524"/>
            <a:ext cx="4556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b="1" dirty="0">
                <a:solidFill>
                  <a:srgbClr val="FFC000"/>
                </a:solidFill>
              </a:rPr>
              <a:t>31</a:t>
            </a:r>
            <a:endParaRPr kumimoji="1" lang="ja-JP" altLang="en-US" sz="1200" b="1" dirty="0">
              <a:solidFill>
                <a:srgbClr val="FFC000"/>
              </a:solidFill>
            </a:endParaRPr>
          </a:p>
        </p:txBody>
      </p:sp>
      <p:cxnSp>
        <p:nvCxnSpPr>
          <p:cNvPr id="263" name="直線コネクタ 262">
            <a:extLst>
              <a:ext uri="{FF2B5EF4-FFF2-40B4-BE49-F238E27FC236}">
                <a16:creationId xmlns:a16="http://schemas.microsoft.com/office/drawing/2014/main" id="{37D15C96-5ABA-6746-18E0-3A5AF6A07B19}"/>
              </a:ext>
            </a:extLst>
          </p:cNvPr>
          <p:cNvCxnSpPr>
            <a:cxnSpLocks/>
            <a:stCxn id="56" idx="35"/>
          </p:cNvCxnSpPr>
          <p:nvPr/>
        </p:nvCxnSpPr>
        <p:spPr>
          <a:xfrm flipH="1" flipV="1">
            <a:off x="4937912" y="4509912"/>
            <a:ext cx="207969" cy="24544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6" name="テキスト ボックス 265">
            <a:extLst>
              <a:ext uri="{FF2B5EF4-FFF2-40B4-BE49-F238E27FC236}">
                <a16:creationId xmlns:a16="http://schemas.microsoft.com/office/drawing/2014/main" id="{3DD19A6F-D5F8-845E-90E4-565560B42FD2}"/>
              </a:ext>
            </a:extLst>
          </p:cNvPr>
          <p:cNvSpPr txBox="1"/>
          <p:nvPr/>
        </p:nvSpPr>
        <p:spPr>
          <a:xfrm>
            <a:off x="3957314" y="4786283"/>
            <a:ext cx="4556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b="1" dirty="0">
                <a:solidFill>
                  <a:srgbClr val="FFC000"/>
                </a:solidFill>
              </a:rPr>
              <a:t>3</a:t>
            </a:r>
            <a:r>
              <a:rPr lang="en-US" altLang="ja-JP" sz="1200" b="1" dirty="0">
                <a:solidFill>
                  <a:srgbClr val="FFC000"/>
                </a:solidFill>
              </a:rPr>
              <a:t>2</a:t>
            </a:r>
            <a:endParaRPr kumimoji="1" lang="ja-JP" altLang="en-US" sz="1200" b="1" dirty="0">
              <a:solidFill>
                <a:srgbClr val="FFC000"/>
              </a:solidFill>
            </a:endParaRPr>
          </a:p>
        </p:txBody>
      </p:sp>
      <p:cxnSp>
        <p:nvCxnSpPr>
          <p:cNvPr id="268" name="直線コネクタ 267">
            <a:extLst>
              <a:ext uri="{FF2B5EF4-FFF2-40B4-BE49-F238E27FC236}">
                <a16:creationId xmlns:a16="http://schemas.microsoft.com/office/drawing/2014/main" id="{07726904-6ABB-1A02-D554-71F0DF16B36E}"/>
              </a:ext>
            </a:extLst>
          </p:cNvPr>
          <p:cNvCxnSpPr>
            <a:cxnSpLocks/>
          </p:cNvCxnSpPr>
          <p:nvPr/>
        </p:nvCxnSpPr>
        <p:spPr>
          <a:xfrm>
            <a:off x="4252580" y="4953560"/>
            <a:ext cx="332043" cy="14297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0" name="テキスト ボックス 269">
            <a:extLst>
              <a:ext uri="{FF2B5EF4-FFF2-40B4-BE49-F238E27FC236}">
                <a16:creationId xmlns:a16="http://schemas.microsoft.com/office/drawing/2014/main" id="{2EBAA094-0E4E-812F-BA0E-81E523B024C4}"/>
              </a:ext>
            </a:extLst>
          </p:cNvPr>
          <p:cNvSpPr txBox="1"/>
          <p:nvPr/>
        </p:nvSpPr>
        <p:spPr>
          <a:xfrm>
            <a:off x="5162850" y="5819611"/>
            <a:ext cx="4556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b="1" dirty="0">
                <a:solidFill>
                  <a:srgbClr val="FFC000"/>
                </a:solidFill>
              </a:rPr>
              <a:t>39</a:t>
            </a:r>
            <a:endParaRPr kumimoji="1" lang="ja-JP" altLang="en-US" sz="1200" b="1" dirty="0">
              <a:solidFill>
                <a:srgbClr val="FFC000"/>
              </a:solidFill>
            </a:endParaRPr>
          </a:p>
        </p:txBody>
      </p:sp>
      <p:cxnSp>
        <p:nvCxnSpPr>
          <p:cNvPr id="272" name="直線コネクタ 271">
            <a:extLst>
              <a:ext uri="{FF2B5EF4-FFF2-40B4-BE49-F238E27FC236}">
                <a16:creationId xmlns:a16="http://schemas.microsoft.com/office/drawing/2014/main" id="{B2BA3CB9-8F8B-D264-6FA9-59A366C2386D}"/>
              </a:ext>
            </a:extLst>
          </p:cNvPr>
          <p:cNvCxnSpPr>
            <a:cxnSpLocks/>
            <a:endCxn id="24" idx="19"/>
          </p:cNvCxnSpPr>
          <p:nvPr/>
        </p:nvCxnSpPr>
        <p:spPr>
          <a:xfrm flipH="1" flipV="1">
            <a:off x="5057775" y="5632450"/>
            <a:ext cx="199700" cy="26384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5" name="テキスト ボックス 274">
            <a:extLst>
              <a:ext uri="{FF2B5EF4-FFF2-40B4-BE49-F238E27FC236}">
                <a16:creationId xmlns:a16="http://schemas.microsoft.com/office/drawing/2014/main" id="{F16E11F5-257E-A19C-D305-E6190835A274}"/>
              </a:ext>
            </a:extLst>
          </p:cNvPr>
          <p:cNvSpPr txBox="1"/>
          <p:nvPr/>
        </p:nvSpPr>
        <p:spPr>
          <a:xfrm>
            <a:off x="4429883" y="6086059"/>
            <a:ext cx="4556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b="1" dirty="0">
                <a:solidFill>
                  <a:srgbClr val="FFC000"/>
                </a:solidFill>
              </a:rPr>
              <a:t>38</a:t>
            </a:r>
            <a:endParaRPr kumimoji="1" lang="ja-JP" altLang="en-US" sz="1200" b="1" dirty="0">
              <a:solidFill>
                <a:srgbClr val="FFC000"/>
              </a:solidFill>
            </a:endParaRPr>
          </a:p>
        </p:txBody>
      </p:sp>
      <p:cxnSp>
        <p:nvCxnSpPr>
          <p:cNvPr id="277" name="直線コネクタ 276">
            <a:extLst>
              <a:ext uri="{FF2B5EF4-FFF2-40B4-BE49-F238E27FC236}">
                <a16:creationId xmlns:a16="http://schemas.microsoft.com/office/drawing/2014/main" id="{167A9F73-3CB0-1320-90DF-F78283FC7155}"/>
              </a:ext>
            </a:extLst>
          </p:cNvPr>
          <p:cNvCxnSpPr>
            <a:cxnSpLocks/>
            <a:stCxn id="275" idx="0"/>
            <a:endCxn id="126" idx="21"/>
          </p:cNvCxnSpPr>
          <p:nvPr/>
        </p:nvCxnSpPr>
        <p:spPr>
          <a:xfrm flipV="1">
            <a:off x="4657722" y="5493544"/>
            <a:ext cx="109541" cy="5925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テキスト ボックス 279">
            <a:extLst>
              <a:ext uri="{FF2B5EF4-FFF2-40B4-BE49-F238E27FC236}">
                <a16:creationId xmlns:a16="http://schemas.microsoft.com/office/drawing/2014/main" id="{356BB3EB-A8E8-4553-2E33-ABE55E32E289}"/>
              </a:ext>
            </a:extLst>
          </p:cNvPr>
          <p:cNvSpPr txBox="1"/>
          <p:nvPr/>
        </p:nvSpPr>
        <p:spPr>
          <a:xfrm>
            <a:off x="6023840" y="5383205"/>
            <a:ext cx="4556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b="1" dirty="0">
                <a:solidFill>
                  <a:srgbClr val="FFC000"/>
                </a:solidFill>
              </a:rPr>
              <a:t>29</a:t>
            </a:r>
            <a:endParaRPr kumimoji="1" lang="ja-JP" altLang="en-US" sz="1200" b="1" dirty="0">
              <a:solidFill>
                <a:srgbClr val="FFC000"/>
              </a:solidFill>
            </a:endParaRPr>
          </a:p>
        </p:txBody>
      </p:sp>
      <p:cxnSp>
        <p:nvCxnSpPr>
          <p:cNvPr id="282" name="直線コネクタ 281">
            <a:extLst>
              <a:ext uri="{FF2B5EF4-FFF2-40B4-BE49-F238E27FC236}">
                <a16:creationId xmlns:a16="http://schemas.microsoft.com/office/drawing/2014/main" id="{091374B4-4EE2-4149-6695-2B83735A15D6}"/>
              </a:ext>
            </a:extLst>
          </p:cNvPr>
          <p:cNvCxnSpPr>
            <a:cxnSpLocks/>
            <a:endCxn id="229" idx="1"/>
          </p:cNvCxnSpPr>
          <p:nvPr/>
        </p:nvCxnSpPr>
        <p:spPr>
          <a:xfrm flipH="1" flipV="1">
            <a:off x="5876661" y="5171541"/>
            <a:ext cx="250839" cy="2630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テキスト ボックス 286">
            <a:extLst>
              <a:ext uri="{FF2B5EF4-FFF2-40B4-BE49-F238E27FC236}">
                <a16:creationId xmlns:a16="http://schemas.microsoft.com/office/drawing/2014/main" id="{63023E15-7C43-12E2-1BC1-22D91BA10958}"/>
              </a:ext>
            </a:extLst>
          </p:cNvPr>
          <p:cNvSpPr txBox="1"/>
          <p:nvPr/>
        </p:nvSpPr>
        <p:spPr>
          <a:xfrm>
            <a:off x="5655285" y="5739716"/>
            <a:ext cx="4556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b="1" dirty="0">
                <a:solidFill>
                  <a:srgbClr val="FFC000"/>
                </a:solidFill>
              </a:rPr>
              <a:t>30</a:t>
            </a:r>
            <a:endParaRPr kumimoji="1" lang="ja-JP" altLang="en-US" sz="1200" b="1" dirty="0">
              <a:solidFill>
                <a:srgbClr val="FFC000"/>
              </a:solidFill>
            </a:endParaRPr>
          </a:p>
        </p:txBody>
      </p:sp>
      <p:cxnSp>
        <p:nvCxnSpPr>
          <p:cNvPr id="289" name="直線コネクタ 288">
            <a:extLst>
              <a:ext uri="{FF2B5EF4-FFF2-40B4-BE49-F238E27FC236}">
                <a16:creationId xmlns:a16="http://schemas.microsoft.com/office/drawing/2014/main" id="{99FAA7FF-6E74-7768-C28D-15C680DC07B7}"/>
              </a:ext>
            </a:extLst>
          </p:cNvPr>
          <p:cNvCxnSpPr>
            <a:cxnSpLocks/>
            <a:endCxn id="160" idx="11"/>
          </p:cNvCxnSpPr>
          <p:nvPr/>
        </p:nvCxnSpPr>
        <p:spPr>
          <a:xfrm flipH="1" flipV="1">
            <a:off x="5741194" y="5541169"/>
            <a:ext cx="58264" cy="19936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4" name="テキスト ボックス 293">
            <a:extLst>
              <a:ext uri="{FF2B5EF4-FFF2-40B4-BE49-F238E27FC236}">
                <a16:creationId xmlns:a16="http://schemas.microsoft.com/office/drawing/2014/main" id="{F239C3E5-1C3E-4AD8-9FB2-64168EE873D5}"/>
              </a:ext>
            </a:extLst>
          </p:cNvPr>
          <p:cNvSpPr txBox="1"/>
          <p:nvPr/>
        </p:nvSpPr>
        <p:spPr>
          <a:xfrm>
            <a:off x="5330465" y="5496251"/>
            <a:ext cx="4556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b="1" dirty="0">
                <a:solidFill>
                  <a:srgbClr val="FFC000"/>
                </a:solidFill>
              </a:rPr>
              <a:t>27</a:t>
            </a:r>
            <a:endParaRPr kumimoji="1" lang="ja-JP" altLang="en-US" sz="1200" b="1" dirty="0">
              <a:solidFill>
                <a:srgbClr val="FFC000"/>
              </a:solidFill>
            </a:endParaRPr>
          </a:p>
        </p:txBody>
      </p:sp>
      <p:cxnSp>
        <p:nvCxnSpPr>
          <p:cNvPr id="296" name="直線コネクタ 295">
            <a:extLst>
              <a:ext uri="{FF2B5EF4-FFF2-40B4-BE49-F238E27FC236}">
                <a16:creationId xmlns:a16="http://schemas.microsoft.com/office/drawing/2014/main" id="{DA72CE8E-DF18-DDF9-0157-7FA5395C5FC7}"/>
              </a:ext>
            </a:extLst>
          </p:cNvPr>
          <p:cNvCxnSpPr>
            <a:cxnSpLocks/>
            <a:stCxn id="294" idx="0"/>
            <a:endCxn id="148" idx="5"/>
          </p:cNvCxnSpPr>
          <p:nvPr/>
        </p:nvCxnSpPr>
        <p:spPr>
          <a:xfrm flipV="1">
            <a:off x="5558304" y="5100638"/>
            <a:ext cx="144790" cy="39561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テキスト ボックス 300">
            <a:extLst>
              <a:ext uri="{FF2B5EF4-FFF2-40B4-BE49-F238E27FC236}">
                <a16:creationId xmlns:a16="http://schemas.microsoft.com/office/drawing/2014/main" id="{E2C8F6E8-120A-2BBC-C7C9-0D4B3EB1180C}"/>
              </a:ext>
            </a:extLst>
          </p:cNvPr>
          <p:cNvSpPr txBox="1"/>
          <p:nvPr/>
        </p:nvSpPr>
        <p:spPr>
          <a:xfrm>
            <a:off x="3410349" y="6187334"/>
            <a:ext cx="4556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b="1" dirty="0">
                <a:solidFill>
                  <a:srgbClr val="FFC000"/>
                </a:solidFill>
              </a:rPr>
              <a:t>42</a:t>
            </a:r>
            <a:endParaRPr kumimoji="1" lang="ja-JP" altLang="en-US" sz="1200" b="1" dirty="0">
              <a:solidFill>
                <a:srgbClr val="FFC000"/>
              </a:solidFill>
            </a:endParaRPr>
          </a:p>
        </p:txBody>
      </p:sp>
      <p:cxnSp>
        <p:nvCxnSpPr>
          <p:cNvPr id="303" name="直線コネクタ 302">
            <a:extLst>
              <a:ext uri="{FF2B5EF4-FFF2-40B4-BE49-F238E27FC236}">
                <a16:creationId xmlns:a16="http://schemas.microsoft.com/office/drawing/2014/main" id="{2968BF57-CEA2-21E7-3FBF-D6F4F82FC789}"/>
              </a:ext>
            </a:extLst>
          </p:cNvPr>
          <p:cNvCxnSpPr>
            <a:cxnSpLocks/>
            <a:stCxn id="34" idx="16"/>
            <a:endCxn id="301" idx="0"/>
          </p:cNvCxnSpPr>
          <p:nvPr/>
        </p:nvCxnSpPr>
        <p:spPr>
          <a:xfrm flipH="1">
            <a:off x="3638188" y="6050756"/>
            <a:ext cx="152762" cy="13657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8" name="テキスト ボックス 307">
            <a:extLst>
              <a:ext uri="{FF2B5EF4-FFF2-40B4-BE49-F238E27FC236}">
                <a16:creationId xmlns:a16="http://schemas.microsoft.com/office/drawing/2014/main" id="{CEF637B6-DE7D-10C7-AB55-1F1C572C2CAA}"/>
              </a:ext>
            </a:extLst>
          </p:cNvPr>
          <p:cNvSpPr txBox="1"/>
          <p:nvPr/>
        </p:nvSpPr>
        <p:spPr>
          <a:xfrm>
            <a:off x="3428649" y="5258573"/>
            <a:ext cx="3894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b="1" dirty="0">
                <a:solidFill>
                  <a:srgbClr val="FFC000"/>
                </a:solidFill>
              </a:rPr>
              <a:t>41</a:t>
            </a:r>
            <a:endParaRPr kumimoji="1" lang="ja-JP" altLang="en-US" sz="1200" b="1" dirty="0">
              <a:solidFill>
                <a:srgbClr val="FFC000"/>
              </a:solidFill>
            </a:endParaRPr>
          </a:p>
        </p:txBody>
      </p:sp>
      <p:cxnSp>
        <p:nvCxnSpPr>
          <p:cNvPr id="310" name="直線コネクタ 309">
            <a:extLst>
              <a:ext uri="{FF2B5EF4-FFF2-40B4-BE49-F238E27FC236}">
                <a16:creationId xmlns:a16="http://schemas.microsoft.com/office/drawing/2014/main" id="{B74F056E-D77E-BCC5-EDEB-401E486D3657}"/>
              </a:ext>
            </a:extLst>
          </p:cNvPr>
          <p:cNvCxnSpPr>
            <a:cxnSpLocks/>
            <a:stCxn id="308" idx="2"/>
            <a:endCxn id="77" idx="7"/>
          </p:cNvCxnSpPr>
          <p:nvPr/>
        </p:nvCxnSpPr>
        <p:spPr>
          <a:xfrm>
            <a:off x="3623364" y="5535572"/>
            <a:ext cx="205686" cy="1818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7" name="テキスト ボックス 316">
            <a:extLst>
              <a:ext uri="{FF2B5EF4-FFF2-40B4-BE49-F238E27FC236}">
                <a16:creationId xmlns:a16="http://schemas.microsoft.com/office/drawing/2014/main" id="{B5E39F11-56A0-B762-D0CF-A4817A8F3354}"/>
              </a:ext>
            </a:extLst>
          </p:cNvPr>
          <p:cNvSpPr txBox="1"/>
          <p:nvPr/>
        </p:nvSpPr>
        <p:spPr>
          <a:xfrm>
            <a:off x="5176727" y="5041218"/>
            <a:ext cx="4556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b="1" dirty="0">
                <a:solidFill>
                  <a:srgbClr val="FFC000"/>
                </a:solidFill>
              </a:rPr>
              <a:t>37</a:t>
            </a:r>
            <a:endParaRPr kumimoji="1" lang="ja-JP" altLang="en-US" sz="1050" b="1" dirty="0">
              <a:solidFill>
                <a:srgbClr val="FFC000"/>
              </a:solidFill>
            </a:endParaRPr>
          </a:p>
        </p:txBody>
      </p:sp>
      <p:cxnSp>
        <p:nvCxnSpPr>
          <p:cNvPr id="319" name="直線コネクタ 318">
            <a:extLst>
              <a:ext uri="{FF2B5EF4-FFF2-40B4-BE49-F238E27FC236}">
                <a16:creationId xmlns:a16="http://schemas.microsoft.com/office/drawing/2014/main" id="{A5B53C5B-AE2A-557D-1CEE-944B3CAF1BD1}"/>
              </a:ext>
            </a:extLst>
          </p:cNvPr>
          <p:cNvCxnSpPr>
            <a:cxnSpLocks/>
          </p:cNvCxnSpPr>
          <p:nvPr/>
        </p:nvCxnSpPr>
        <p:spPr>
          <a:xfrm flipH="1">
            <a:off x="5170438" y="5183187"/>
            <a:ext cx="187118" cy="13517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6" name="タイトル 1">
            <a:extLst>
              <a:ext uri="{FF2B5EF4-FFF2-40B4-BE49-F238E27FC236}">
                <a16:creationId xmlns:a16="http://schemas.microsoft.com/office/drawing/2014/main" id="{2610191B-AFB2-DF98-5FEC-CFDC1EE5F883}"/>
              </a:ext>
            </a:extLst>
          </p:cNvPr>
          <p:cNvSpPr txBox="1">
            <a:spLocks/>
          </p:cNvSpPr>
          <p:nvPr/>
        </p:nvSpPr>
        <p:spPr>
          <a:xfrm>
            <a:off x="77865" y="1323986"/>
            <a:ext cx="5767225" cy="1325563"/>
          </a:xfrm>
          <a:prstGeom prst="rect">
            <a:avLst/>
          </a:prstGeom>
          <a:effectLst>
            <a:reflection blurRad="6350" stA="50000" endA="300" endPos="90000" dist="50800" dir="5400000" sy="-100000" algn="bl" rotWithShape="0"/>
          </a:effectLst>
          <a:scene3d>
            <a:camera prst="perspectiveRelaxedModerately"/>
            <a:lightRig rig="threePt" dir="t"/>
          </a:scene3d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ja-JP" sz="7200" b="1" dirty="0">
                <a:ln w="28575">
                  <a:solidFill>
                    <a:schemeClr val="accent6">
                      <a:lumMod val="50000"/>
                    </a:schemeClr>
                  </a:solidFill>
                </a:ln>
                <a:solidFill>
                  <a:schemeClr val="bg1"/>
                </a:solidFill>
                <a:effectLst>
                  <a:glow rad="228600">
                    <a:schemeClr val="accent6">
                      <a:satMod val="175000"/>
                      <a:alpha val="40000"/>
                    </a:schemeClr>
                  </a:glow>
                </a:effectLst>
                <a:latin typeface="Comic Relief" panose="030F0702030302020204" pitchFamily="66" charset="0"/>
              </a:rPr>
              <a:t>WELCOME </a:t>
            </a:r>
          </a:p>
          <a:p>
            <a:pPr algn="ctr"/>
            <a:r>
              <a:rPr lang="en-US" altLang="ja-JP" sz="7200" b="1" dirty="0">
                <a:ln w="28575">
                  <a:solidFill>
                    <a:schemeClr val="accent6">
                      <a:lumMod val="50000"/>
                    </a:schemeClr>
                  </a:solidFill>
                </a:ln>
                <a:solidFill>
                  <a:schemeClr val="bg1"/>
                </a:solidFill>
                <a:effectLst>
                  <a:glow rad="228600">
                    <a:schemeClr val="accent6">
                      <a:satMod val="175000"/>
                      <a:alpha val="40000"/>
                    </a:schemeClr>
                  </a:glow>
                </a:effectLst>
                <a:latin typeface="Comic Relief" panose="030F0702030302020204" pitchFamily="66" charset="0"/>
              </a:rPr>
              <a:t>TO </a:t>
            </a:r>
          </a:p>
          <a:p>
            <a:pPr algn="ctr"/>
            <a:r>
              <a:rPr lang="en-US" altLang="ja-JP" sz="7200" b="1" dirty="0">
                <a:ln w="28575">
                  <a:solidFill>
                    <a:schemeClr val="accent6">
                      <a:lumMod val="50000"/>
                    </a:schemeClr>
                  </a:solidFill>
                </a:ln>
                <a:solidFill>
                  <a:schemeClr val="bg1"/>
                </a:solidFill>
                <a:effectLst>
                  <a:glow rad="228600">
                    <a:schemeClr val="accent6">
                      <a:satMod val="175000"/>
                      <a:alpha val="40000"/>
                    </a:schemeClr>
                  </a:glow>
                </a:effectLst>
                <a:latin typeface="Comic Relief" panose="030F0702030302020204" pitchFamily="66" charset="0"/>
              </a:rPr>
              <a:t>JAPAN</a:t>
            </a:r>
            <a:endParaRPr lang="ja-JP" altLang="en-US" sz="7200" b="1" dirty="0">
              <a:ln w="28575">
                <a:solidFill>
                  <a:schemeClr val="accent6">
                    <a:lumMod val="50000"/>
                  </a:schemeClr>
                </a:solidFill>
              </a:ln>
              <a:solidFill>
                <a:schemeClr val="bg1"/>
              </a:solidFill>
              <a:effectLst>
                <a:glow rad="228600">
                  <a:schemeClr val="accent6">
                    <a:satMod val="175000"/>
                    <a:alpha val="40000"/>
                  </a:schemeClr>
                </a:glow>
              </a:effectLst>
              <a:latin typeface="Comic Relief" panose="030F0702030302020204" pitchFamily="66" charset="0"/>
            </a:endParaRPr>
          </a:p>
        </p:txBody>
      </p:sp>
      <p:pic>
        <p:nvPicPr>
          <p:cNvPr id="327" name="図 326" descr="アイコン&#10;&#10;自動的に生成された説明">
            <a:hlinkClick r:id="rId4" action="ppaction://hlinksldjump"/>
            <a:extLst>
              <a:ext uri="{FF2B5EF4-FFF2-40B4-BE49-F238E27FC236}">
                <a16:creationId xmlns:a16="http://schemas.microsoft.com/office/drawing/2014/main" id="{30E140CD-B234-7D31-380A-91E04461307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555" y="5596314"/>
            <a:ext cx="1127690" cy="1127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6002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path" presetSubtype="0" repeatCount="indefinite" accel="50000" decel="50000" autoRev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5781 -0.03333 L -0.01823 0.00949 C -0.0099 0.01922 0.00234 0.02454 0.0155 0.02454 C 0.03034 0.02454 0.04206 0.01922 0.05039 0.00949 L 0.09024 -0.03333 " pathEditMode="relative" rAng="0" ptsTypes="AAAAA">
                                      <p:cBhvr>
                                        <p:cTn id="6" dur="2000" fill="hold"/>
                                        <p:tgtEl>
                                          <p:spTgt spid="3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396" y="2894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37" presetClass="path" presetSubtype="0" repeatCount="indefinite" accel="50000" decel="50000" autoRev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5781 -0.03333 L -0.01823 0.0095 C -0.0099 0.01922 0.00234 0.02454 0.0155 0.02454 C 0.03034 0.02454 0.04206 0.01922 0.05039 0.0095 L 0.09024 -0.03333 " pathEditMode="relative" rAng="0" ptsTypes="AAAAA">
                                      <p:cBhvr>
                                        <p:cTn id="8" dur="2000" fill="hold"/>
                                        <p:tgtEl>
                                          <p:spTgt spid="3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396" y="2894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37" presetClass="path" presetSubtype="0" repeatCount="indefinite" accel="50000" decel="50000" autoRev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5781 -0.03333 L -0.01822 0.0095 C -0.00989 0.01922 0.00235 0.02454 0.0155 0.02454 C 0.03034 0.02454 0.04206 0.01922 0.0504 0.0095 L 0.09024 -0.03333 " pathEditMode="relative" rAng="0" ptsTypes="AAAAA">
                                      <p:cBhvr>
                                        <p:cTn id="10" dur="2000" fill="hold"/>
                                        <p:tgtEl>
                                          <p:spTgt spid="3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396" y="289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5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16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7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1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70C0"/>
                                      </p:to>
                                    </p:animClr>
                                    <p:set>
                                      <p:cBhvr>
                                        <p:cTn id="22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3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7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28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9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3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FF00"/>
                                      </p:to>
                                    </p:animClr>
                                    <p:set>
                                      <p:cBhvr>
                                        <p:cTn id="34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5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9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40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1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seq concurrent="1" nextAc="seek">
              <p:cTn id="42" restart="whenNotActive" fill="hold" evtFilter="cancelBubble" nodeType="interactiveSeq">
                <p:stCondLst>
                  <p:cond evt="onClick" delay="0">
                    <p:tgtEl>
                      <p:spTgt spid="18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3" fill="hold">
                      <p:stCondLst>
                        <p:cond delay="0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46" dur="2000" fill="hold"/>
                                        <p:tgtEl>
                                          <p:spTgt spid="18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47" dur="2000" fill="hold"/>
                                        <p:tgtEl>
                                          <p:spTgt spid="18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8" dur="2000" fill="hold"/>
                                        <p:tgtEl>
                                          <p:spTgt spid="186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52" dur="2000" fill="hold"/>
                                        <p:tgtEl>
                                          <p:spTgt spid="18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70C0"/>
                                      </p:to>
                                    </p:animClr>
                                    <p:set>
                                      <p:cBhvr>
                                        <p:cTn id="53" dur="2000" fill="hold"/>
                                        <p:tgtEl>
                                          <p:spTgt spid="18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4" dur="2000" fill="hold"/>
                                        <p:tgtEl>
                                          <p:spTgt spid="186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58" dur="2000" fill="hold"/>
                                        <p:tgtEl>
                                          <p:spTgt spid="18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59" dur="2000" fill="hold"/>
                                        <p:tgtEl>
                                          <p:spTgt spid="18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60" dur="2000" fill="hold"/>
                                        <p:tgtEl>
                                          <p:spTgt spid="186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64" dur="2000" fill="hold"/>
                                        <p:tgtEl>
                                          <p:spTgt spid="18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FF00"/>
                                      </p:to>
                                    </p:animClr>
                                    <p:set>
                                      <p:cBhvr>
                                        <p:cTn id="65" dur="2000" fill="hold"/>
                                        <p:tgtEl>
                                          <p:spTgt spid="18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66" dur="2000" fill="hold"/>
                                        <p:tgtEl>
                                          <p:spTgt spid="186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70" dur="2000" fill="hold"/>
                                        <p:tgtEl>
                                          <p:spTgt spid="18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71" dur="2000" fill="hold"/>
                                        <p:tgtEl>
                                          <p:spTgt spid="18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72" dur="2000" fill="hold"/>
                                        <p:tgtEl>
                                          <p:spTgt spid="186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6"/>
                  </p:tgtEl>
                </p:cond>
              </p:nextCondLst>
            </p:seq>
            <p:seq concurrent="1" nextAc="seek">
              <p:cTn id="73" restart="whenNotActive" fill="hold" evtFilter="cancelBubble" nodeType="interactiveSeq">
                <p:stCondLst>
                  <p:cond evt="onClick" delay="0">
                    <p:tgtEl>
                      <p:spTgt spid="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4" fill="hold">
                      <p:stCondLst>
                        <p:cond delay="0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77" dur="2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78" dur="2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79" dur="2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83" dur="2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70C0"/>
                                      </p:to>
                                    </p:animClr>
                                    <p:set>
                                      <p:cBhvr>
                                        <p:cTn id="84" dur="2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5" dur="2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89" dur="2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90" dur="2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1" dur="2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95" dur="2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FF00"/>
                                      </p:to>
                                    </p:animClr>
                                    <p:set>
                                      <p:cBhvr>
                                        <p:cTn id="96" dur="2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7" dur="2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01" dur="2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102" dur="2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03" dur="2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0"/>
                  </p:tgtEl>
                </p:cond>
              </p:nextCondLst>
            </p:seq>
            <p:seq concurrent="1" nextAc="seek">
              <p:cTn id="104" restart="whenNotActive" fill="hold" evtFilter="cancelBubble" nodeType="interactiveSeq">
                <p:stCondLst>
                  <p:cond evt="onClick" delay="0">
                    <p:tgtEl>
                      <p:spTgt spid="18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5" fill="hold">
                      <p:stCondLst>
                        <p:cond delay="0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08" dur="2000" fill="hold"/>
                                        <p:tgtEl>
                                          <p:spTgt spid="18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109" dur="2000" fill="hold"/>
                                        <p:tgtEl>
                                          <p:spTgt spid="18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10" dur="2000" fill="hold"/>
                                        <p:tgtEl>
                                          <p:spTgt spid="18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14" dur="2000" fill="hold"/>
                                        <p:tgtEl>
                                          <p:spTgt spid="18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70C0"/>
                                      </p:to>
                                    </p:animClr>
                                    <p:set>
                                      <p:cBhvr>
                                        <p:cTn id="115" dur="2000" fill="hold"/>
                                        <p:tgtEl>
                                          <p:spTgt spid="18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16" dur="2000" fill="hold"/>
                                        <p:tgtEl>
                                          <p:spTgt spid="18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20" dur="2000" fill="hold"/>
                                        <p:tgtEl>
                                          <p:spTgt spid="18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121" dur="2000" fill="hold"/>
                                        <p:tgtEl>
                                          <p:spTgt spid="18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22" dur="2000" fill="hold"/>
                                        <p:tgtEl>
                                          <p:spTgt spid="18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26" dur="2000" fill="hold"/>
                                        <p:tgtEl>
                                          <p:spTgt spid="18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FF00"/>
                                      </p:to>
                                    </p:animClr>
                                    <p:set>
                                      <p:cBhvr>
                                        <p:cTn id="127" dur="2000" fill="hold"/>
                                        <p:tgtEl>
                                          <p:spTgt spid="18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28" dur="2000" fill="hold"/>
                                        <p:tgtEl>
                                          <p:spTgt spid="18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32" dur="2000" fill="hold"/>
                                        <p:tgtEl>
                                          <p:spTgt spid="18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133" dur="2000" fill="hold"/>
                                        <p:tgtEl>
                                          <p:spTgt spid="18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34" dur="2000" fill="hold"/>
                                        <p:tgtEl>
                                          <p:spTgt spid="18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2"/>
                  </p:tgtEl>
                </p:cond>
              </p:nextCondLst>
            </p:seq>
            <p:seq concurrent="1" nextAc="seek">
              <p:cTn id="135" restart="whenNotActive" fill="hold" evtFilter="cancelBubble" nodeType="interactiveSeq">
                <p:stCondLst>
                  <p:cond evt="onClick" delay="0">
                    <p:tgtEl>
                      <p:spTgt spid="15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6" fill="hold">
                      <p:stCondLst>
                        <p:cond delay="0"/>
                      </p:stCondLst>
                      <p:childTnLst>
                        <p:par>
                          <p:cTn id="137" fill="hold">
                            <p:stCondLst>
                              <p:cond delay="0"/>
                            </p:stCondLst>
                            <p:childTnLst>
                              <p:par>
                                <p:cTn id="138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39" dur="2000" fill="hold"/>
                                        <p:tgtEl>
                                          <p:spTgt spid="15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140" dur="2000" fill="hold"/>
                                        <p:tgtEl>
                                          <p:spTgt spid="15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41" dur="2000" fill="hold"/>
                                        <p:tgtEl>
                                          <p:spTgt spid="15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2" fill="hold">
                      <p:stCondLst>
                        <p:cond delay="indefinite"/>
                      </p:stCondLst>
                      <p:childTnLst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45" dur="2000" fill="hold"/>
                                        <p:tgtEl>
                                          <p:spTgt spid="15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70C0"/>
                                      </p:to>
                                    </p:animClr>
                                    <p:set>
                                      <p:cBhvr>
                                        <p:cTn id="146" dur="2000" fill="hold"/>
                                        <p:tgtEl>
                                          <p:spTgt spid="15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47" dur="2000" fill="hold"/>
                                        <p:tgtEl>
                                          <p:spTgt spid="15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8" fill="hold">
                      <p:stCondLst>
                        <p:cond delay="indefinite"/>
                      </p:stCondLst>
                      <p:childTnLst>
                        <p:par>
                          <p:cTn id="149" fill="hold">
                            <p:stCondLst>
                              <p:cond delay="0"/>
                            </p:stCondLst>
                            <p:childTnLst>
                              <p:par>
                                <p:cTn id="150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51" dur="2000" fill="hold"/>
                                        <p:tgtEl>
                                          <p:spTgt spid="15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152" dur="2000" fill="hold"/>
                                        <p:tgtEl>
                                          <p:spTgt spid="15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53" dur="2000" fill="hold"/>
                                        <p:tgtEl>
                                          <p:spTgt spid="15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4" fill="hold">
                      <p:stCondLst>
                        <p:cond delay="indefinite"/>
                      </p:stCondLst>
                      <p:childTnLst>
                        <p:par>
                          <p:cTn id="155" fill="hold">
                            <p:stCondLst>
                              <p:cond delay="0"/>
                            </p:stCondLst>
                            <p:childTnLst>
                              <p:par>
                                <p:cTn id="156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57" dur="2000" fill="hold"/>
                                        <p:tgtEl>
                                          <p:spTgt spid="15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FF00"/>
                                      </p:to>
                                    </p:animClr>
                                    <p:set>
                                      <p:cBhvr>
                                        <p:cTn id="158" dur="2000" fill="hold"/>
                                        <p:tgtEl>
                                          <p:spTgt spid="15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59" dur="2000" fill="hold"/>
                                        <p:tgtEl>
                                          <p:spTgt spid="15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0" fill="hold">
                      <p:stCondLst>
                        <p:cond delay="indefinite"/>
                      </p:stCondLst>
                      <p:childTnLst>
                        <p:par>
                          <p:cTn id="161" fill="hold">
                            <p:stCondLst>
                              <p:cond delay="0"/>
                            </p:stCondLst>
                            <p:childTnLst>
                              <p:par>
                                <p:cTn id="162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63" dur="2000" fill="hold"/>
                                        <p:tgtEl>
                                          <p:spTgt spid="15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164" dur="2000" fill="hold"/>
                                        <p:tgtEl>
                                          <p:spTgt spid="15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65" dur="2000" fill="hold"/>
                                        <p:tgtEl>
                                          <p:spTgt spid="15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1"/>
                  </p:tgtEl>
                </p:cond>
              </p:nextCondLst>
            </p:seq>
            <p:seq concurrent="1" nextAc="seek">
              <p:cTn id="166" restart="whenNotActive" fill="hold" evtFilter="cancelBubble" nodeType="interactiveSeq">
                <p:stCondLst>
                  <p:cond evt="onClick" delay="0">
                    <p:tgtEl>
                      <p:spTgt spid="16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7" fill="hold">
                      <p:stCondLst>
                        <p:cond delay="0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70" dur="20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171" dur="20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72" dur="20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3" fill="hold">
                      <p:stCondLst>
                        <p:cond delay="indefinite"/>
                      </p:stCondLst>
                      <p:childTnLst>
                        <p:par>
                          <p:cTn id="174" fill="hold">
                            <p:stCondLst>
                              <p:cond delay="0"/>
                            </p:stCondLst>
                            <p:childTnLst>
                              <p:par>
                                <p:cTn id="175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76" dur="20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70C0"/>
                                      </p:to>
                                    </p:animClr>
                                    <p:set>
                                      <p:cBhvr>
                                        <p:cTn id="177" dur="20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78" dur="20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>
                      <p:stCondLst>
                        <p:cond delay="indefinite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82" dur="20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183" dur="20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84" dur="20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5" fill="hold">
                      <p:stCondLst>
                        <p:cond delay="indefinite"/>
                      </p:stCondLst>
                      <p:childTnLst>
                        <p:par>
                          <p:cTn id="186" fill="hold">
                            <p:stCondLst>
                              <p:cond delay="0"/>
                            </p:stCondLst>
                            <p:childTnLst>
                              <p:par>
                                <p:cTn id="187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88" dur="20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FF00"/>
                                      </p:to>
                                    </p:animClr>
                                    <p:set>
                                      <p:cBhvr>
                                        <p:cTn id="189" dur="20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90" dur="20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1" fill="hold">
                      <p:stCondLst>
                        <p:cond delay="indefinite"/>
                      </p:stCondLst>
                      <p:childTnLst>
                        <p:par>
                          <p:cTn id="192" fill="hold">
                            <p:stCondLst>
                              <p:cond delay="0"/>
                            </p:stCondLst>
                            <p:childTnLst>
                              <p:par>
                                <p:cTn id="193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94" dur="20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195" dur="20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96" dur="20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3"/>
                  </p:tgtEl>
                </p:cond>
              </p:nextCondLst>
            </p:seq>
            <p:seq concurrent="1" nextAc="seek">
              <p:cTn id="197" restart="whenNotActive" fill="hold" evtFilter="cancelBubble" nodeType="interactiveSeq">
                <p:stCondLst>
                  <p:cond evt="onClick" delay="0">
                    <p:tgtEl>
                      <p:spTgt spid="1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8" fill="hold">
                      <p:stCondLst>
                        <p:cond delay="0"/>
                      </p:stCondLst>
                      <p:childTnLst>
                        <p:par>
                          <p:cTn id="199" fill="hold">
                            <p:stCondLst>
                              <p:cond delay="0"/>
                            </p:stCondLst>
                            <p:childTnLst>
                              <p:par>
                                <p:cTn id="200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01" dur="20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202" dur="20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03" dur="20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4" fill="hold">
                      <p:stCondLst>
                        <p:cond delay="indefinite"/>
                      </p:stCondLst>
                      <p:childTnLst>
                        <p:par>
                          <p:cTn id="205" fill="hold">
                            <p:stCondLst>
                              <p:cond delay="0"/>
                            </p:stCondLst>
                            <p:childTnLst>
                              <p:par>
                                <p:cTn id="206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07" dur="20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70C0"/>
                                      </p:to>
                                    </p:animClr>
                                    <p:set>
                                      <p:cBhvr>
                                        <p:cTn id="208" dur="20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09" dur="20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" fill="hold">
                      <p:stCondLst>
                        <p:cond delay="indefinite"/>
                      </p:stCondLst>
                      <p:childTnLst>
                        <p:par>
                          <p:cTn id="211" fill="hold">
                            <p:stCondLst>
                              <p:cond delay="0"/>
                            </p:stCondLst>
                            <p:childTnLst>
                              <p:par>
                                <p:cTn id="212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13" dur="20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214" dur="20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15" dur="20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6" fill="hold">
                      <p:stCondLst>
                        <p:cond delay="indefinite"/>
                      </p:stCondLst>
                      <p:childTnLst>
                        <p:par>
                          <p:cTn id="217" fill="hold">
                            <p:stCondLst>
                              <p:cond delay="0"/>
                            </p:stCondLst>
                            <p:childTnLst>
                              <p:par>
                                <p:cTn id="218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19" dur="20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FF00"/>
                                      </p:to>
                                    </p:animClr>
                                    <p:set>
                                      <p:cBhvr>
                                        <p:cTn id="220" dur="20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21" dur="20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2" fill="hold">
                      <p:stCondLst>
                        <p:cond delay="indefinite"/>
                      </p:stCondLst>
                      <p:childTnLst>
                        <p:par>
                          <p:cTn id="223" fill="hold">
                            <p:stCondLst>
                              <p:cond delay="0"/>
                            </p:stCondLst>
                            <p:childTnLst>
                              <p:par>
                                <p:cTn id="224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25" dur="20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226" dur="20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27" dur="20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5"/>
                  </p:tgtEl>
                </p:cond>
              </p:nextCondLst>
            </p:seq>
            <p:seq concurrent="1" nextAc="seek">
              <p:cTn id="228" restart="whenNotActive" fill="hold" evtFilter="cancelBubble" nodeType="interactiveSeq">
                <p:stCondLst>
                  <p:cond evt="onClick" delay="0">
                    <p:tgtEl>
                      <p:spTgt spid="17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9" fill="hold">
                      <p:stCondLst>
                        <p:cond delay="0"/>
                      </p:stCondLst>
                      <p:childTnLst>
                        <p:par>
                          <p:cTn id="230" fill="hold">
                            <p:stCondLst>
                              <p:cond delay="0"/>
                            </p:stCondLst>
                            <p:childTnLst>
                              <p:par>
                                <p:cTn id="231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32" dur="20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233" dur="20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34" dur="20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5" fill="hold">
                      <p:stCondLst>
                        <p:cond delay="indefinite"/>
                      </p:stCondLst>
                      <p:childTnLst>
                        <p:par>
                          <p:cTn id="236" fill="hold">
                            <p:stCondLst>
                              <p:cond delay="0"/>
                            </p:stCondLst>
                            <p:childTnLst>
                              <p:par>
                                <p:cTn id="237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38" dur="20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70C0"/>
                                      </p:to>
                                    </p:animClr>
                                    <p:set>
                                      <p:cBhvr>
                                        <p:cTn id="239" dur="20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40" dur="20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1" fill="hold">
                      <p:stCondLst>
                        <p:cond delay="indefinite"/>
                      </p:stCondLst>
                      <p:childTnLst>
                        <p:par>
                          <p:cTn id="242" fill="hold">
                            <p:stCondLst>
                              <p:cond delay="0"/>
                            </p:stCondLst>
                            <p:childTnLst>
                              <p:par>
                                <p:cTn id="243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44" dur="20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245" dur="20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46" dur="20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7" fill="hold">
                      <p:stCondLst>
                        <p:cond delay="indefinite"/>
                      </p:stCondLst>
                      <p:childTnLst>
                        <p:par>
                          <p:cTn id="248" fill="hold">
                            <p:stCondLst>
                              <p:cond delay="0"/>
                            </p:stCondLst>
                            <p:childTnLst>
                              <p:par>
                                <p:cTn id="249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50" dur="20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FF00"/>
                                      </p:to>
                                    </p:animClr>
                                    <p:set>
                                      <p:cBhvr>
                                        <p:cTn id="251" dur="20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52" dur="20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3" fill="hold">
                      <p:stCondLst>
                        <p:cond delay="indefinite"/>
                      </p:stCondLst>
                      <p:childTnLst>
                        <p:par>
                          <p:cTn id="254" fill="hold">
                            <p:stCondLst>
                              <p:cond delay="0"/>
                            </p:stCondLst>
                            <p:childTnLst>
                              <p:par>
                                <p:cTn id="255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56" dur="20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257" dur="20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58" dur="20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2"/>
                  </p:tgtEl>
                </p:cond>
              </p:nextCondLst>
            </p:seq>
            <p:seq concurrent="1" nextAc="seek">
              <p:cTn id="259" restart="whenNotActive" fill="hold" evtFilter="cancelBubble" nodeType="interactiveSeq">
                <p:stCondLst>
                  <p:cond evt="onClick" delay="0">
                    <p:tgtEl>
                      <p:spTgt spid="6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0" fill="hold">
                      <p:stCondLst>
                        <p:cond delay="0"/>
                      </p:stCondLst>
                      <p:childTnLst>
                        <p:par>
                          <p:cTn id="261" fill="hold">
                            <p:stCondLst>
                              <p:cond delay="0"/>
                            </p:stCondLst>
                            <p:childTnLst>
                              <p:par>
                                <p:cTn id="262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63" dur="2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264" dur="2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65" dur="2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6" fill="hold">
                      <p:stCondLst>
                        <p:cond delay="indefinite"/>
                      </p:stCondLst>
                      <p:childTnLst>
                        <p:par>
                          <p:cTn id="267" fill="hold">
                            <p:stCondLst>
                              <p:cond delay="0"/>
                            </p:stCondLst>
                            <p:childTnLst>
                              <p:par>
                                <p:cTn id="268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69" dur="2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70C0"/>
                                      </p:to>
                                    </p:animClr>
                                    <p:set>
                                      <p:cBhvr>
                                        <p:cTn id="270" dur="2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71" dur="2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2" fill="hold">
                      <p:stCondLst>
                        <p:cond delay="indefinite"/>
                      </p:stCondLst>
                      <p:childTnLst>
                        <p:par>
                          <p:cTn id="273" fill="hold">
                            <p:stCondLst>
                              <p:cond delay="0"/>
                            </p:stCondLst>
                            <p:childTnLst>
                              <p:par>
                                <p:cTn id="274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75" dur="2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276" dur="2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77" dur="2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8" fill="hold">
                      <p:stCondLst>
                        <p:cond delay="indefinite"/>
                      </p:stCondLst>
                      <p:childTnLst>
                        <p:par>
                          <p:cTn id="279" fill="hold">
                            <p:stCondLst>
                              <p:cond delay="0"/>
                            </p:stCondLst>
                            <p:childTnLst>
                              <p:par>
                                <p:cTn id="280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81" dur="2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FF00"/>
                                      </p:to>
                                    </p:animClr>
                                    <p:set>
                                      <p:cBhvr>
                                        <p:cTn id="282" dur="2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83" dur="2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4" fill="hold">
                      <p:stCondLst>
                        <p:cond delay="indefinite"/>
                      </p:stCondLst>
                      <p:childTnLst>
                        <p:par>
                          <p:cTn id="285" fill="hold">
                            <p:stCondLst>
                              <p:cond delay="0"/>
                            </p:stCondLst>
                            <p:childTnLst>
                              <p:par>
                                <p:cTn id="286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87" dur="2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288" dur="2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89" dur="2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5"/>
                  </p:tgtEl>
                </p:cond>
              </p:nextCondLst>
            </p:seq>
            <p:seq concurrent="1" nextAc="seek">
              <p:cTn id="290" restart="whenNotActive" fill="hold" evtFilter="cancelBubble" nodeType="interactiveSeq">
                <p:stCondLst>
                  <p:cond evt="onClick" delay="0">
                    <p:tgtEl>
                      <p:spTgt spid="12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1" fill="hold">
                      <p:stCondLst>
                        <p:cond delay="0"/>
                      </p:stCondLst>
                      <p:childTnLst>
                        <p:par>
                          <p:cTn id="292" fill="hold">
                            <p:stCondLst>
                              <p:cond delay="0"/>
                            </p:stCondLst>
                            <p:childTnLst>
                              <p:par>
                                <p:cTn id="293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94" dur="2000" fill="hold"/>
                                        <p:tgtEl>
                                          <p:spTgt spid="12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295" dur="2000" fill="hold"/>
                                        <p:tgtEl>
                                          <p:spTgt spid="12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96" dur="2000" fill="hold"/>
                                        <p:tgtEl>
                                          <p:spTgt spid="129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7" fill="hold">
                      <p:stCondLst>
                        <p:cond delay="indefinite"/>
                      </p:stCondLst>
                      <p:childTnLst>
                        <p:par>
                          <p:cTn id="298" fill="hold">
                            <p:stCondLst>
                              <p:cond delay="0"/>
                            </p:stCondLst>
                            <p:childTnLst>
                              <p:par>
                                <p:cTn id="299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00" dur="2000" fill="hold"/>
                                        <p:tgtEl>
                                          <p:spTgt spid="12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70C0"/>
                                      </p:to>
                                    </p:animClr>
                                    <p:set>
                                      <p:cBhvr>
                                        <p:cTn id="301" dur="2000" fill="hold"/>
                                        <p:tgtEl>
                                          <p:spTgt spid="12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02" dur="2000" fill="hold"/>
                                        <p:tgtEl>
                                          <p:spTgt spid="129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3" fill="hold">
                      <p:stCondLst>
                        <p:cond delay="indefinite"/>
                      </p:stCondLst>
                      <p:childTnLst>
                        <p:par>
                          <p:cTn id="304" fill="hold">
                            <p:stCondLst>
                              <p:cond delay="0"/>
                            </p:stCondLst>
                            <p:childTnLst>
                              <p:par>
                                <p:cTn id="305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06" dur="2000" fill="hold"/>
                                        <p:tgtEl>
                                          <p:spTgt spid="12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307" dur="2000" fill="hold"/>
                                        <p:tgtEl>
                                          <p:spTgt spid="12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08" dur="2000" fill="hold"/>
                                        <p:tgtEl>
                                          <p:spTgt spid="129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9" fill="hold">
                      <p:stCondLst>
                        <p:cond delay="indefinite"/>
                      </p:stCondLst>
                      <p:childTnLst>
                        <p:par>
                          <p:cTn id="310" fill="hold">
                            <p:stCondLst>
                              <p:cond delay="0"/>
                            </p:stCondLst>
                            <p:childTnLst>
                              <p:par>
                                <p:cTn id="311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12" dur="2000" fill="hold"/>
                                        <p:tgtEl>
                                          <p:spTgt spid="12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FF00"/>
                                      </p:to>
                                    </p:animClr>
                                    <p:set>
                                      <p:cBhvr>
                                        <p:cTn id="313" dur="2000" fill="hold"/>
                                        <p:tgtEl>
                                          <p:spTgt spid="12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14" dur="2000" fill="hold"/>
                                        <p:tgtEl>
                                          <p:spTgt spid="129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5" fill="hold">
                      <p:stCondLst>
                        <p:cond delay="indefinite"/>
                      </p:stCondLst>
                      <p:childTnLst>
                        <p:par>
                          <p:cTn id="316" fill="hold">
                            <p:stCondLst>
                              <p:cond delay="0"/>
                            </p:stCondLst>
                            <p:childTnLst>
                              <p:par>
                                <p:cTn id="317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18" dur="2000" fill="hold"/>
                                        <p:tgtEl>
                                          <p:spTgt spid="12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319" dur="2000" fill="hold"/>
                                        <p:tgtEl>
                                          <p:spTgt spid="12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20" dur="2000" fill="hold"/>
                                        <p:tgtEl>
                                          <p:spTgt spid="129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9"/>
                  </p:tgtEl>
                </p:cond>
              </p:nextCondLst>
            </p:seq>
            <p:seq concurrent="1" nextAc="seek">
              <p:cTn id="321" restart="whenNotActive" fill="hold" evtFilter="cancelBubble" nodeType="interactiveSeq">
                <p:stCondLst>
                  <p:cond evt="onClick" delay="0">
                    <p:tgtEl>
                      <p:spTgt spid="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22" fill="hold">
                      <p:stCondLst>
                        <p:cond delay="0"/>
                      </p:stCondLst>
                      <p:childTnLst>
                        <p:par>
                          <p:cTn id="323" fill="hold">
                            <p:stCondLst>
                              <p:cond delay="0"/>
                            </p:stCondLst>
                            <p:childTnLst>
                              <p:par>
                                <p:cTn id="324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25" dur="2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326" dur="2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27" dur="2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8" fill="hold">
                      <p:stCondLst>
                        <p:cond delay="indefinite"/>
                      </p:stCondLst>
                      <p:childTnLst>
                        <p:par>
                          <p:cTn id="329" fill="hold">
                            <p:stCondLst>
                              <p:cond delay="0"/>
                            </p:stCondLst>
                            <p:childTnLst>
                              <p:par>
                                <p:cTn id="330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31" dur="2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70C0"/>
                                      </p:to>
                                    </p:animClr>
                                    <p:set>
                                      <p:cBhvr>
                                        <p:cTn id="332" dur="2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33" dur="2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4" fill="hold">
                      <p:stCondLst>
                        <p:cond delay="indefinite"/>
                      </p:stCondLst>
                      <p:childTnLst>
                        <p:par>
                          <p:cTn id="335" fill="hold">
                            <p:stCondLst>
                              <p:cond delay="0"/>
                            </p:stCondLst>
                            <p:childTnLst>
                              <p:par>
                                <p:cTn id="336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37" dur="2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338" dur="2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39" dur="2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0" fill="hold">
                      <p:stCondLst>
                        <p:cond delay="indefinite"/>
                      </p:stCondLst>
                      <p:childTnLst>
                        <p:par>
                          <p:cTn id="341" fill="hold">
                            <p:stCondLst>
                              <p:cond delay="0"/>
                            </p:stCondLst>
                            <p:childTnLst>
                              <p:par>
                                <p:cTn id="342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43" dur="2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FF00"/>
                                      </p:to>
                                    </p:animClr>
                                    <p:set>
                                      <p:cBhvr>
                                        <p:cTn id="344" dur="2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45" dur="2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6" fill="hold">
                      <p:stCondLst>
                        <p:cond delay="indefinite"/>
                      </p:stCondLst>
                      <p:childTnLst>
                        <p:par>
                          <p:cTn id="347" fill="hold">
                            <p:stCondLst>
                              <p:cond delay="0"/>
                            </p:stCondLst>
                            <p:childTnLst>
                              <p:par>
                                <p:cTn id="348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49" dur="2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350" dur="2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51" dur="2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7"/>
                  </p:tgtEl>
                </p:cond>
              </p:nextCondLst>
            </p:seq>
            <p:seq concurrent="1" nextAc="seek">
              <p:cTn id="352" restart="whenNotActive" fill="hold" evtFilter="cancelBubble" nodeType="interactiveSeq">
                <p:stCondLst>
                  <p:cond evt="onClick" delay="0">
                    <p:tgtEl>
                      <p:spTgt spid="9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53" fill="hold">
                      <p:stCondLst>
                        <p:cond delay="0"/>
                      </p:stCondLst>
                      <p:childTnLst>
                        <p:par>
                          <p:cTn id="354" fill="hold">
                            <p:stCondLst>
                              <p:cond delay="0"/>
                            </p:stCondLst>
                            <p:childTnLst>
                              <p:par>
                                <p:cTn id="355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56" dur="2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357" dur="2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58" dur="2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9" fill="hold">
                      <p:stCondLst>
                        <p:cond delay="indefinite"/>
                      </p:stCondLst>
                      <p:childTnLst>
                        <p:par>
                          <p:cTn id="360" fill="hold">
                            <p:stCondLst>
                              <p:cond delay="0"/>
                            </p:stCondLst>
                            <p:childTnLst>
                              <p:par>
                                <p:cTn id="361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62" dur="2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70C0"/>
                                      </p:to>
                                    </p:animClr>
                                    <p:set>
                                      <p:cBhvr>
                                        <p:cTn id="363" dur="2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64" dur="2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5" fill="hold">
                      <p:stCondLst>
                        <p:cond delay="indefinite"/>
                      </p:stCondLst>
                      <p:childTnLst>
                        <p:par>
                          <p:cTn id="366" fill="hold">
                            <p:stCondLst>
                              <p:cond delay="0"/>
                            </p:stCondLst>
                            <p:childTnLst>
                              <p:par>
                                <p:cTn id="367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68" dur="2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369" dur="2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70" dur="2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1" fill="hold">
                      <p:stCondLst>
                        <p:cond delay="indefinite"/>
                      </p:stCondLst>
                      <p:childTnLst>
                        <p:par>
                          <p:cTn id="372" fill="hold">
                            <p:stCondLst>
                              <p:cond delay="0"/>
                            </p:stCondLst>
                            <p:childTnLst>
                              <p:par>
                                <p:cTn id="373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74" dur="2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FF00"/>
                                      </p:to>
                                    </p:animClr>
                                    <p:set>
                                      <p:cBhvr>
                                        <p:cTn id="375" dur="2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76" dur="2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7" fill="hold">
                      <p:stCondLst>
                        <p:cond delay="indefinite"/>
                      </p:stCondLst>
                      <p:childTnLst>
                        <p:par>
                          <p:cTn id="378" fill="hold">
                            <p:stCondLst>
                              <p:cond delay="0"/>
                            </p:stCondLst>
                            <p:childTnLst>
                              <p:par>
                                <p:cTn id="379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80" dur="2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381" dur="2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82" dur="2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1"/>
                  </p:tgtEl>
                </p:cond>
              </p:nextCondLst>
            </p:seq>
            <p:seq concurrent="1" nextAc="seek">
              <p:cTn id="383" restart="whenNotActive" fill="hold" evtFilter="cancelBubble" nodeType="interactiveSeq">
                <p:stCondLst>
                  <p:cond evt="onClick" delay="0">
                    <p:tgtEl>
                      <p:spTgt spid="4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4" fill="hold">
                      <p:stCondLst>
                        <p:cond delay="0"/>
                      </p:stCondLst>
                      <p:childTnLst>
                        <p:par>
                          <p:cTn id="385" fill="hold">
                            <p:stCondLst>
                              <p:cond delay="0"/>
                            </p:stCondLst>
                            <p:childTnLst>
                              <p:par>
                                <p:cTn id="386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87" dur="2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388" dur="2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89" dur="2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0" fill="hold">
                      <p:stCondLst>
                        <p:cond delay="indefinite"/>
                      </p:stCondLst>
                      <p:childTnLst>
                        <p:par>
                          <p:cTn id="391" fill="hold">
                            <p:stCondLst>
                              <p:cond delay="0"/>
                            </p:stCondLst>
                            <p:childTnLst>
                              <p:par>
                                <p:cTn id="392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93" dur="2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70C0"/>
                                      </p:to>
                                    </p:animClr>
                                    <p:set>
                                      <p:cBhvr>
                                        <p:cTn id="394" dur="2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95" dur="2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6" fill="hold">
                      <p:stCondLst>
                        <p:cond delay="indefinite"/>
                      </p:stCondLst>
                      <p:childTnLst>
                        <p:par>
                          <p:cTn id="397" fill="hold">
                            <p:stCondLst>
                              <p:cond delay="0"/>
                            </p:stCondLst>
                            <p:childTnLst>
                              <p:par>
                                <p:cTn id="398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99" dur="2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400" dur="2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01" dur="2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2" fill="hold">
                      <p:stCondLst>
                        <p:cond delay="indefinite"/>
                      </p:stCondLst>
                      <p:childTnLst>
                        <p:par>
                          <p:cTn id="403" fill="hold">
                            <p:stCondLst>
                              <p:cond delay="0"/>
                            </p:stCondLst>
                            <p:childTnLst>
                              <p:par>
                                <p:cTn id="404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405" dur="2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FF00"/>
                                      </p:to>
                                    </p:animClr>
                                    <p:set>
                                      <p:cBhvr>
                                        <p:cTn id="406" dur="2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07" dur="2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8" fill="hold">
                      <p:stCondLst>
                        <p:cond delay="indefinite"/>
                      </p:stCondLst>
                      <p:childTnLst>
                        <p:par>
                          <p:cTn id="409" fill="hold">
                            <p:stCondLst>
                              <p:cond delay="0"/>
                            </p:stCondLst>
                            <p:childTnLst>
                              <p:par>
                                <p:cTn id="410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411" dur="2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412" dur="2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13" dur="2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8"/>
                  </p:tgtEl>
                </p:cond>
              </p:nextCondLst>
            </p:seq>
            <p:seq concurrent="1" nextAc="seek">
              <p:cTn id="414" restart="whenNotActive" fill="hold" evtFilter="cancelBubble" nodeType="interactiveSeq">
                <p:stCondLst>
                  <p:cond evt="onClick" delay="0">
                    <p:tgtEl>
                      <p:spTgt spid="10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15" fill="hold">
                      <p:stCondLst>
                        <p:cond delay="0"/>
                      </p:stCondLst>
                      <p:childTnLst>
                        <p:par>
                          <p:cTn id="416" fill="hold">
                            <p:stCondLst>
                              <p:cond delay="0"/>
                            </p:stCondLst>
                            <p:childTnLst>
                              <p:par>
                                <p:cTn id="417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418" dur="20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419" dur="20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20" dur="20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1" fill="hold">
                      <p:stCondLst>
                        <p:cond delay="indefinite"/>
                      </p:stCondLst>
                      <p:childTnLst>
                        <p:par>
                          <p:cTn id="422" fill="hold">
                            <p:stCondLst>
                              <p:cond delay="0"/>
                            </p:stCondLst>
                            <p:childTnLst>
                              <p:par>
                                <p:cTn id="423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424" dur="20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70C0"/>
                                      </p:to>
                                    </p:animClr>
                                    <p:set>
                                      <p:cBhvr>
                                        <p:cTn id="425" dur="20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26" dur="20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7" fill="hold">
                      <p:stCondLst>
                        <p:cond delay="indefinite"/>
                      </p:stCondLst>
                      <p:childTnLst>
                        <p:par>
                          <p:cTn id="428" fill="hold">
                            <p:stCondLst>
                              <p:cond delay="0"/>
                            </p:stCondLst>
                            <p:childTnLst>
                              <p:par>
                                <p:cTn id="429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430" dur="20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431" dur="20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32" dur="20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3" fill="hold">
                      <p:stCondLst>
                        <p:cond delay="indefinite"/>
                      </p:stCondLst>
                      <p:childTnLst>
                        <p:par>
                          <p:cTn id="434" fill="hold">
                            <p:stCondLst>
                              <p:cond delay="0"/>
                            </p:stCondLst>
                            <p:childTnLst>
                              <p:par>
                                <p:cTn id="435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436" dur="20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FF00"/>
                                      </p:to>
                                    </p:animClr>
                                    <p:set>
                                      <p:cBhvr>
                                        <p:cTn id="437" dur="20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38" dur="20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9" fill="hold">
                      <p:stCondLst>
                        <p:cond delay="indefinite"/>
                      </p:stCondLst>
                      <p:childTnLst>
                        <p:par>
                          <p:cTn id="440" fill="hold">
                            <p:stCondLst>
                              <p:cond delay="0"/>
                            </p:stCondLst>
                            <p:childTnLst>
                              <p:par>
                                <p:cTn id="441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442" dur="20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443" dur="20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44" dur="20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4"/>
                  </p:tgtEl>
                </p:cond>
              </p:nextCondLst>
            </p:seq>
            <p:seq concurrent="1" nextAc="seek">
              <p:cTn id="445" restart="whenNotActive" fill="hold" evtFilter="cancelBubble" nodeType="interactiveSeq">
                <p:stCondLst>
                  <p:cond evt="onClick" delay="0">
                    <p:tgtEl>
                      <p:spTgt spid="1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6" fill="hold">
                      <p:stCondLst>
                        <p:cond delay="0"/>
                      </p:stCondLst>
                      <p:childTnLst>
                        <p:par>
                          <p:cTn id="447" fill="hold">
                            <p:stCondLst>
                              <p:cond delay="0"/>
                            </p:stCondLst>
                            <p:childTnLst>
                              <p:par>
                                <p:cTn id="448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449" dur="20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450" dur="20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51" dur="20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2" fill="hold">
                      <p:stCondLst>
                        <p:cond delay="indefinite"/>
                      </p:stCondLst>
                      <p:childTnLst>
                        <p:par>
                          <p:cTn id="453" fill="hold">
                            <p:stCondLst>
                              <p:cond delay="0"/>
                            </p:stCondLst>
                            <p:childTnLst>
                              <p:par>
                                <p:cTn id="454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455" dur="20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70C0"/>
                                      </p:to>
                                    </p:animClr>
                                    <p:set>
                                      <p:cBhvr>
                                        <p:cTn id="456" dur="20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57" dur="20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8" fill="hold">
                      <p:stCondLst>
                        <p:cond delay="indefinite"/>
                      </p:stCondLst>
                      <p:childTnLst>
                        <p:par>
                          <p:cTn id="459" fill="hold">
                            <p:stCondLst>
                              <p:cond delay="0"/>
                            </p:stCondLst>
                            <p:childTnLst>
                              <p:par>
                                <p:cTn id="460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461" dur="20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462" dur="20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63" dur="20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4" fill="hold">
                      <p:stCondLst>
                        <p:cond delay="indefinite"/>
                      </p:stCondLst>
                      <p:childTnLst>
                        <p:par>
                          <p:cTn id="465" fill="hold">
                            <p:stCondLst>
                              <p:cond delay="0"/>
                            </p:stCondLst>
                            <p:childTnLst>
                              <p:par>
                                <p:cTn id="466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467" dur="20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FF00"/>
                                      </p:to>
                                    </p:animClr>
                                    <p:set>
                                      <p:cBhvr>
                                        <p:cTn id="468" dur="20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69" dur="20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0" fill="hold">
                      <p:stCondLst>
                        <p:cond delay="indefinite"/>
                      </p:stCondLst>
                      <p:childTnLst>
                        <p:par>
                          <p:cTn id="471" fill="hold">
                            <p:stCondLst>
                              <p:cond delay="0"/>
                            </p:stCondLst>
                            <p:childTnLst>
                              <p:par>
                                <p:cTn id="472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473" dur="20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474" dur="20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75" dur="20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2"/>
                  </p:tgtEl>
                </p:cond>
              </p:nextCondLst>
            </p:seq>
            <p:seq concurrent="1" nextAc="seek">
              <p:cTn id="476" restart="whenNotActive" fill="hold" evtFilter="cancelBubble" nodeType="interactiveSeq">
                <p:stCondLst>
                  <p:cond evt="onClick" delay="0">
                    <p:tgtEl>
                      <p:spTgt spid="17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77" fill="hold">
                      <p:stCondLst>
                        <p:cond delay="0"/>
                      </p:stCondLst>
                      <p:childTnLst>
                        <p:par>
                          <p:cTn id="478" fill="hold">
                            <p:stCondLst>
                              <p:cond delay="0"/>
                            </p:stCondLst>
                            <p:childTnLst>
                              <p:par>
                                <p:cTn id="479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480" dur="20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481" dur="20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82" dur="20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3" fill="hold">
                      <p:stCondLst>
                        <p:cond delay="indefinite"/>
                      </p:stCondLst>
                      <p:childTnLst>
                        <p:par>
                          <p:cTn id="484" fill="hold">
                            <p:stCondLst>
                              <p:cond delay="0"/>
                            </p:stCondLst>
                            <p:childTnLst>
                              <p:par>
                                <p:cTn id="485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486" dur="20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70C0"/>
                                      </p:to>
                                    </p:animClr>
                                    <p:set>
                                      <p:cBhvr>
                                        <p:cTn id="487" dur="20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88" dur="20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9" fill="hold">
                      <p:stCondLst>
                        <p:cond delay="indefinite"/>
                      </p:stCondLst>
                      <p:childTnLst>
                        <p:par>
                          <p:cTn id="490" fill="hold">
                            <p:stCondLst>
                              <p:cond delay="0"/>
                            </p:stCondLst>
                            <p:childTnLst>
                              <p:par>
                                <p:cTn id="491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492" dur="20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493" dur="20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94" dur="20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5" fill="hold">
                      <p:stCondLst>
                        <p:cond delay="indefinite"/>
                      </p:stCondLst>
                      <p:childTnLst>
                        <p:par>
                          <p:cTn id="496" fill="hold">
                            <p:stCondLst>
                              <p:cond delay="0"/>
                            </p:stCondLst>
                            <p:childTnLst>
                              <p:par>
                                <p:cTn id="497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498" dur="20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FF00"/>
                                      </p:to>
                                    </p:animClr>
                                    <p:set>
                                      <p:cBhvr>
                                        <p:cTn id="499" dur="20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00" dur="20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1" fill="hold">
                      <p:stCondLst>
                        <p:cond delay="indefinite"/>
                      </p:stCondLst>
                      <p:childTnLst>
                        <p:par>
                          <p:cTn id="502" fill="hold">
                            <p:stCondLst>
                              <p:cond delay="0"/>
                            </p:stCondLst>
                            <p:childTnLst>
                              <p:par>
                                <p:cTn id="503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504" dur="20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505" dur="20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06" dur="20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5"/>
                  </p:tgtEl>
                </p:cond>
              </p:nextCondLst>
            </p:seq>
            <p:seq concurrent="1" nextAc="seek">
              <p:cTn id="507" restart="whenNotActive" fill="hold" evtFilter="cancelBubble" nodeType="interactiveSeq">
                <p:stCondLst>
                  <p:cond evt="onClick" delay="0">
                    <p:tgtEl>
                      <p:spTgt spid="6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08" fill="hold">
                      <p:stCondLst>
                        <p:cond delay="0"/>
                      </p:stCondLst>
                      <p:childTnLst>
                        <p:par>
                          <p:cTn id="509" fill="hold">
                            <p:stCondLst>
                              <p:cond delay="0"/>
                            </p:stCondLst>
                            <p:childTnLst>
                              <p:par>
                                <p:cTn id="510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511" dur="2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512" dur="2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13" dur="2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4" fill="hold">
                      <p:stCondLst>
                        <p:cond delay="indefinite"/>
                      </p:stCondLst>
                      <p:childTnLst>
                        <p:par>
                          <p:cTn id="515" fill="hold">
                            <p:stCondLst>
                              <p:cond delay="0"/>
                            </p:stCondLst>
                            <p:childTnLst>
                              <p:par>
                                <p:cTn id="516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517" dur="2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70C0"/>
                                      </p:to>
                                    </p:animClr>
                                    <p:set>
                                      <p:cBhvr>
                                        <p:cTn id="518" dur="2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19" dur="2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0" fill="hold">
                      <p:stCondLst>
                        <p:cond delay="indefinite"/>
                      </p:stCondLst>
                      <p:childTnLst>
                        <p:par>
                          <p:cTn id="521" fill="hold">
                            <p:stCondLst>
                              <p:cond delay="0"/>
                            </p:stCondLst>
                            <p:childTnLst>
                              <p:par>
                                <p:cTn id="522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523" dur="2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524" dur="2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25" dur="2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6" fill="hold">
                      <p:stCondLst>
                        <p:cond delay="indefinite"/>
                      </p:stCondLst>
                      <p:childTnLst>
                        <p:par>
                          <p:cTn id="527" fill="hold">
                            <p:stCondLst>
                              <p:cond delay="0"/>
                            </p:stCondLst>
                            <p:childTnLst>
                              <p:par>
                                <p:cTn id="528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529" dur="2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FF00"/>
                                      </p:to>
                                    </p:animClr>
                                    <p:set>
                                      <p:cBhvr>
                                        <p:cTn id="530" dur="2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31" dur="2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2" fill="hold">
                      <p:stCondLst>
                        <p:cond delay="indefinite"/>
                      </p:stCondLst>
                      <p:childTnLst>
                        <p:par>
                          <p:cTn id="533" fill="hold">
                            <p:stCondLst>
                              <p:cond delay="0"/>
                            </p:stCondLst>
                            <p:childTnLst>
                              <p:par>
                                <p:cTn id="534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535" dur="2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536" dur="2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37" dur="2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8"/>
                  </p:tgtEl>
                </p:cond>
              </p:nextCondLst>
            </p:seq>
            <p:seq concurrent="1" nextAc="seek">
              <p:cTn id="538" restart="whenNotActive" fill="hold" evtFilter="cancelBubble" nodeType="interactiveSeq">
                <p:stCondLst>
                  <p:cond evt="onClick" delay="0">
                    <p:tgtEl>
                      <p:spTgt spid="3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39" fill="hold">
                      <p:stCondLst>
                        <p:cond delay="0"/>
                      </p:stCondLst>
                      <p:childTnLst>
                        <p:par>
                          <p:cTn id="540" fill="hold">
                            <p:stCondLst>
                              <p:cond delay="0"/>
                            </p:stCondLst>
                            <p:childTnLst>
                              <p:par>
                                <p:cTn id="541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542" dur="2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543" dur="2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44" dur="2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5" fill="hold">
                      <p:stCondLst>
                        <p:cond delay="indefinite"/>
                      </p:stCondLst>
                      <p:childTnLst>
                        <p:par>
                          <p:cTn id="546" fill="hold">
                            <p:stCondLst>
                              <p:cond delay="0"/>
                            </p:stCondLst>
                            <p:childTnLst>
                              <p:par>
                                <p:cTn id="547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548" dur="2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70C0"/>
                                      </p:to>
                                    </p:animClr>
                                    <p:set>
                                      <p:cBhvr>
                                        <p:cTn id="549" dur="2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50" dur="2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1" fill="hold">
                      <p:stCondLst>
                        <p:cond delay="indefinite"/>
                      </p:stCondLst>
                      <p:childTnLst>
                        <p:par>
                          <p:cTn id="552" fill="hold">
                            <p:stCondLst>
                              <p:cond delay="0"/>
                            </p:stCondLst>
                            <p:childTnLst>
                              <p:par>
                                <p:cTn id="553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554" dur="2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555" dur="2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56" dur="2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7" fill="hold">
                      <p:stCondLst>
                        <p:cond delay="indefinite"/>
                      </p:stCondLst>
                      <p:childTnLst>
                        <p:par>
                          <p:cTn id="558" fill="hold">
                            <p:stCondLst>
                              <p:cond delay="0"/>
                            </p:stCondLst>
                            <p:childTnLst>
                              <p:par>
                                <p:cTn id="559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560" dur="2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FF00"/>
                                      </p:to>
                                    </p:animClr>
                                    <p:set>
                                      <p:cBhvr>
                                        <p:cTn id="561" dur="2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62" dur="2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3" fill="hold">
                      <p:stCondLst>
                        <p:cond delay="indefinite"/>
                      </p:stCondLst>
                      <p:childTnLst>
                        <p:par>
                          <p:cTn id="564" fill="hold">
                            <p:stCondLst>
                              <p:cond delay="0"/>
                            </p:stCondLst>
                            <p:childTnLst>
                              <p:par>
                                <p:cTn id="565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566" dur="2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567" dur="2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68" dur="2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4"/>
                  </p:tgtEl>
                </p:cond>
              </p:nextCondLst>
            </p:seq>
            <p:seq concurrent="1" nextAc="seek">
              <p:cTn id="569" restart="whenNotActive" fill="hold" evtFilter="cancelBubble" nodeType="interactiveSeq">
                <p:stCondLst>
                  <p:cond evt="onClick" delay="0">
                    <p:tgtEl>
                      <p:spTgt spid="15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70" fill="hold">
                      <p:stCondLst>
                        <p:cond delay="0"/>
                      </p:stCondLst>
                      <p:childTnLst>
                        <p:par>
                          <p:cTn id="571" fill="hold">
                            <p:stCondLst>
                              <p:cond delay="0"/>
                            </p:stCondLst>
                            <p:childTnLst>
                              <p:par>
                                <p:cTn id="572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573" dur="20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574" dur="20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75" dur="20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6" fill="hold">
                      <p:stCondLst>
                        <p:cond delay="indefinite"/>
                      </p:stCondLst>
                      <p:childTnLst>
                        <p:par>
                          <p:cTn id="577" fill="hold">
                            <p:stCondLst>
                              <p:cond delay="0"/>
                            </p:stCondLst>
                            <p:childTnLst>
                              <p:par>
                                <p:cTn id="578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579" dur="20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70C0"/>
                                      </p:to>
                                    </p:animClr>
                                    <p:set>
                                      <p:cBhvr>
                                        <p:cTn id="580" dur="20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81" dur="20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2" fill="hold">
                      <p:stCondLst>
                        <p:cond delay="indefinite"/>
                      </p:stCondLst>
                      <p:childTnLst>
                        <p:par>
                          <p:cTn id="583" fill="hold">
                            <p:stCondLst>
                              <p:cond delay="0"/>
                            </p:stCondLst>
                            <p:childTnLst>
                              <p:par>
                                <p:cTn id="584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585" dur="20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586" dur="20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87" dur="20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8" fill="hold">
                      <p:stCondLst>
                        <p:cond delay="indefinite"/>
                      </p:stCondLst>
                      <p:childTnLst>
                        <p:par>
                          <p:cTn id="589" fill="hold">
                            <p:stCondLst>
                              <p:cond delay="0"/>
                            </p:stCondLst>
                            <p:childTnLst>
                              <p:par>
                                <p:cTn id="590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591" dur="20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FF00"/>
                                      </p:to>
                                    </p:animClr>
                                    <p:set>
                                      <p:cBhvr>
                                        <p:cTn id="592" dur="20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93" dur="20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4" fill="hold">
                      <p:stCondLst>
                        <p:cond delay="indefinite"/>
                      </p:stCondLst>
                      <p:childTnLst>
                        <p:par>
                          <p:cTn id="595" fill="hold">
                            <p:stCondLst>
                              <p:cond delay="0"/>
                            </p:stCondLst>
                            <p:childTnLst>
                              <p:par>
                                <p:cTn id="596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597" dur="20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598" dur="20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99" dur="20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7"/>
                  </p:tgtEl>
                </p:cond>
              </p:nextCondLst>
            </p:seq>
          </p:childTnLst>
        </p:cTn>
      </p:par>
    </p:tnLst>
    <p:bldLst>
      <p:bldP spid="326" grpId="0" uiExpand="1" build="allAtOnce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4" name="Picture 6" descr="Japanese Fall Wallpapers - Top Free Japanese Fall Backgrounds ...">
            <a:extLst>
              <a:ext uri="{FF2B5EF4-FFF2-40B4-BE49-F238E27FC236}">
                <a16:creationId xmlns:a16="http://schemas.microsoft.com/office/drawing/2014/main" id="{3CA557F6-07B3-4B71-9669-35C8077F1E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4287" y="-8036"/>
            <a:ext cx="12206287" cy="6866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0" name="1">
            <a:hlinkClick r:id="rId3" action="ppaction://hlinksldjump"/>
            <a:extLst>
              <a:ext uri="{FF2B5EF4-FFF2-40B4-BE49-F238E27FC236}">
                <a16:creationId xmlns:a16="http://schemas.microsoft.com/office/drawing/2014/main" id="{93289AEE-3029-59A5-7052-C2DAEB44E82C}"/>
              </a:ext>
            </a:extLst>
          </p:cNvPr>
          <p:cNvSpPr txBox="1">
            <a:spLocks/>
          </p:cNvSpPr>
          <p:nvPr/>
        </p:nvSpPr>
        <p:spPr>
          <a:xfrm>
            <a:off x="155095" y="1343032"/>
            <a:ext cx="1200150" cy="1323439"/>
          </a:xfrm>
          <a:prstGeom prst="rect">
            <a:avLst/>
          </a:prstGeom>
          <a:solidFill>
            <a:schemeClr val="accent4"/>
          </a:solidFill>
          <a:ln w="28575">
            <a:solidFill>
              <a:schemeClr val="accent6"/>
            </a:solidFill>
          </a:ln>
          <a:effectLst>
            <a:glow rad="101600">
              <a:schemeClr val="accent2">
                <a:satMod val="175000"/>
                <a:alpha val="40000"/>
              </a:schemeClr>
            </a:glow>
            <a:innerShdw blurRad="114300">
              <a:prstClr val="black"/>
            </a:innerShdw>
            <a:softEdge rad="317500"/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altLang="ja-JP" sz="8000" dirty="0">
                <a:ln w="38100">
                  <a:solidFill>
                    <a:sysClr val="windowText" lastClr="000000"/>
                  </a:solidFill>
                </a:ln>
                <a:solidFill>
                  <a:schemeClr val="bg1"/>
                </a:solidFill>
                <a:latin typeface="Comic Relief" panose="030F0702030302020204" pitchFamily="66" charset="0"/>
                <a:ea typeface="BIZ UDP明朝 Medium" panose="02020500000000000000" pitchFamily="18" charset="-128"/>
              </a:rPr>
              <a:t>1</a:t>
            </a:r>
            <a:endParaRPr kumimoji="1" lang="ja-JP" altLang="en-US" sz="8000" dirty="0">
              <a:ln w="38100">
                <a:solidFill>
                  <a:sysClr val="windowText" lastClr="000000"/>
                </a:solidFill>
              </a:ln>
              <a:solidFill>
                <a:schemeClr val="bg1"/>
              </a:solidFill>
              <a:latin typeface="Comic Relief" panose="030F0702030302020204" pitchFamily="66" charset="0"/>
              <a:ea typeface="BIZ UDP明朝 Medium" panose="02020500000000000000" pitchFamily="18" charset="-128"/>
            </a:endParaRPr>
          </a:p>
        </p:txBody>
      </p:sp>
      <p:sp>
        <p:nvSpPr>
          <p:cNvPr id="71" name="2">
            <a:hlinkClick r:id="rId4" action="ppaction://hlinksldjump"/>
            <a:extLst>
              <a:ext uri="{FF2B5EF4-FFF2-40B4-BE49-F238E27FC236}">
                <a16:creationId xmlns:a16="http://schemas.microsoft.com/office/drawing/2014/main" id="{5E8A3D16-655C-63EE-D152-E9FB8444A2C5}"/>
              </a:ext>
            </a:extLst>
          </p:cNvPr>
          <p:cNvSpPr txBox="1"/>
          <p:nvPr/>
        </p:nvSpPr>
        <p:spPr>
          <a:xfrm>
            <a:off x="1538030" y="1341606"/>
            <a:ext cx="1200150" cy="1323439"/>
          </a:xfrm>
          <a:prstGeom prst="rect">
            <a:avLst/>
          </a:prstGeom>
          <a:solidFill>
            <a:schemeClr val="accent4"/>
          </a:solidFill>
          <a:ln w="28575">
            <a:solidFill>
              <a:schemeClr val="accent6"/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  <a:innerShdw blurRad="114300">
              <a:prstClr val="black"/>
            </a:innerShdw>
            <a:softEdge rad="317500"/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altLang="ja-JP" sz="8000" dirty="0">
                <a:ln w="38100">
                  <a:solidFill>
                    <a:schemeClr val="tx1"/>
                  </a:solidFill>
                </a:ln>
                <a:solidFill>
                  <a:schemeClr val="bg1"/>
                </a:solidFill>
                <a:latin typeface="Comic Relief" panose="030F0702030302020204" pitchFamily="66" charset="0"/>
                <a:ea typeface="BIZ UDP明朝 Medium" panose="02020500000000000000" pitchFamily="18" charset="-128"/>
              </a:rPr>
              <a:t>2</a:t>
            </a:r>
            <a:endParaRPr kumimoji="1" lang="ja-JP" altLang="en-US" sz="8000" dirty="0">
              <a:ln w="38100">
                <a:solidFill>
                  <a:schemeClr val="tx1"/>
                </a:solidFill>
              </a:ln>
              <a:solidFill>
                <a:schemeClr val="bg1"/>
              </a:solidFill>
              <a:latin typeface="Comic Relief" panose="030F0702030302020204" pitchFamily="66" charset="0"/>
              <a:ea typeface="BIZ UDP明朝 Medium" panose="02020500000000000000" pitchFamily="18" charset="-128"/>
            </a:endParaRPr>
          </a:p>
        </p:txBody>
      </p:sp>
      <p:sp>
        <p:nvSpPr>
          <p:cNvPr id="72" name="4">
            <a:hlinkClick r:id="rId5" action="ppaction://hlinksldjump"/>
            <a:extLst>
              <a:ext uri="{FF2B5EF4-FFF2-40B4-BE49-F238E27FC236}">
                <a16:creationId xmlns:a16="http://schemas.microsoft.com/office/drawing/2014/main" id="{4EDB4596-F768-6490-BD14-E02D5DD69B33}"/>
              </a:ext>
            </a:extLst>
          </p:cNvPr>
          <p:cNvSpPr txBox="1"/>
          <p:nvPr/>
        </p:nvSpPr>
        <p:spPr>
          <a:xfrm>
            <a:off x="2921151" y="1341606"/>
            <a:ext cx="1200150" cy="1323439"/>
          </a:xfrm>
          <a:prstGeom prst="rect">
            <a:avLst/>
          </a:prstGeom>
          <a:solidFill>
            <a:schemeClr val="accent4"/>
          </a:solidFill>
          <a:ln w="28575">
            <a:solidFill>
              <a:schemeClr val="accent6"/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  <a:innerShdw blurRad="114300">
              <a:prstClr val="black"/>
            </a:innerShdw>
            <a:softEdge rad="317500"/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altLang="ja-JP" sz="8000" dirty="0">
                <a:ln w="38100">
                  <a:solidFill>
                    <a:schemeClr val="tx1"/>
                  </a:solidFill>
                </a:ln>
                <a:solidFill>
                  <a:schemeClr val="bg1"/>
                </a:solidFill>
                <a:latin typeface="Comic Relief" panose="030F0702030302020204" pitchFamily="66" charset="0"/>
                <a:ea typeface="BIZ UDP明朝 Medium" panose="02020500000000000000" pitchFamily="18" charset="-128"/>
              </a:rPr>
              <a:t>4</a:t>
            </a:r>
            <a:endParaRPr kumimoji="1" lang="ja-JP" altLang="en-US" sz="8000" dirty="0">
              <a:ln w="38100">
                <a:solidFill>
                  <a:schemeClr val="tx1"/>
                </a:solidFill>
              </a:ln>
              <a:solidFill>
                <a:schemeClr val="bg1"/>
              </a:solidFill>
              <a:latin typeface="Comic Relief" panose="030F0702030302020204" pitchFamily="66" charset="0"/>
              <a:ea typeface="BIZ UDP明朝 Medium" panose="02020500000000000000" pitchFamily="18" charset="-128"/>
            </a:endParaRPr>
          </a:p>
        </p:txBody>
      </p:sp>
      <p:sp>
        <p:nvSpPr>
          <p:cNvPr id="73" name="10">
            <a:hlinkClick r:id="rId6" action="ppaction://hlinksldjump"/>
            <a:extLst>
              <a:ext uri="{FF2B5EF4-FFF2-40B4-BE49-F238E27FC236}">
                <a16:creationId xmlns:a16="http://schemas.microsoft.com/office/drawing/2014/main" id="{1788B421-D2AC-5467-9955-313E24BA208B}"/>
              </a:ext>
            </a:extLst>
          </p:cNvPr>
          <p:cNvSpPr txBox="1"/>
          <p:nvPr/>
        </p:nvSpPr>
        <p:spPr>
          <a:xfrm>
            <a:off x="5746335" y="1309426"/>
            <a:ext cx="1423714" cy="1323439"/>
          </a:xfrm>
          <a:prstGeom prst="rect">
            <a:avLst/>
          </a:prstGeom>
          <a:solidFill>
            <a:schemeClr val="accent4"/>
          </a:solidFill>
          <a:ln w="28575">
            <a:solidFill>
              <a:schemeClr val="accent6"/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  <a:innerShdw blurRad="114300">
              <a:prstClr val="black"/>
            </a:innerShdw>
            <a:softEdge rad="317500"/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altLang="ja-JP" sz="8000" dirty="0">
                <a:ln w="38100">
                  <a:solidFill>
                    <a:schemeClr val="tx1"/>
                  </a:solidFill>
                </a:ln>
                <a:solidFill>
                  <a:schemeClr val="bg1"/>
                </a:solidFill>
                <a:latin typeface="Comic Relief" panose="030F0702030302020204" pitchFamily="66" charset="0"/>
                <a:ea typeface="BIZ UDP明朝 Medium" panose="02020500000000000000" pitchFamily="18" charset="-128"/>
              </a:rPr>
              <a:t>10</a:t>
            </a:r>
            <a:endParaRPr kumimoji="1" lang="ja-JP" altLang="en-US" sz="8000" dirty="0">
              <a:ln w="38100">
                <a:solidFill>
                  <a:schemeClr val="tx1"/>
                </a:solidFill>
              </a:ln>
              <a:solidFill>
                <a:schemeClr val="bg1"/>
              </a:solidFill>
              <a:latin typeface="Comic Relief" panose="030F0702030302020204" pitchFamily="66" charset="0"/>
              <a:ea typeface="BIZ UDP明朝 Medium" panose="02020500000000000000" pitchFamily="18" charset="-128"/>
            </a:endParaRPr>
          </a:p>
        </p:txBody>
      </p:sp>
      <p:sp>
        <p:nvSpPr>
          <p:cNvPr id="74" name="13">
            <a:hlinkClick r:id="rId7" action="ppaction://hlinksldjump"/>
            <a:extLst>
              <a:ext uri="{FF2B5EF4-FFF2-40B4-BE49-F238E27FC236}">
                <a16:creationId xmlns:a16="http://schemas.microsoft.com/office/drawing/2014/main" id="{6B8B4E59-1C81-F83C-7FCD-A0AB0F83AD8E}"/>
              </a:ext>
            </a:extLst>
          </p:cNvPr>
          <p:cNvSpPr txBox="1"/>
          <p:nvPr/>
        </p:nvSpPr>
        <p:spPr>
          <a:xfrm>
            <a:off x="7382491" y="1281702"/>
            <a:ext cx="1423714" cy="1323439"/>
          </a:xfrm>
          <a:prstGeom prst="rect">
            <a:avLst/>
          </a:prstGeom>
          <a:solidFill>
            <a:schemeClr val="accent4"/>
          </a:solidFill>
          <a:ln w="28575">
            <a:solidFill>
              <a:schemeClr val="accent6"/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  <a:innerShdw blurRad="114300">
              <a:prstClr val="black"/>
            </a:innerShdw>
            <a:softEdge rad="317500"/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en-US" altLang="ja-JP" sz="8000" dirty="0">
                <a:ln w="38100">
                  <a:solidFill>
                    <a:schemeClr val="tx1"/>
                  </a:solidFill>
                </a:ln>
                <a:solidFill>
                  <a:schemeClr val="bg1"/>
                </a:solidFill>
                <a:latin typeface="Comic Relief" panose="030F0702030302020204" pitchFamily="66" charset="0"/>
                <a:ea typeface="BIZ UDP明朝 Medium" panose="02020500000000000000" pitchFamily="18" charset="-128"/>
              </a:rPr>
              <a:t>13</a:t>
            </a:r>
            <a:endParaRPr kumimoji="1" lang="ja-JP" altLang="en-US" sz="8000" dirty="0">
              <a:ln w="38100">
                <a:solidFill>
                  <a:schemeClr val="tx1"/>
                </a:solidFill>
              </a:ln>
              <a:solidFill>
                <a:schemeClr val="bg1"/>
              </a:solidFill>
              <a:latin typeface="Comic Relief" panose="030F0702030302020204" pitchFamily="66" charset="0"/>
              <a:ea typeface="BIZ UDP明朝 Medium" panose="02020500000000000000" pitchFamily="18" charset="-128"/>
            </a:endParaRPr>
          </a:p>
        </p:txBody>
      </p:sp>
      <p:sp>
        <p:nvSpPr>
          <p:cNvPr id="75" name="15">
            <a:hlinkClick r:id="rId8" action="ppaction://hlinksldjump"/>
            <a:extLst>
              <a:ext uri="{FF2B5EF4-FFF2-40B4-BE49-F238E27FC236}">
                <a16:creationId xmlns:a16="http://schemas.microsoft.com/office/drawing/2014/main" id="{A9B9CA12-DB68-16C3-086A-383D6521061B}"/>
              </a:ext>
            </a:extLst>
          </p:cNvPr>
          <p:cNvSpPr txBox="1"/>
          <p:nvPr/>
        </p:nvSpPr>
        <p:spPr>
          <a:xfrm>
            <a:off x="8947441" y="1281702"/>
            <a:ext cx="1423715" cy="1323439"/>
          </a:xfrm>
          <a:prstGeom prst="rect">
            <a:avLst/>
          </a:prstGeom>
          <a:solidFill>
            <a:schemeClr val="accent4"/>
          </a:solidFill>
          <a:ln w="28575">
            <a:solidFill>
              <a:schemeClr val="accent6"/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  <a:innerShdw blurRad="114300">
              <a:prstClr val="black"/>
            </a:innerShdw>
            <a:softEdge rad="317500"/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en-US" altLang="ja-JP" sz="8000" dirty="0">
                <a:ln w="38100">
                  <a:solidFill>
                    <a:schemeClr val="tx1"/>
                  </a:solidFill>
                </a:ln>
                <a:solidFill>
                  <a:schemeClr val="bg1"/>
                </a:solidFill>
                <a:latin typeface="Comic Relief" panose="030F0702030302020204" pitchFamily="66" charset="0"/>
                <a:ea typeface="BIZ UDP明朝 Medium" panose="02020500000000000000" pitchFamily="18" charset="-128"/>
              </a:rPr>
              <a:t>15</a:t>
            </a:r>
            <a:endParaRPr kumimoji="1" lang="ja-JP" altLang="en-US" sz="8000" dirty="0">
              <a:ln w="38100">
                <a:solidFill>
                  <a:schemeClr val="tx1"/>
                </a:solidFill>
              </a:ln>
              <a:solidFill>
                <a:schemeClr val="bg1"/>
              </a:solidFill>
              <a:latin typeface="Comic Relief" panose="030F0702030302020204" pitchFamily="66" charset="0"/>
              <a:ea typeface="BIZ UDP明朝 Medium" panose="02020500000000000000" pitchFamily="18" charset="-128"/>
            </a:endParaRPr>
          </a:p>
        </p:txBody>
      </p:sp>
      <p:sp>
        <p:nvSpPr>
          <p:cNvPr id="76" name="16">
            <a:hlinkClick r:id="rId9" action="ppaction://hlinksldjump"/>
            <a:extLst>
              <a:ext uri="{FF2B5EF4-FFF2-40B4-BE49-F238E27FC236}">
                <a16:creationId xmlns:a16="http://schemas.microsoft.com/office/drawing/2014/main" id="{2F74D785-F286-C14B-54C6-0AF67AC8298E}"/>
              </a:ext>
            </a:extLst>
          </p:cNvPr>
          <p:cNvSpPr txBox="1"/>
          <p:nvPr/>
        </p:nvSpPr>
        <p:spPr>
          <a:xfrm>
            <a:off x="10598337" y="1309426"/>
            <a:ext cx="1438753" cy="1323439"/>
          </a:xfrm>
          <a:prstGeom prst="rect">
            <a:avLst/>
          </a:prstGeom>
          <a:solidFill>
            <a:schemeClr val="accent4"/>
          </a:solidFill>
          <a:ln w="28575">
            <a:solidFill>
              <a:schemeClr val="accent6"/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  <a:innerShdw blurRad="114300">
              <a:prstClr val="black"/>
            </a:innerShdw>
            <a:softEdge rad="317500"/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en-US" altLang="ja-JP" sz="8000" dirty="0">
                <a:ln w="38100">
                  <a:solidFill>
                    <a:schemeClr val="tx1"/>
                  </a:solidFill>
                </a:ln>
                <a:solidFill>
                  <a:schemeClr val="bg1"/>
                </a:solidFill>
                <a:latin typeface="Comic Relief" panose="030F0702030302020204" pitchFamily="66" charset="0"/>
                <a:ea typeface="BIZ UDP明朝 Medium" panose="02020500000000000000" pitchFamily="18" charset="-128"/>
              </a:rPr>
              <a:t>16</a:t>
            </a:r>
            <a:endParaRPr kumimoji="1" lang="ja-JP" altLang="en-US" sz="8000" dirty="0">
              <a:ln w="38100">
                <a:solidFill>
                  <a:schemeClr val="tx1"/>
                </a:solidFill>
              </a:ln>
              <a:solidFill>
                <a:schemeClr val="bg1"/>
              </a:solidFill>
              <a:latin typeface="Comic Relief" panose="030F0702030302020204" pitchFamily="66" charset="0"/>
              <a:ea typeface="BIZ UDP明朝 Medium" panose="02020500000000000000" pitchFamily="18" charset="-128"/>
            </a:endParaRPr>
          </a:p>
        </p:txBody>
      </p:sp>
      <p:sp>
        <p:nvSpPr>
          <p:cNvPr id="77" name="17">
            <a:hlinkClick r:id="rId10" action="ppaction://hlinksldjump"/>
            <a:extLst>
              <a:ext uri="{FF2B5EF4-FFF2-40B4-BE49-F238E27FC236}">
                <a16:creationId xmlns:a16="http://schemas.microsoft.com/office/drawing/2014/main" id="{F5162057-F1C7-3C8C-50F4-5FB7EC2A73A0}"/>
              </a:ext>
            </a:extLst>
          </p:cNvPr>
          <p:cNvSpPr txBox="1"/>
          <p:nvPr/>
        </p:nvSpPr>
        <p:spPr>
          <a:xfrm>
            <a:off x="1261791" y="2849561"/>
            <a:ext cx="1427421" cy="1323439"/>
          </a:xfrm>
          <a:prstGeom prst="rect">
            <a:avLst/>
          </a:prstGeom>
          <a:solidFill>
            <a:schemeClr val="accent4"/>
          </a:solidFill>
          <a:ln w="28575">
            <a:solidFill>
              <a:schemeClr val="accent6"/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  <a:innerShdw blurRad="114300">
              <a:prstClr val="black"/>
            </a:innerShdw>
            <a:softEdge rad="317500"/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en-US" altLang="ja-JP" sz="8000" dirty="0">
                <a:ln w="38100">
                  <a:solidFill>
                    <a:schemeClr val="tx1"/>
                  </a:solidFill>
                </a:ln>
                <a:solidFill>
                  <a:schemeClr val="bg1"/>
                </a:solidFill>
                <a:latin typeface="Comic Relief" panose="030F0702030302020204" pitchFamily="66" charset="0"/>
                <a:ea typeface="BIZ UDP明朝 Medium" panose="02020500000000000000" pitchFamily="18" charset="-128"/>
              </a:rPr>
              <a:t>17</a:t>
            </a:r>
            <a:endParaRPr kumimoji="1" lang="ja-JP" altLang="en-US" sz="8000" dirty="0">
              <a:ln w="38100">
                <a:solidFill>
                  <a:schemeClr val="tx1"/>
                </a:solidFill>
              </a:ln>
              <a:solidFill>
                <a:schemeClr val="bg1"/>
              </a:solidFill>
              <a:latin typeface="Comic Relief" panose="030F0702030302020204" pitchFamily="66" charset="0"/>
              <a:ea typeface="BIZ UDP明朝 Medium" panose="02020500000000000000" pitchFamily="18" charset="-128"/>
            </a:endParaRPr>
          </a:p>
        </p:txBody>
      </p:sp>
      <p:sp>
        <p:nvSpPr>
          <p:cNvPr id="78" name="21">
            <a:hlinkClick r:id="rId11" action="ppaction://hlinksldjump"/>
            <a:extLst>
              <a:ext uri="{FF2B5EF4-FFF2-40B4-BE49-F238E27FC236}">
                <a16:creationId xmlns:a16="http://schemas.microsoft.com/office/drawing/2014/main" id="{C4C9A226-DE31-61AC-9EE9-5D0EFC60797A}"/>
              </a:ext>
            </a:extLst>
          </p:cNvPr>
          <p:cNvSpPr txBox="1"/>
          <p:nvPr/>
        </p:nvSpPr>
        <p:spPr>
          <a:xfrm>
            <a:off x="2912064" y="2849560"/>
            <a:ext cx="1423714" cy="1323439"/>
          </a:xfrm>
          <a:prstGeom prst="rect">
            <a:avLst/>
          </a:prstGeom>
          <a:solidFill>
            <a:schemeClr val="accent4"/>
          </a:solidFill>
          <a:ln w="28575">
            <a:solidFill>
              <a:schemeClr val="accent6"/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  <a:innerShdw blurRad="114300">
              <a:prstClr val="black"/>
            </a:innerShdw>
            <a:softEdge rad="317500"/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en-US" altLang="ja-JP" sz="8000" dirty="0">
                <a:ln w="38100">
                  <a:solidFill>
                    <a:schemeClr val="tx1"/>
                  </a:solidFill>
                </a:ln>
                <a:solidFill>
                  <a:schemeClr val="bg1"/>
                </a:solidFill>
                <a:latin typeface="Comic Relief" panose="030F0702030302020204" pitchFamily="66" charset="0"/>
                <a:ea typeface="BIZ UDP明朝 Medium" panose="02020500000000000000" pitchFamily="18" charset="-128"/>
              </a:rPr>
              <a:t>21</a:t>
            </a:r>
            <a:endParaRPr kumimoji="1" lang="ja-JP" altLang="en-US" sz="8000" dirty="0">
              <a:ln w="38100">
                <a:solidFill>
                  <a:schemeClr val="tx1"/>
                </a:solidFill>
              </a:ln>
              <a:solidFill>
                <a:schemeClr val="bg1"/>
              </a:solidFill>
              <a:latin typeface="Comic Relief" panose="030F0702030302020204" pitchFamily="66" charset="0"/>
              <a:ea typeface="BIZ UDP明朝 Medium" panose="02020500000000000000" pitchFamily="18" charset="-128"/>
            </a:endParaRPr>
          </a:p>
        </p:txBody>
      </p:sp>
      <p:sp>
        <p:nvSpPr>
          <p:cNvPr id="79" name="22">
            <a:hlinkClick r:id="rId12" action="ppaction://hlinksldjump"/>
            <a:extLst>
              <a:ext uri="{FF2B5EF4-FFF2-40B4-BE49-F238E27FC236}">
                <a16:creationId xmlns:a16="http://schemas.microsoft.com/office/drawing/2014/main" id="{67475955-BE10-23C1-DC0D-1B27D570EE76}"/>
              </a:ext>
            </a:extLst>
          </p:cNvPr>
          <p:cNvSpPr txBox="1"/>
          <p:nvPr/>
        </p:nvSpPr>
        <p:spPr>
          <a:xfrm>
            <a:off x="4563144" y="2829360"/>
            <a:ext cx="1447317" cy="1323439"/>
          </a:xfrm>
          <a:prstGeom prst="rect">
            <a:avLst/>
          </a:prstGeom>
          <a:solidFill>
            <a:schemeClr val="accent4"/>
          </a:solidFill>
          <a:ln w="28575">
            <a:solidFill>
              <a:schemeClr val="accent6"/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  <a:innerShdw blurRad="114300">
              <a:prstClr val="black"/>
            </a:innerShdw>
            <a:softEdge rad="317500"/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en-US" altLang="ja-JP" sz="8000" dirty="0">
                <a:ln w="38100">
                  <a:solidFill>
                    <a:schemeClr val="tx1"/>
                  </a:solidFill>
                </a:ln>
                <a:solidFill>
                  <a:schemeClr val="bg1"/>
                </a:solidFill>
                <a:latin typeface="Comic Relief" panose="030F0702030302020204" pitchFamily="66" charset="0"/>
                <a:ea typeface="BIZ UDP明朝 Medium" panose="02020500000000000000" pitchFamily="18" charset="-128"/>
              </a:rPr>
              <a:t>22</a:t>
            </a:r>
            <a:endParaRPr kumimoji="1" lang="ja-JP" altLang="en-US" sz="8000" dirty="0">
              <a:ln w="38100">
                <a:solidFill>
                  <a:schemeClr val="tx1"/>
                </a:solidFill>
              </a:ln>
              <a:solidFill>
                <a:schemeClr val="bg1"/>
              </a:solidFill>
              <a:latin typeface="Comic Relief" panose="030F0702030302020204" pitchFamily="66" charset="0"/>
              <a:ea typeface="BIZ UDP明朝 Medium" panose="02020500000000000000" pitchFamily="18" charset="-128"/>
            </a:endParaRPr>
          </a:p>
        </p:txBody>
      </p:sp>
      <p:sp>
        <p:nvSpPr>
          <p:cNvPr id="80" name="26">
            <a:hlinkClick r:id="rId13" action="ppaction://hlinksldjump"/>
            <a:extLst>
              <a:ext uri="{FF2B5EF4-FFF2-40B4-BE49-F238E27FC236}">
                <a16:creationId xmlns:a16="http://schemas.microsoft.com/office/drawing/2014/main" id="{86C0404D-4D17-505A-C619-F332C8CCB93C}"/>
              </a:ext>
            </a:extLst>
          </p:cNvPr>
          <p:cNvSpPr txBox="1"/>
          <p:nvPr/>
        </p:nvSpPr>
        <p:spPr>
          <a:xfrm>
            <a:off x="6237827" y="2823923"/>
            <a:ext cx="1438753" cy="1323439"/>
          </a:xfrm>
          <a:prstGeom prst="rect">
            <a:avLst/>
          </a:prstGeom>
          <a:solidFill>
            <a:schemeClr val="accent4"/>
          </a:solidFill>
          <a:ln w="28575">
            <a:solidFill>
              <a:schemeClr val="accent6"/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  <a:innerShdw blurRad="114300">
              <a:prstClr val="black"/>
            </a:innerShdw>
            <a:softEdge rad="317500"/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en-US" altLang="ja-JP" sz="8000" dirty="0">
                <a:ln w="38100">
                  <a:solidFill>
                    <a:schemeClr val="tx1"/>
                  </a:solidFill>
                </a:ln>
                <a:solidFill>
                  <a:schemeClr val="bg1"/>
                </a:solidFill>
                <a:latin typeface="Comic Relief" panose="030F0702030302020204" pitchFamily="66" charset="0"/>
                <a:ea typeface="BIZ UDP明朝 Medium" panose="02020500000000000000" pitchFamily="18" charset="-128"/>
              </a:rPr>
              <a:t>26</a:t>
            </a:r>
            <a:endParaRPr kumimoji="1" lang="ja-JP" altLang="en-US" sz="8000" dirty="0">
              <a:ln w="38100">
                <a:solidFill>
                  <a:schemeClr val="tx1"/>
                </a:solidFill>
              </a:ln>
              <a:solidFill>
                <a:schemeClr val="bg1"/>
              </a:solidFill>
              <a:latin typeface="Comic Relief" panose="030F0702030302020204" pitchFamily="66" charset="0"/>
              <a:ea typeface="BIZ UDP明朝 Medium" panose="02020500000000000000" pitchFamily="18" charset="-128"/>
            </a:endParaRPr>
          </a:p>
        </p:txBody>
      </p:sp>
      <p:sp>
        <p:nvSpPr>
          <p:cNvPr id="81" name="28">
            <a:hlinkClick r:id="rId14" action="ppaction://hlinksldjump"/>
            <a:extLst>
              <a:ext uri="{FF2B5EF4-FFF2-40B4-BE49-F238E27FC236}">
                <a16:creationId xmlns:a16="http://schemas.microsoft.com/office/drawing/2014/main" id="{CC915B10-E312-AE62-ED7E-B3D1535FD09C}"/>
              </a:ext>
            </a:extLst>
          </p:cNvPr>
          <p:cNvSpPr txBox="1"/>
          <p:nvPr/>
        </p:nvSpPr>
        <p:spPr>
          <a:xfrm>
            <a:off x="7884393" y="2849560"/>
            <a:ext cx="1438753" cy="1323439"/>
          </a:xfrm>
          <a:prstGeom prst="rect">
            <a:avLst/>
          </a:prstGeom>
          <a:solidFill>
            <a:schemeClr val="accent4"/>
          </a:solidFill>
          <a:ln w="28575">
            <a:solidFill>
              <a:schemeClr val="accent6"/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  <a:innerShdw blurRad="114300">
              <a:prstClr val="black"/>
            </a:innerShdw>
            <a:softEdge rad="317500"/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en-US" altLang="ja-JP" sz="8000" dirty="0">
                <a:ln w="38100">
                  <a:solidFill>
                    <a:schemeClr val="tx1"/>
                  </a:solidFill>
                </a:ln>
                <a:solidFill>
                  <a:schemeClr val="bg1"/>
                </a:solidFill>
                <a:latin typeface="Comic Relief" panose="030F0702030302020204" pitchFamily="66" charset="0"/>
                <a:ea typeface="BIZ UDP明朝 Medium" panose="02020500000000000000" pitchFamily="18" charset="-128"/>
              </a:rPr>
              <a:t>28</a:t>
            </a:r>
            <a:endParaRPr kumimoji="1" lang="ja-JP" altLang="en-US" sz="8000" dirty="0">
              <a:ln w="38100">
                <a:solidFill>
                  <a:schemeClr val="tx1"/>
                </a:solidFill>
              </a:ln>
              <a:solidFill>
                <a:schemeClr val="bg1"/>
              </a:solidFill>
              <a:latin typeface="Comic Relief" panose="030F0702030302020204" pitchFamily="66" charset="0"/>
              <a:ea typeface="BIZ UDP明朝 Medium" panose="02020500000000000000" pitchFamily="18" charset="-128"/>
            </a:endParaRPr>
          </a:p>
        </p:txBody>
      </p:sp>
      <p:sp>
        <p:nvSpPr>
          <p:cNvPr id="82" name="29">
            <a:hlinkClick r:id="rId15" action="ppaction://hlinksldjump"/>
            <a:extLst>
              <a:ext uri="{FF2B5EF4-FFF2-40B4-BE49-F238E27FC236}">
                <a16:creationId xmlns:a16="http://schemas.microsoft.com/office/drawing/2014/main" id="{0B22CF3D-0A13-2239-A033-57A1F115E95F}"/>
              </a:ext>
            </a:extLst>
          </p:cNvPr>
          <p:cNvSpPr txBox="1"/>
          <p:nvPr/>
        </p:nvSpPr>
        <p:spPr>
          <a:xfrm>
            <a:off x="9550327" y="2849560"/>
            <a:ext cx="1438753" cy="1323439"/>
          </a:xfrm>
          <a:prstGeom prst="rect">
            <a:avLst/>
          </a:prstGeom>
          <a:solidFill>
            <a:schemeClr val="accent4"/>
          </a:solidFill>
          <a:ln w="28575">
            <a:solidFill>
              <a:schemeClr val="accent6"/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  <a:innerShdw blurRad="114300">
              <a:prstClr val="black"/>
            </a:innerShdw>
            <a:softEdge rad="317500"/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en-US" altLang="ja-JP" sz="8000" dirty="0">
                <a:ln w="38100">
                  <a:solidFill>
                    <a:schemeClr val="tx1"/>
                  </a:solidFill>
                </a:ln>
                <a:solidFill>
                  <a:schemeClr val="bg1"/>
                </a:solidFill>
                <a:latin typeface="Comic Relief" panose="030F0702030302020204" pitchFamily="66" charset="0"/>
                <a:ea typeface="BIZ UDP明朝 Medium" panose="02020500000000000000" pitchFamily="18" charset="-128"/>
              </a:rPr>
              <a:t>29</a:t>
            </a:r>
            <a:endParaRPr kumimoji="1" lang="ja-JP" altLang="en-US" sz="8000" dirty="0">
              <a:ln w="38100">
                <a:solidFill>
                  <a:schemeClr val="tx1"/>
                </a:solidFill>
              </a:ln>
              <a:solidFill>
                <a:schemeClr val="bg1"/>
              </a:solidFill>
              <a:latin typeface="Comic Relief" panose="030F0702030302020204" pitchFamily="66" charset="0"/>
              <a:ea typeface="BIZ UDP明朝 Medium" panose="02020500000000000000" pitchFamily="18" charset="-128"/>
            </a:endParaRPr>
          </a:p>
        </p:txBody>
      </p:sp>
      <p:sp>
        <p:nvSpPr>
          <p:cNvPr id="83" name="32">
            <a:hlinkClick r:id="rId16" action="ppaction://hlinksldjump"/>
            <a:extLst>
              <a:ext uri="{FF2B5EF4-FFF2-40B4-BE49-F238E27FC236}">
                <a16:creationId xmlns:a16="http://schemas.microsoft.com/office/drawing/2014/main" id="{1D5C1F5F-19E8-3BAF-445A-EFFFD96ED514}"/>
              </a:ext>
            </a:extLst>
          </p:cNvPr>
          <p:cNvSpPr txBox="1"/>
          <p:nvPr/>
        </p:nvSpPr>
        <p:spPr>
          <a:xfrm>
            <a:off x="1623016" y="4337319"/>
            <a:ext cx="1618587" cy="1323439"/>
          </a:xfrm>
          <a:prstGeom prst="rect">
            <a:avLst/>
          </a:prstGeom>
          <a:solidFill>
            <a:schemeClr val="accent4"/>
          </a:solidFill>
          <a:ln w="28575">
            <a:solidFill>
              <a:schemeClr val="accent6"/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  <a:innerShdw blurRad="114300">
              <a:prstClr val="black"/>
            </a:innerShdw>
            <a:softEdge rad="317500"/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en-US" altLang="ja-JP" sz="8000" dirty="0">
                <a:ln w="38100">
                  <a:solidFill>
                    <a:schemeClr val="tx1"/>
                  </a:solidFill>
                </a:ln>
                <a:solidFill>
                  <a:schemeClr val="bg1"/>
                </a:solidFill>
                <a:latin typeface="Comic Relief" panose="030F0702030302020204" pitchFamily="66" charset="0"/>
                <a:ea typeface="BIZ UDP明朝 Medium" panose="02020500000000000000" pitchFamily="18" charset="-128"/>
              </a:rPr>
              <a:t>32</a:t>
            </a:r>
            <a:endParaRPr kumimoji="1" lang="ja-JP" altLang="en-US" sz="8000" dirty="0">
              <a:ln w="38100">
                <a:solidFill>
                  <a:schemeClr val="tx1"/>
                </a:solidFill>
              </a:ln>
              <a:solidFill>
                <a:schemeClr val="bg1"/>
              </a:solidFill>
              <a:latin typeface="Comic Relief" panose="030F0702030302020204" pitchFamily="66" charset="0"/>
              <a:ea typeface="BIZ UDP明朝 Medium" panose="02020500000000000000" pitchFamily="18" charset="-128"/>
            </a:endParaRPr>
          </a:p>
        </p:txBody>
      </p:sp>
      <p:sp>
        <p:nvSpPr>
          <p:cNvPr id="84" name="36">
            <a:hlinkClick r:id="rId17" action="ppaction://hlinksldjump"/>
            <a:extLst>
              <a:ext uri="{FF2B5EF4-FFF2-40B4-BE49-F238E27FC236}">
                <a16:creationId xmlns:a16="http://schemas.microsoft.com/office/drawing/2014/main" id="{C5A91224-82E4-99D6-D468-480C1F9576B3}"/>
              </a:ext>
            </a:extLst>
          </p:cNvPr>
          <p:cNvSpPr txBox="1"/>
          <p:nvPr/>
        </p:nvSpPr>
        <p:spPr>
          <a:xfrm>
            <a:off x="3460332" y="4361704"/>
            <a:ext cx="1588752" cy="1323439"/>
          </a:xfrm>
          <a:prstGeom prst="rect">
            <a:avLst/>
          </a:prstGeom>
          <a:solidFill>
            <a:schemeClr val="accent4"/>
          </a:solidFill>
          <a:ln w="28575">
            <a:solidFill>
              <a:schemeClr val="accent6"/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  <a:innerShdw blurRad="114300">
              <a:prstClr val="black"/>
            </a:innerShdw>
            <a:softEdge rad="317500"/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en-US" altLang="ja-JP" sz="8000" dirty="0">
                <a:ln w="38100">
                  <a:solidFill>
                    <a:schemeClr val="tx1"/>
                  </a:solidFill>
                </a:ln>
                <a:solidFill>
                  <a:schemeClr val="bg1"/>
                </a:solidFill>
                <a:latin typeface="Comic Relief" panose="030F0702030302020204" pitchFamily="66" charset="0"/>
                <a:ea typeface="BIZ UDP明朝 Medium" panose="02020500000000000000" pitchFamily="18" charset="-128"/>
              </a:rPr>
              <a:t>36</a:t>
            </a:r>
            <a:endParaRPr kumimoji="1" lang="ja-JP" altLang="en-US" sz="8000" dirty="0">
              <a:ln w="38100">
                <a:solidFill>
                  <a:schemeClr val="tx1"/>
                </a:solidFill>
              </a:ln>
              <a:solidFill>
                <a:schemeClr val="bg1"/>
              </a:solidFill>
              <a:latin typeface="Comic Relief" panose="030F0702030302020204" pitchFamily="66" charset="0"/>
              <a:ea typeface="BIZ UDP明朝 Medium" panose="02020500000000000000" pitchFamily="18" charset="-128"/>
            </a:endParaRPr>
          </a:p>
        </p:txBody>
      </p:sp>
      <p:sp>
        <p:nvSpPr>
          <p:cNvPr id="93" name="タイトル 1">
            <a:extLst>
              <a:ext uri="{FF2B5EF4-FFF2-40B4-BE49-F238E27FC236}">
                <a16:creationId xmlns:a16="http://schemas.microsoft.com/office/drawing/2014/main" id="{C5EE9B92-C350-F247-7EB1-3D1120AE97AC}"/>
              </a:ext>
            </a:extLst>
          </p:cNvPr>
          <p:cNvSpPr txBox="1">
            <a:spLocks/>
          </p:cNvSpPr>
          <p:nvPr/>
        </p:nvSpPr>
        <p:spPr>
          <a:xfrm rot="374154">
            <a:off x="3917958" y="657990"/>
            <a:ext cx="615703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prstTxWarp prst="textArchUp">
              <a:avLst/>
            </a:prstTxWarp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5400" dirty="0">
                <a:ln w="28575">
                  <a:solidFill>
                    <a:schemeClr val="tx1"/>
                  </a:solidFill>
                </a:ln>
                <a:effectLst>
                  <a:glow rad="139700">
                    <a:schemeClr val="accent5">
                      <a:satMod val="175000"/>
                      <a:alpha val="40000"/>
                    </a:schemeClr>
                  </a:glow>
                </a:effectLst>
                <a:latin typeface="Comic Relief" panose="030F0702030302020204" pitchFamily="66" charset="0"/>
              </a:rPr>
              <a:t>Choose a Number</a:t>
            </a:r>
            <a:endParaRPr lang="ja-JP" altLang="en-US" sz="5400" dirty="0">
              <a:ln w="28575">
                <a:solidFill>
                  <a:schemeClr val="tx1"/>
                </a:solidFill>
              </a:ln>
              <a:effectLst>
                <a:glow rad="139700">
                  <a:schemeClr val="accent5">
                    <a:satMod val="175000"/>
                    <a:alpha val="40000"/>
                  </a:schemeClr>
                </a:glow>
              </a:effectLst>
              <a:latin typeface="Comic Relief" panose="030F0702030302020204" pitchFamily="66" charset="0"/>
            </a:endParaRPr>
          </a:p>
        </p:txBody>
      </p:sp>
      <p:sp>
        <p:nvSpPr>
          <p:cNvPr id="97" name="47">
            <a:hlinkClick r:id="rId18" action="ppaction://hlinksldjump"/>
            <a:extLst>
              <a:ext uri="{FF2B5EF4-FFF2-40B4-BE49-F238E27FC236}">
                <a16:creationId xmlns:a16="http://schemas.microsoft.com/office/drawing/2014/main" id="{A554DE48-ED16-49EF-213A-A86540051D31}"/>
              </a:ext>
            </a:extLst>
          </p:cNvPr>
          <p:cNvSpPr txBox="1"/>
          <p:nvPr/>
        </p:nvSpPr>
        <p:spPr>
          <a:xfrm>
            <a:off x="8826984" y="4391078"/>
            <a:ext cx="1523390" cy="1200329"/>
          </a:xfrm>
          <a:prstGeom prst="rect">
            <a:avLst/>
          </a:prstGeom>
          <a:solidFill>
            <a:schemeClr val="accent4"/>
          </a:solidFill>
          <a:ln w="28575">
            <a:solidFill>
              <a:schemeClr val="accent6"/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  <a:innerShdw blurRad="114300">
              <a:prstClr val="black"/>
            </a:innerShdw>
            <a:softEdge rad="317500"/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en-US" altLang="ja-JP" sz="7200" dirty="0">
                <a:ln w="38100">
                  <a:solidFill>
                    <a:schemeClr val="tx1"/>
                  </a:solidFill>
                </a:ln>
                <a:solidFill>
                  <a:schemeClr val="bg1"/>
                </a:solidFill>
                <a:latin typeface="Comic Relief" panose="030F0702030302020204" pitchFamily="66" charset="0"/>
                <a:ea typeface="BIZ UDP明朝 Medium" panose="02020500000000000000" pitchFamily="18" charset="-128"/>
              </a:rPr>
              <a:t>47</a:t>
            </a:r>
            <a:endParaRPr kumimoji="1" lang="ja-JP" altLang="en-US" sz="7200" dirty="0">
              <a:ln w="38100">
                <a:solidFill>
                  <a:schemeClr val="tx1"/>
                </a:solidFill>
              </a:ln>
              <a:solidFill>
                <a:schemeClr val="bg1"/>
              </a:solidFill>
              <a:latin typeface="Comic Relief" panose="030F0702030302020204" pitchFamily="66" charset="0"/>
              <a:ea typeface="BIZ UDP明朝 Medium" panose="02020500000000000000" pitchFamily="18" charset="-128"/>
            </a:endParaRPr>
          </a:p>
        </p:txBody>
      </p:sp>
      <p:sp>
        <p:nvSpPr>
          <p:cNvPr id="98" name="テキスト ボックス 97">
            <a:hlinkClick r:id="rId19" action="ppaction://hlinksldjump"/>
            <a:extLst>
              <a:ext uri="{FF2B5EF4-FFF2-40B4-BE49-F238E27FC236}">
                <a16:creationId xmlns:a16="http://schemas.microsoft.com/office/drawing/2014/main" id="{D0CD6573-EEE5-8186-6221-EFB68B199FE1}"/>
              </a:ext>
            </a:extLst>
          </p:cNvPr>
          <p:cNvSpPr txBox="1"/>
          <p:nvPr/>
        </p:nvSpPr>
        <p:spPr>
          <a:xfrm>
            <a:off x="7040345" y="4361704"/>
            <a:ext cx="1588752" cy="1323439"/>
          </a:xfrm>
          <a:prstGeom prst="rect">
            <a:avLst/>
          </a:prstGeom>
          <a:solidFill>
            <a:schemeClr val="accent4"/>
          </a:solidFill>
          <a:ln w="28575">
            <a:solidFill>
              <a:schemeClr val="accent6"/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  <a:innerShdw blurRad="114300">
              <a:prstClr val="black"/>
            </a:innerShdw>
            <a:softEdge rad="317500"/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en-US" altLang="ja-JP" sz="8000" dirty="0">
                <a:ln w="38100">
                  <a:solidFill>
                    <a:schemeClr val="tx1"/>
                  </a:solidFill>
                </a:ln>
                <a:solidFill>
                  <a:schemeClr val="bg1"/>
                </a:solidFill>
                <a:latin typeface="Comic Relief" panose="030F0702030302020204" pitchFamily="66" charset="0"/>
                <a:ea typeface="BIZ UDP明朝 Medium" panose="02020500000000000000" pitchFamily="18" charset="-128"/>
              </a:rPr>
              <a:t>4</a:t>
            </a:r>
            <a:r>
              <a:rPr lang="en-US" altLang="ja-JP" sz="8000" dirty="0">
                <a:ln w="38100">
                  <a:solidFill>
                    <a:schemeClr val="tx1"/>
                  </a:solidFill>
                </a:ln>
                <a:solidFill>
                  <a:schemeClr val="bg1"/>
                </a:solidFill>
                <a:latin typeface="Comic Relief" panose="030F0702030302020204" pitchFamily="66" charset="0"/>
                <a:ea typeface="BIZ UDP明朝 Medium" panose="02020500000000000000" pitchFamily="18" charset="-128"/>
              </a:rPr>
              <a:t>2</a:t>
            </a:r>
            <a:endParaRPr kumimoji="1" lang="ja-JP" altLang="en-US" sz="8000" dirty="0">
              <a:ln w="38100">
                <a:solidFill>
                  <a:schemeClr val="tx1"/>
                </a:solidFill>
              </a:ln>
              <a:solidFill>
                <a:schemeClr val="bg1"/>
              </a:solidFill>
              <a:latin typeface="Comic Relief" panose="030F0702030302020204" pitchFamily="66" charset="0"/>
              <a:ea typeface="BIZ UDP明朝 Medium" panose="02020500000000000000" pitchFamily="18" charset="-128"/>
            </a:endParaRPr>
          </a:p>
        </p:txBody>
      </p:sp>
      <p:sp>
        <p:nvSpPr>
          <p:cNvPr id="99" name="37">
            <a:hlinkClick r:id="rId20" action="ppaction://hlinksldjump"/>
            <a:extLst>
              <a:ext uri="{FF2B5EF4-FFF2-40B4-BE49-F238E27FC236}">
                <a16:creationId xmlns:a16="http://schemas.microsoft.com/office/drawing/2014/main" id="{F9917B91-8922-B950-D105-8C23762521CB}"/>
              </a:ext>
            </a:extLst>
          </p:cNvPr>
          <p:cNvSpPr txBox="1"/>
          <p:nvPr/>
        </p:nvSpPr>
        <p:spPr>
          <a:xfrm>
            <a:off x="5261271" y="4360278"/>
            <a:ext cx="1588752" cy="1323439"/>
          </a:xfrm>
          <a:prstGeom prst="rect">
            <a:avLst/>
          </a:prstGeom>
          <a:solidFill>
            <a:schemeClr val="accent4"/>
          </a:solidFill>
          <a:ln w="28575">
            <a:solidFill>
              <a:schemeClr val="accent6"/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  <a:innerShdw blurRad="114300">
              <a:prstClr val="black"/>
            </a:innerShdw>
            <a:softEdge rad="317500"/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en-US" altLang="ja-JP" sz="8000" dirty="0">
                <a:ln w="38100">
                  <a:solidFill>
                    <a:schemeClr val="tx1"/>
                  </a:solidFill>
                </a:ln>
                <a:solidFill>
                  <a:schemeClr val="bg1"/>
                </a:solidFill>
                <a:latin typeface="Comic Relief" panose="030F0702030302020204" pitchFamily="66" charset="0"/>
                <a:ea typeface="BIZ UDP明朝 Medium" panose="02020500000000000000" pitchFamily="18" charset="-128"/>
              </a:rPr>
              <a:t>37</a:t>
            </a:r>
            <a:endParaRPr kumimoji="1" lang="ja-JP" altLang="en-US" sz="8000" dirty="0">
              <a:ln w="38100">
                <a:solidFill>
                  <a:schemeClr val="tx1"/>
                </a:solidFill>
              </a:ln>
              <a:solidFill>
                <a:schemeClr val="bg1"/>
              </a:solidFill>
              <a:latin typeface="Comic Relief" panose="030F0702030302020204" pitchFamily="66" charset="0"/>
              <a:ea typeface="BIZ UDP明朝 Medium" panose="02020500000000000000" pitchFamily="18" charset="-128"/>
            </a:endParaRPr>
          </a:p>
        </p:txBody>
      </p:sp>
      <p:sp>
        <p:nvSpPr>
          <p:cNvPr id="119" name="8">
            <a:hlinkClick r:id="rId21" action="ppaction://hlinksldjump"/>
            <a:extLst>
              <a:ext uri="{FF2B5EF4-FFF2-40B4-BE49-F238E27FC236}">
                <a16:creationId xmlns:a16="http://schemas.microsoft.com/office/drawing/2014/main" id="{7D995A5F-8F7D-7386-B3A1-CC5DEB3CD290}"/>
              </a:ext>
            </a:extLst>
          </p:cNvPr>
          <p:cNvSpPr txBox="1"/>
          <p:nvPr/>
        </p:nvSpPr>
        <p:spPr>
          <a:xfrm>
            <a:off x="4333743" y="1325946"/>
            <a:ext cx="1200150" cy="1323439"/>
          </a:xfrm>
          <a:prstGeom prst="rect">
            <a:avLst/>
          </a:prstGeom>
          <a:solidFill>
            <a:schemeClr val="accent4"/>
          </a:solidFill>
          <a:ln w="28575">
            <a:solidFill>
              <a:schemeClr val="accent6"/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  <a:innerShdw blurRad="114300">
              <a:prstClr val="black"/>
            </a:innerShdw>
            <a:softEdge rad="317500"/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altLang="ja-JP" sz="8000" dirty="0">
                <a:ln w="38100">
                  <a:solidFill>
                    <a:schemeClr val="tx1"/>
                  </a:solidFill>
                </a:ln>
                <a:solidFill>
                  <a:schemeClr val="bg1"/>
                </a:solidFill>
                <a:latin typeface="Comic Relief" panose="030F0702030302020204" pitchFamily="66" charset="0"/>
                <a:ea typeface="BIZ UDP明朝 Medium" panose="02020500000000000000" pitchFamily="18" charset="-128"/>
              </a:rPr>
              <a:t>8</a:t>
            </a:r>
            <a:endParaRPr kumimoji="1" lang="ja-JP" altLang="en-US" sz="8000" dirty="0">
              <a:ln w="38100">
                <a:solidFill>
                  <a:schemeClr val="tx1"/>
                </a:solidFill>
              </a:ln>
              <a:solidFill>
                <a:schemeClr val="bg1"/>
              </a:solidFill>
              <a:latin typeface="Comic Relief" panose="030F0702030302020204" pitchFamily="66" charset="0"/>
              <a:ea typeface="BIZ UDP明朝 Medium" panose="020205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41286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" dur="1000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1000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/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9" dur="10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9"/>
                  </p:tgtEl>
                </p:cond>
              </p:nextCondLst>
            </p:seq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7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3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5" dur="1000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/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8" dur="10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2"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7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3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4" dur="1000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/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7" dur="10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0"/>
                  </p:tgtEl>
                </p:cond>
              </p:nextCondLst>
            </p:seq>
            <p:seq concurrent="1" nextAc="seek">
              <p:cTn id="29" restart="whenNotActive" fill="hold" evtFilter="cancelBubble" nodeType="interactiveSeq">
                <p:stCondLst>
                  <p:cond evt="onClick" delay="0">
                    <p:tgtEl>
                      <p:spTgt spid="7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3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3" dur="1000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/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6" dur="10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1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9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3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2" dur="1000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/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5" dur="10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7"/>
                  </p:tgtEl>
                </p:cond>
              </p:nextCondLst>
            </p:seq>
            <p:seq concurrent="1" nextAc="seek">
              <p:cTn id="47" restart="whenNotActive" fill="hold" evtFilter="cancelBubble" nodeType="interactiveSeq">
                <p:stCondLst>
                  <p:cond evt="onClick" delay="0">
                    <p:tgtEl>
                      <p:spTgt spid="9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3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51" dur="1000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1000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1000"/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54" dur="10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8"/>
                  </p:tgtEl>
                </p:cond>
              </p:nextCondLst>
            </p:seq>
            <p:seq concurrent="1" nextAc="seek">
              <p:cTn id="56" restart="whenNotActive" fill="hold" evtFilter="cancelBubble" nodeType="interactiveSeq">
                <p:stCondLst>
                  <p:cond evt="onClick" delay="0">
                    <p:tgtEl>
                      <p:spTgt spid="9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7" fill="hold">
                      <p:stCondLst>
                        <p:cond delay="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3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0" dur="1000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1000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1000"/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63" dur="10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9"/>
                  </p:tgtEl>
                </p:cond>
              </p:nextCondLst>
            </p:seq>
            <p:seq concurrent="1" nextAc="seek">
              <p:cTn id="65" restart="whenNotActive" fill="hold" evtFilter="cancelBubble" nodeType="interactiveSeq">
                <p:stCondLst>
                  <p:cond evt="onClick" delay="0">
                    <p:tgtEl>
                      <p:spTgt spid="8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6" fill="hold">
                      <p:stCondLst>
                        <p:cond delay="0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3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9" dur="1000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1000"/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72" dur="10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4"/>
                  </p:tgtEl>
                </p:cond>
              </p:nextCondLst>
            </p:seq>
            <p:seq concurrent="1" nextAc="seek">
              <p:cTn id="74" restart="whenNotActive" fill="hold" evtFilter="cancelBubble" nodeType="interactiveSeq">
                <p:stCondLst>
                  <p:cond evt="onClick" delay="0">
                    <p:tgtEl>
                      <p:spTgt spid="8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5" fill="hold">
                      <p:stCondLst>
                        <p:cond delay="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3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78" dur="1000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1000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1000"/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81" dur="10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3"/>
                  </p:tgtEl>
                </p:cond>
              </p:nextCondLst>
            </p:seq>
            <p:seq concurrent="1" nextAc="seek">
              <p:cTn id="83" restart="whenNotActive" fill="hold" evtFilter="cancelBubble" nodeType="interactiveSeq">
                <p:stCondLst>
                  <p:cond evt="onClick" delay="0">
                    <p:tgtEl>
                      <p:spTgt spid="8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4" fill="hold">
                      <p:stCondLst>
                        <p:cond delay="0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3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87" dur="1000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1000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1000"/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90" dur="10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2"/>
                  </p:tgtEl>
                </p:cond>
              </p:nextCondLst>
            </p:seq>
            <p:seq concurrent="1" nextAc="seek">
              <p:cTn id="92" restart="whenNotActive" fill="hold" evtFilter="cancelBubble" nodeType="interactiveSeq">
                <p:stCondLst>
                  <p:cond evt="onClick" delay="0">
                    <p:tgtEl>
                      <p:spTgt spid="8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3" fill="hold">
                      <p:stCondLst>
                        <p:cond delay="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3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96" dur="1000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1000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1000"/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99" dur="10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1"/>
                  </p:tgtEl>
                </p:cond>
              </p:nextCondLst>
            </p:seq>
            <p:seq concurrent="1" nextAc="seek">
              <p:cTn id="101" restart="whenNotActive" fill="hold" evtFilter="cancelBubble" nodeType="interactiveSeq">
                <p:stCondLst>
                  <p:cond evt="onClick" delay="0">
                    <p:tgtEl>
                      <p:spTgt spid="8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2" fill="hold">
                      <p:stCondLst>
                        <p:cond delay="0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3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05" dur="1000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6" dur="1000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1000"/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08" dur="10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0"/>
                  </p:tgtEl>
                </p:cond>
              </p:nextCondLst>
            </p:seq>
            <p:seq concurrent="1" nextAc="seek">
              <p:cTn id="110" restart="whenNotActive" fill="hold" evtFilter="cancelBubble" nodeType="interactiveSeq">
                <p:stCondLst>
                  <p:cond evt="onClick" delay="0">
                    <p:tgtEl>
                      <p:spTgt spid="7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1" fill="hold">
                      <p:stCondLst>
                        <p:cond delay="0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3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14" dur="1000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1000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6" dur="1000"/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17" dur="10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9"/>
                  </p:tgtEl>
                </p:cond>
              </p:nextCondLst>
            </p:seq>
            <p:seq concurrent="1" nextAc="seek">
              <p:cTn id="119" restart="whenNotActive" fill="hold" evtFilter="cancelBubble" nodeType="interactiveSeq">
                <p:stCondLst>
                  <p:cond evt="onClick" delay="0">
                    <p:tgtEl>
                      <p:spTgt spid="7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0" fill="hold">
                      <p:stCondLst>
                        <p:cond delay="0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3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23" dur="1000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1000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1000"/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26" dur="10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8"/>
                  </p:tgtEl>
                </p:cond>
              </p:nextCondLst>
            </p:seq>
            <p:seq concurrent="1" nextAc="seek">
              <p:cTn id="128" restart="whenNotActive" fill="hold" evtFilter="cancelBubble" nodeType="interactiveSeq">
                <p:stCondLst>
                  <p:cond evt="onClick" delay="0">
                    <p:tgtEl>
                      <p:spTgt spid="7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9" fill="hold">
                      <p:stCondLst>
                        <p:cond delay="0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3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32" dur="1000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3" dur="1000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1000"/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35" dur="10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7"/>
                  </p:tgtEl>
                </p:cond>
              </p:nextCondLst>
            </p:seq>
            <p:seq concurrent="1" nextAc="seek">
              <p:cTn id="137" restart="whenNotActive" fill="hold" evtFilter="cancelBubble" nodeType="interactiveSeq">
                <p:stCondLst>
                  <p:cond evt="onClick" delay="0">
                    <p:tgtEl>
                      <p:spTgt spid="7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8" fill="hold">
                      <p:stCondLst>
                        <p:cond delay="0"/>
                      </p:stCondLst>
                      <p:childTnLst>
                        <p:par>
                          <p:cTn id="139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3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41" dur="1000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2" dur="1000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3" dur="1000"/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44" dur="10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6"/>
                  </p:tgtEl>
                </p:cond>
              </p:nextCondLst>
            </p:seq>
            <p:seq concurrent="1" nextAc="seek">
              <p:cTn id="146" restart="whenNotActive" fill="hold" evtFilter="cancelBubble" nodeType="interactiveSeq">
                <p:stCondLst>
                  <p:cond evt="onClick" delay="0">
                    <p:tgtEl>
                      <p:spTgt spid="7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7" fill="hold">
                      <p:stCondLst>
                        <p:cond delay="0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3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50" dur="1000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1" dur="1000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2" dur="1000"/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53" dur="10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5"/>
                  </p:tgtEl>
                </p:cond>
              </p:nextCondLst>
            </p:seq>
            <p:seq concurrent="1" nextAc="seek">
              <p:cTn id="155" restart="whenNotActive" fill="hold" evtFilter="cancelBubble" nodeType="interactiveSeq">
                <p:stCondLst>
                  <p:cond evt="onClick" delay="0">
                    <p:tgtEl>
                      <p:spTgt spid="7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6" fill="hold">
                      <p:stCondLst>
                        <p:cond delay="0"/>
                      </p:stCondLst>
                      <p:childTnLst>
                        <p:par>
                          <p:cTn id="157" fill="hold">
                            <p:stCondLst>
                              <p:cond delay="0"/>
                            </p:stCondLst>
                            <p:childTnLst>
                              <p:par>
                                <p:cTn id="158" presetID="3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59" dur="1000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0" dur="1000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1" dur="1000"/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62" dur="10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4"/>
                  </p:tgtEl>
                </p:cond>
              </p:nextCondLst>
            </p:seq>
            <p:seq concurrent="1" nextAc="seek">
              <p:cTn id="164" restart="whenNotActive" fill="hold" evtFilter="cancelBubble" nodeType="interactiveSeq">
                <p:stCondLst>
                  <p:cond evt="onClick" delay="0">
                    <p:tgtEl>
                      <p:spTgt spid="7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5" fill="hold">
                      <p:stCondLst>
                        <p:cond delay="0"/>
                      </p:stCondLst>
                      <p:childTnLst>
                        <p:par>
                          <p:cTn id="166" fill="hold">
                            <p:stCondLst>
                              <p:cond delay="0"/>
                            </p:stCondLst>
                            <p:childTnLst>
                              <p:par>
                                <p:cTn id="167" presetID="3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68" dur="1000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9" dur="1000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0" dur="1000"/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71" dur="10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3"/>
                  </p:tgtEl>
                </p:cond>
              </p:nextCondLst>
            </p:seq>
          </p:childTnLst>
        </p:cTn>
      </p:par>
    </p:tnLst>
    <p:bldLst>
      <p:bldP spid="70" grpId="0" animBg="1"/>
      <p:bldP spid="71" grpId="0" animBg="1"/>
      <p:bldP spid="72" grpId="0" animBg="1"/>
      <p:bldP spid="73" grpId="0" animBg="1"/>
      <p:bldP spid="74" grpId="0" animBg="1"/>
      <p:bldP spid="75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97" grpId="0" animBg="1"/>
      <p:bldP spid="98" grpId="0" animBg="1"/>
      <p:bldP spid="99" grpId="0" animBg="1"/>
      <p:bldP spid="1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Japanese Garden Cherry Blossom Wallpapers - Top Free Japanese Garden ...">
            <a:extLst>
              <a:ext uri="{FF2B5EF4-FFF2-40B4-BE49-F238E27FC236}">
                <a16:creationId xmlns:a16="http://schemas.microsoft.com/office/drawing/2014/main" id="{EEAEEE79-34EA-4A63-94F8-8A90B9C3CF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タイトル 1">
            <a:extLst>
              <a:ext uri="{FF2B5EF4-FFF2-40B4-BE49-F238E27FC236}">
                <a16:creationId xmlns:a16="http://schemas.microsoft.com/office/drawing/2014/main" id="{75911411-AC82-E293-206B-825C0F3F3207}"/>
              </a:ext>
            </a:extLst>
          </p:cNvPr>
          <p:cNvSpPr txBox="1">
            <a:spLocks/>
          </p:cNvSpPr>
          <p:nvPr/>
        </p:nvSpPr>
        <p:spPr>
          <a:xfrm>
            <a:off x="3962847" y="155575"/>
            <a:ext cx="470535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5400" dirty="0">
                <a:latin typeface="Comic Relief" panose="030F0702030302020204" pitchFamily="66" charset="0"/>
              </a:rPr>
              <a:t>1. Hokkaido</a:t>
            </a:r>
            <a:endParaRPr lang="ja-JP" altLang="en-US" sz="5400" dirty="0">
              <a:latin typeface="Comic Relief" panose="030F0702030302020204" pitchFamily="66" charset="0"/>
            </a:endParaRPr>
          </a:p>
        </p:txBody>
      </p:sp>
      <p:sp>
        <p:nvSpPr>
          <p:cNvPr id="14" name="タイトル 1">
            <a:extLst>
              <a:ext uri="{FF2B5EF4-FFF2-40B4-BE49-F238E27FC236}">
                <a16:creationId xmlns:a16="http://schemas.microsoft.com/office/drawing/2014/main" id="{7C04EEE8-22DE-CA70-D65A-E51418E71747}"/>
              </a:ext>
            </a:extLst>
          </p:cNvPr>
          <p:cNvSpPr txBox="1">
            <a:spLocks/>
          </p:cNvSpPr>
          <p:nvPr/>
        </p:nvSpPr>
        <p:spPr>
          <a:xfrm>
            <a:off x="2238372" y="5376862"/>
            <a:ext cx="7341057" cy="132556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3600" dirty="0"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We have _________ in Hokkaido.</a:t>
            </a:r>
            <a:endParaRPr lang="ja-JP" altLang="en-US" sz="3600" dirty="0"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</p:txBody>
      </p:sp>
      <p:pic>
        <p:nvPicPr>
          <p:cNvPr id="16" name="図 15" descr="建物の前の群衆&#10;&#10;自動的に生成された説明">
            <a:extLst>
              <a:ext uri="{FF2B5EF4-FFF2-40B4-BE49-F238E27FC236}">
                <a16:creationId xmlns:a16="http://schemas.microsoft.com/office/drawing/2014/main" id="{D88B2CB2-942C-C889-A4A9-C619C3CB53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3081" y="1561308"/>
            <a:ext cx="5773100" cy="3761175"/>
          </a:xfrm>
          <a:prstGeom prst="rect">
            <a:avLst/>
          </a:prstGeom>
        </p:spPr>
      </p:pic>
      <p:pic>
        <p:nvPicPr>
          <p:cNvPr id="20" name="図 19" descr="マップ&#10;&#10;自動的に生成された説明">
            <a:extLst>
              <a:ext uri="{FF2B5EF4-FFF2-40B4-BE49-F238E27FC236}">
                <a16:creationId xmlns:a16="http://schemas.microsoft.com/office/drawing/2014/main" id="{18440306-87FB-D94D-34F8-3C14E341E24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9580" y="590557"/>
            <a:ext cx="2309020" cy="2309020"/>
          </a:xfrm>
          <a:prstGeom prst="rect">
            <a:avLst/>
          </a:prstGeom>
        </p:spPr>
      </p:pic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352AD381-0603-E81E-3EB5-DD6407967511}"/>
              </a:ext>
            </a:extLst>
          </p:cNvPr>
          <p:cNvSpPr txBox="1"/>
          <p:nvPr/>
        </p:nvSpPr>
        <p:spPr>
          <a:xfrm>
            <a:off x="4193262" y="5808810"/>
            <a:ext cx="32575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Snow Festival</a:t>
            </a:r>
            <a:endParaRPr kumimoji="1" lang="ja-JP" altLang="en-US" sz="2400" b="1" dirty="0">
              <a:solidFill>
                <a:srgbClr val="FF0000"/>
              </a:solidFill>
            </a:endParaRPr>
          </a:p>
        </p:txBody>
      </p:sp>
      <p:pic>
        <p:nvPicPr>
          <p:cNvPr id="23" name="図 22" descr="暗い, 鳥 が含まれている画像&#10;&#10;自動的に生成された説明">
            <a:hlinkClick r:id="rId5" action="ppaction://hlinksldjump"/>
            <a:extLst>
              <a:ext uri="{FF2B5EF4-FFF2-40B4-BE49-F238E27FC236}">
                <a16:creationId xmlns:a16="http://schemas.microsoft.com/office/drawing/2014/main" id="{CFDBAC78-68DA-0CBF-F4D5-0D8023AF686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58476" y="5016894"/>
            <a:ext cx="1538296" cy="2045495"/>
          </a:xfrm>
          <a:prstGeom prst="rect">
            <a:avLst/>
          </a:prstGeom>
        </p:spPr>
      </p:pic>
      <p:pic>
        <p:nvPicPr>
          <p:cNvPr id="25" name="図 24" descr="アイコン&#10;&#10;自動的に生成された説明">
            <a:hlinkClick r:id="rId7" action="ppaction://hlinksldjump"/>
            <a:extLst>
              <a:ext uri="{FF2B5EF4-FFF2-40B4-BE49-F238E27FC236}">
                <a16:creationId xmlns:a16="http://schemas.microsoft.com/office/drawing/2014/main" id="{FEB48BB0-301D-5F85-C24A-49B2F79F434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177" y="5239789"/>
            <a:ext cx="1308796" cy="1308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5587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2" descr="Japanese Garden Cherry Blossom Wallpapers - Top Free Japanese Garden ...">
            <a:extLst>
              <a:ext uri="{FF2B5EF4-FFF2-40B4-BE49-F238E27FC236}">
                <a16:creationId xmlns:a16="http://schemas.microsoft.com/office/drawing/2014/main" id="{10CB5596-F73A-4B65-8CD9-D3951FEA44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6D69C8D6-E807-DF0A-BD05-8F35CE9C6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10" name="タイトル 1">
            <a:extLst>
              <a:ext uri="{FF2B5EF4-FFF2-40B4-BE49-F238E27FC236}">
                <a16:creationId xmlns:a16="http://schemas.microsoft.com/office/drawing/2014/main" id="{75911411-AC82-E293-206B-825C0F3F3207}"/>
              </a:ext>
            </a:extLst>
          </p:cNvPr>
          <p:cNvSpPr txBox="1">
            <a:spLocks/>
          </p:cNvSpPr>
          <p:nvPr/>
        </p:nvSpPr>
        <p:spPr>
          <a:xfrm>
            <a:off x="4055033" y="155575"/>
            <a:ext cx="470535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5400" dirty="0">
                <a:latin typeface="Comic Relief" panose="030F0702030302020204" pitchFamily="66" charset="0"/>
              </a:rPr>
              <a:t>2. Aomori</a:t>
            </a:r>
            <a:endParaRPr lang="ja-JP" altLang="en-US" sz="5400" dirty="0">
              <a:latin typeface="Comic Relief" panose="030F0702030302020204" pitchFamily="66" charset="0"/>
            </a:endParaRPr>
          </a:p>
        </p:txBody>
      </p:sp>
      <p:sp>
        <p:nvSpPr>
          <p:cNvPr id="14" name="タイトル 1">
            <a:extLst>
              <a:ext uri="{FF2B5EF4-FFF2-40B4-BE49-F238E27FC236}">
                <a16:creationId xmlns:a16="http://schemas.microsoft.com/office/drawing/2014/main" id="{7C04EEE8-22DE-CA70-D65A-E51418E71747}"/>
              </a:ext>
            </a:extLst>
          </p:cNvPr>
          <p:cNvSpPr txBox="1">
            <a:spLocks/>
          </p:cNvSpPr>
          <p:nvPr/>
        </p:nvSpPr>
        <p:spPr>
          <a:xfrm>
            <a:off x="2238372" y="5376862"/>
            <a:ext cx="7577132" cy="132556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4000" dirty="0"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We have _________ in Aomori.</a:t>
            </a:r>
            <a:endParaRPr lang="ja-JP" altLang="en-US" sz="4000" dirty="0"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352AD381-0603-E81E-3EB5-DD6407967511}"/>
              </a:ext>
            </a:extLst>
          </p:cNvPr>
          <p:cNvSpPr txBox="1"/>
          <p:nvPr/>
        </p:nvSpPr>
        <p:spPr>
          <a:xfrm>
            <a:off x="4778933" y="5542150"/>
            <a:ext cx="32575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4800" b="1" dirty="0">
                <a:solidFill>
                  <a:srgbClr val="FF0000"/>
                </a:solidFill>
              </a:rPr>
              <a:t>snow</a:t>
            </a:r>
            <a:endParaRPr kumimoji="1" lang="ja-JP" altLang="en-US" sz="4800" b="1" dirty="0">
              <a:solidFill>
                <a:srgbClr val="FF0000"/>
              </a:solidFill>
            </a:endParaRPr>
          </a:p>
        </p:txBody>
      </p:sp>
      <p:pic>
        <p:nvPicPr>
          <p:cNvPr id="23" name="図 22" descr="暗い, 鳥 が含まれている画像&#10;&#10;自動的に生成された説明">
            <a:hlinkClick r:id="rId3" action="ppaction://hlinksldjump"/>
            <a:extLst>
              <a:ext uri="{FF2B5EF4-FFF2-40B4-BE49-F238E27FC236}">
                <a16:creationId xmlns:a16="http://schemas.microsoft.com/office/drawing/2014/main" id="{CFDBAC78-68DA-0CBF-F4D5-0D8023AF68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1756" y="5022055"/>
            <a:ext cx="1538296" cy="2045495"/>
          </a:xfrm>
          <a:prstGeom prst="rect">
            <a:avLst/>
          </a:prstGeom>
        </p:spPr>
      </p:pic>
      <p:pic>
        <p:nvPicPr>
          <p:cNvPr id="25" name="図 24" descr="アイコン&#10;&#10;自動的に生成された説明">
            <a:hlinkClick r:id="rId5" action="ppaction://hlinksldjump"/>
            <a:extLst>
              <a:ext uri="{FF2B5EF4-FFF2-40B4-BE49-F238E27FC236}">
                <a16:creationId xmlns:a16="http://schemas.microsoft.com/office/drawing/2014/main" id="{FEB48BB0-301D-5F85-C24A-49B2F79F434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177" y="5059644"/>
            <a:ext cx="1499065" cy="1499065"/>
          </a:xfrm>
          <a:prstGeom prst="rect">
            <a:avLst/>
          </a:prstGeom>
        </p:spPr>
      </p:pic>
      <p:pic>
        <p:nvPicPr>
          <p:cNvPr id="4" name="図 3" descr="マップ&#10;&#10;自動的に生成された説明">
            <a:extLst>
              <a:ext uri="{FF2B5EF4-FFF2-40B4-BE49-F238E27FC236}">
                <a16:creationId xmlns:a16="http://schemas.microsoft.com/office/drawing/2014/main" id="{935D80EE-4E00-D32E-B38F-B691AAC8FA9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4140" y="461861"/>
            <a:ext cx="2938760" cy="2841726"/>
          </a:xfrm>
          <a:prstGeom prst="rect">
            <a:avLst/>
          </a:prstGeom>
        </p:spPr>
      </p:pic>
      <p:pic>
        <p:nvPicPr>
          <p:cNvPr id="6" name="図 5" descr="雪の中をスキーで滑る人&#10;&#10;自動的に生成された説明">
            <a:extLst>
              <a:ext uri="{FF2B5EF4-FFF2-40B4-BE49-F238E27FC236}">
                <a16:creationId xmlns:a16="http://schemas.microsoft.com/office/drawing/2014/main" id="{5B5912ED-29B9-3D13-DD6F-409E55B7906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7917" y="1465262"/>
            <a:ext cx="5180516" cy="3881934"/>
          </a:xfrm>
          <a:prstGeom prst="rect">
            <a:avLst/>
          </a:prstGeom>
        </p:spPr>
      </p:pic>
      <p:sp>
        <p:nvSpPr>
          <p:cNvPr id="5" name="コンテンツ プレースホルダー 4">
            <a:extLst>
              <a:ext uri="{FF2B5EF4-FFF2-40B4-BE49-F238E27FC236}">
                <a16:creationId xmlns:a16="http://schemas.microsoft.com/office/drawing/2014/main" id="{DFDED6E6-8FA5-4199-B0A6-3230F7C383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850779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2" descr="Japanese Garden Cherry Blossom Wallpapers - Top Free Japanese Garden ...">
            <a:extLst>
              <a:ext uri="{FF2B5EF4-FFF2-40B4-BE49-F238E27FC236}">
                <a16:creationId xmlns:a16="http://schemas.microsoft.com/office/drawing/2014/main" id="{0DADEE1F-9CA8-4AC0-97D1-66E8C3494B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6D69C8D6-E807-DF0A-BD05-8F35CE9C6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10" name="タイトル 1">
            <a:extLst>
              <a:ext uri="{FF2B5EF4-FFF2-40B4-BE49-F238E27FC236}">
                <a16:creationId xmlns:a16="http://schemas.microsoft.com/office/drawing/2014/main" id="{75911411-AC82-E293-206B-825C0F3F3207}"/>
              </a:ext>
            </a:extLst>
          </p:cNvPr>
          <p:cNvSpPr txBox="1">
            <a:spLocks/>
          </p:cNvSpPr>
          <p:nvPr/>
        </p:nvSpPr>
        <p:spPr>
          <a:xfrm>
            <a:off x="3975293" y="95282"/>
            <a:ext cx="470535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5400" dirty="0">
                <a:latin typeface="Comic Relief" panose="030F0702030302020204" pitchFamily="66" charset="0"/>
              </a:rPr>
              <a:t>4. Miyagi</a:t>
            </a:r>
            <a:endParaRPr lang="ja-JP" altLang="en-US" sz="5400" dirty="0">
              <a:latin typeface="Comic Relief" panose="030F0702030302020204" pitchFamily="66" charset="0"/>
            </a:endParaRPr>
          </a:p>
        </p:txBody>
      </p:sp>
      <p:sp>
        <p:nvSpPr>
          <p:cNvPr id="14" name="タイトル 1">
            <a:extLst>
              <a:ext uri="{FF2B5EF4-FFF2-40B4-BE49-F238E27FC236}">
                <a16:creationId xmlns:a16="http://schemas.microsoft.com/office/drawing/2014/main" id="{7C04EEE8-22DE-CA70-D65A-E51418E71747}"/>
              </a:ext>
            </a:extLst>
          </p:cNvPr>
          <p:cNvSpPr txBox="1">
            <a:spLocks/>
          </p:cNvSpPr>
          <p:nvPr/>
        </p:nvSpPr>
        <p:spPr>
          <a:xfrm>
            <a:off x="2238372" y="5376862"/>
            <a:ext cx="7577132" cy="132556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4000" dirty="0"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We have _________ in Miyagi.</a:t>
            </a:r>
            <a:endParaRPr lang="ja-JP" altLang="en-US" sz="4000" dirty="0"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352AD381-0603-E81E-3EB5-DD6407967511}"/>
              </a:ext>
            </a:extLst>
          </p:cNvPr>
          <p:cNvSpPr txBox="1"/>
          <p:nvPr/>
        </p:nvSpPr>
        <p:spPr>
          <a:xfrm>
            <a:off x="4563075" y="5778033"/>
            <a:ext cx="39745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800" b="1" dirty="0">
                <a:solidFill>
                  <a:srgbClr val="FF0000"/>
                </a:solidFill>
              </a:rPr>
              <a:t>Star festival</a:t>
            </a:r>
            <a:endParaRPr kumimoji="1" lang="ja-JP" altLang="en-US" sz="2800" b="1" dirty="0">
              <a:solidFill>
                <a:srgbClr val="FF0000"/>
              </a:solidFill>
            </a:endParaRPr>
          </a:p>
        </p:txBody>
      </p:sp>
      <p:pic>
        <p:nvPicPr>
          <p:cNvPr id="23" name="図 22" descr="暗い, 鳥 が含まれている画像&#10;&#10;自動的に生成された説明">
            <a:hlinkClick r:id="rId3" action="ppaction://hlinksldjump"/>
            <a:extLst>
              <a:ext uri="{FF2B5EF4-FFF2-40B4-BE49-F238E27FC236}">
                <a16:creationId xmlns:a16="http://schemas.microsoft.com/office/drawing/2014/main" id="{CFDBAC78-68DA-0CBF-F4D5-0D8023AF68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74788" y="5042667"/>
            <a:ext cx="1538296" cy="2045495"/>
          </a:xfrm>
          <a:prstGeom prst="rect">
            <a:avLst/>
          </a:prstGeom>
        </p:spPr>
      </p:pic>
      <p:pic>
        <p:nvPicPr>
          <p:cNvPr id="25" name="図 24" descr="アイコン&#10;&#10;自動的に生成された説明">
            <a:hlinkClick r:id="rId5" action="ppaction://hlinksldjump"/>
            <a:extLst>
              <a:ext uri="{FF2B5EF4-FFF2-40B4-BE49-F238E27FC236}">
                <a16:creationId xmlns:a16="http://schemas.microsoft.com/office/drawing/2014/main" id="{FEB48BB0-301D-5F85-C24A-49B2F79F434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177" y="5059644"/>
            <a:ext cx="1499065" cy="1499065"/>
          </a:xfrm>
          <a:prstGeom prst="rect">
            <a:avLst/>
          </a:prstGeom>
        </p:spPr>
      </p:pic>
      <p:pic>
        <p:nvPicPr>
          <p:cNvPr id="5" name="図 4" descr="マップ&#10;&#10;自動的に生成された説明">
            <a:extLst>
              <a:ext uri="{FF2B5EF4-FFF2-40B4-BE49-F238E27FC236}">
                <a16:creationId xmlns:a16="http://schemas.microsoft.com/office/drawing/2014/main" id="{B189F7D4-661C-610D-608E-D4BCC30B1E5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72990" y="542434"/>
            <a:ext cx="2629527" cy="2697746"/>
          </a:xfrm>
          <a:prstGeom prst="rect">
            <a:avLst/>
          </a:prstGeom>
        </p:spPr>
      </p:pic>
      <p:pic>
        <p:nvPicPr>
          <p:cNvPr id="8" name="図 7" descr="カラフルなパラソル&#10;&#10;低い精度で自動的に生成された説明">
            <a:extLst>
              <a:ext uri="{FF2B5EF4-FFF2-40B4-BE49-F238E27FC236}">
                <a16:creationId xmlns:a16="http://schemas.microsoft.com/office/drawing/2014/main" id="{52AD79BC-E55B-8D73-BBAE-4E8D2D2EFCD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3959" y="1644774"/>
            <a:ext cx="6336684" cy="3564385"/>
          </a:xfrm>
          <a:prstGeom prst="rect">
            <a:avLst/>
          </a:prstGeom>
        </p:spPr>
      </p:pic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76D5901-A673-46E5-B8C1-3D71DAEF23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41861903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2" descr="Japanese Garden Cherry Blossom Wallpapers - Top Free Japanese Garden ...">
            <a:extLst>
              <a:ext uri="{FF2B5EF4-FFF2-40B4-BE49-F238E27FC236}">
                <a16:creationId xmlns:a16="http://schemas.microsoft.com/office/drawing/2014/main" id="{0DAA7C5A-F926-42B9-8FF4-7FC889E2CC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6D69C8D6-E807-DF0A-BD05-8F35CE9C6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10" name="タイトル 1">
            <a:extLst>
              <a:ext uri="{FF2B5EF4-FFF2-40B4-BE49-F238E27FC236}">
                <a16:creationId xmlns:a16="http://schemas.microsoft.com/office/drawing/2014/main" id="{75911411-AC82-E293-206B-825C0F3F3207}"/>
              </a:ext>
            </a:extLst>
          </p:cNvPr>
          <p:cNvSpPr txBox="1">
            <a:spLocks/>
          </p:cNvSpPr>
          <p:nvPr/>
        </p:nvSpPr>
        <p:spPr>
          <a:xfrm>
            <a:off x="3997883" y="148001"/>
            <a:ext cx="470535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5400" dirty="0">
                <a:latin typeface="Comic Relief" panose="030F0702030302020204" pitchFamily="66" charset="0"/>
              </a:rPr>
              <a:t>8. Ibaraki</a:t>
            </a:r>
            <a:endParaRPr lang="ja-JP" altLang="en-US" sz="5400" dirty="0">
              <a:latin typeface="Comic Relief" panose="030F0702030302020204" pitchFamily="66" charset="0"/>
            </a:endParaRPr>
          </a:p>
        </p:txBody>
      </p:sp>
      <p:sp>
        <p:nvSpPr>
          <p:cNvPr id="14" name="タイトル 1">
            <a:extLst>
              <a:ext uri="{FF2B5EF4-FFF2-40B4-BE49-F238E27FC236}">
                <a16:creationId xmlns:a16="http://schemas.microsoft.com/office/drawing/2014/main" id="{7C04EEE8-22DE-CA70-D65A-E51418E71747}"/>
              </a:ext>
            </a:extLst>
          </p:cNvPr>
          <p:cNvSpPr txBox="1">
            <a:spLocks/>
          </p:cNvSpPr>
          <p:nvPr/>
        </p:nvSpPr>
        <p:spPr>
          <a:xfrm>
            <a:off x="2238372" y="5376862"/>
            <a:ext cx="7577132" cy="132556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4000" dirty="0"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We have _________ in Ibaraki.</a:t>
            </a:r>
            <a:endParaRPr lang="ja-JP" altLang="en-US" sz="4000" dirty="0"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352AD381-0603-E81E-3EB5-DD6407967511}"/>
              </a:ext>
            </a:extLst>
          </p:cNvPr>
          <p:cNvSpPr txBox="1"/>
          <p:nvPr/>
        </p:nvSpPr>
        <p:spPr>
          <a:xfrm>
            <a:off x="4721783" y="5522893"/>
            <a:ext cx="32575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4800" b="1" dirty="0">
                <a:solidFill>
                  <a:srgbClr val="FF0000"/>
                </a:solidFill>
              </a:rPr>
              <a:t>natto</a:t>
            </a:r>
            <a:endParaRPr kumimoji="1" lang="ja-JP" altLang="en-US" sz="4800" b="1" dirty="0">
              <a:solidFill>
                <a:srgbClr val="FF0000"/>
              </a:solidFill>
            </a:endParaRPr>
          </a:p>
        </p:txBody>
      </p:sp>
      <p:pic>
        <p:nvPicPr>
          <p:cNvPr id="23" name="図 22" descr="暗い, 鳥 が含まれている画像&#10;&#10;自動的に生成された説明">
            <a:hlinkClick r:id="rId3" action="ppaction://hlinksldjump"/>
            <a:extLst>
              <a:ext uri="{FF2B5EF4-FFF2-40B4-BE49-F238E27FC236}">
                <a16:creationId xmlns:a16="http://schemas.microsoft.com/office/drawing/2014/main" id="{CFDBAC78-68DA-0CBF-F4D5-0D8023AF68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8035" y="4958693"/>
            <a:ext cx="1538296" cy="2045495"/>
          </a:xfrm>
          <a:prstGeom prst="rect">
            <a:avLst/>
          </a:prstGeom>
        </p:spPr>
      </p:pic>
      <p:pic>
        <p:nvPicPr>
          <p:cNvPr id="25" name="図 24" descr="アイコン&#10;&#10;自動的に生成された説明">
            <a:hlinkClick r:id="rId5" action="ppaction://hlinksldjump"/>
            <a:extLst>
              <a:ext uri="{FF2B5EF4-FFF2-40B4-BE49-F238E27FC236}">
                <a16:creationId xmlns:a16="http://schemas.microsoft.com/office/drawing/2014/main" id="{FEB48BB0-301D-5F85-C24A-49B2F79F434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177" y="5059644"/>
            <a:ext cx="1499065" cy="1499065"/>
          </a:xfrm>
          <a:prstGeom prst="rect">
            <a:avLst/>
          </a:prstGeom>
        </p:spPr>
      </p:pic>
      <p:pic>
        <p:nvPicPr>
          <p:cNvPr id="5" name="図 4" descr="マップ&#10;&#10;自動的に生成された説明">
            <a:extLst>
              <a:ext uri="{FF2B5EF4-FFF2-40B4-BE49-F238E27FC236}">
                <a16:creationId xmlns:a16="http://schemas.microsoft.com/office/drawing/2014/main" id="{2583FF06-14F2-6B50-F1FC-2604F671597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69384" y="511313"/>
            <a:ext cx="2574690" cy="3022462"/>
          </a:xfrm>
          <a:prstGeom prst="rect">
            <a:avLst/>
          </a:prstGeom>
        </p:spPr>
      </p:pic>
      <p:pic>
        <p:nvPicPr>
          <p:cNvPr id="8" name="図 7" descr="ボウルに盛られた料理&#10;&#10;自動的に生成された説明">
            <a:extLst>
              <a:ext uri="{FF2B5EF4-FFF2-40B4-BE49-F238E27FC236}">
                <a16:creationId xmlns:a16="http://schemas.microsoft.com/office/drawing/2014/main" id="{DD9386E3-FACC-CDA0-4EFF-375D3C18B1E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3442" y="1546135"/>
            <a:ext cx="5487095" cy="3658063"/>
          </a:xfrm>
          <a:prstGeom prst="rect">
            <a:avLst/>
          </a:prstGeom>
        </p:spPr>
      </p:pic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C383FF9-4733-4648-AEA1-2467FB44FD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10991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2" descr="Japanese Garden Cherry Blossom Wallpapers - Top Free Japanese Garden ...">
            <a:extLst>
              <a:ext uri="{FF2B5EF4-FFF2-40B4-BE49-F238E27FC236}">
                <a16:creationId xmlns:a16="http://schemas.microsoft.com/office/drawing/2014/main" id="{21976A41-8656-4941-A2A4-B5E9D61387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6D69C8D6-E807-DF0A-BD05-8F35CE9C6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10" name="タイトル 1">
            <a:extLst>
              <a:ext uri="{FF2B5EF4-FFF2-40B4-BE49-F238E27FC236}">
                <a16:creationId xmlns:a16="http://schemas.microsoft.com/office/drawing/2014/main" id="{75911411-AC82-E293-206B-825C0F3F3207}"/>
              </a:ext>
            </a:extLst>
          </p:cNvPr>
          <p:cNvSpPr txBox="1">
            <a:spLocks/>
          </p:cNvSpPr>
          <p:nvPr/>
        </p:nvSpPr>
        <p:spPr>
          <a:xfrm>
            <a:off x="4043728" y="151493"/>
            <a:ext cx="470535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5400" dirty="0">
                <a:latin typeface="Comic Relief" panose="030F0702030302020204" pitchFamily="66" charset="0"/>
              </a:rPr>
              <a:t>10. Gunma</a:t>
            </a:r>
            <a:endParaRPr lang="ja-JP" altLang="en-US" sz="5400" dirty="0">
              <a:latin typeface="Comic Relief" panose="030F0702030302020204" pitchFamily="66" charset="0"/>
            </a:endParaRPr>
          </a:p>
        </p:txBody>
      </p:sp>
      <p:sp>
        <p:nvSpPr>
          <p:cNvPr id="14" name="タイトル 1">
            <a:extLst>
              <a:ext uri="{FF2B5EF4-FFF2-40B4-BE49-F238E27FC236}">
                <a16:creationId xmlns:a16="http://schemas.microsoft.com/office/drawing/2014/main" id="{7C04EEE8-22DE-CA70-D65A-E51418E71747}"/>
              </a:ext>
            </a:extLst>
          </p:cNvPr>
          <p:cNvSpPr txBox="1">
            <a:spLocks/>
          </p:cNvSpPr>
          <p:nvPr/>
        </p:nvSpPr>
        <p:spPr>
          <a:xfrm>
            <a:off x="2238372" y="5376862"/>
            <a:ext cx="7577132" cy="132556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4100" dirty="0"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We have _________ in Gunma</a:t>
            </a:r>
            <a:r>
              <a:rPr lang="en-US" altLang="ja-JP" sz="4500" dirty="0"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.</a:t>
            </a:r>
            <a:endParaRPr lang="ja-JP" altLang="en-US" sz="4500" dirty="0"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352AD381-0603-E81E-3EB5-DD6407967511}"/>
              </a:ext>
            </a:extLst>
          </p:cNvPr>
          <p:cNvSpPr txBox="1"/>
          <p:nvPr/>
        </p:nvSpPr>
        <p:spPr>
          <a:xfrm>
            <a:off x="4589052" y="5747255"/>
            <a:ext cx="36983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3200" b="1" dirty="0">
                <a:solidFill>
                  <a:srgbClr val="FF0000"/>
                </a:solidFill>
              </a:rPr>
              <a:t>hot springs</a:t>
            </a:r>
            <a:endParaRPr kumimoji="1" lang="ja-JP" altLang="en-US" sz="3200" b="1" dirty="0">
              <a:solidFill>
                <a:srgbClr val="FF0000"/>
              </a:solidFill>
            </a:endParaRPr>
          </a:p>
        </p:txBody>
      </p:sp>
      <p:pic>
        <p:nvPicPr>
          <p:cNvPr id="23" name="図 22" descr="暗い, 鳥 が含まれている画像&#10;&#10;自動的に生成された説明">
            <a:hlinkClick r:id="rId3" action="ppaction://hlinksldjump"/>
            <a:extLst>
              <a:ext uri="{FF2B5EF4-FFF2-40B4-BE49-F238E27FC236}">
                <a16:creationId xmlns:a16="http://schemas.microsoft.com/office/drawing/2014/main" id="{CFDBAC78-68DA-0CBF-F4D5-0D8023AF68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2493" y="5059644"/>
            <a:ext cx="1538296" cy="2045495"/>
          </a:xfrm>
          <a:prstGeom prst="rect">
            <a:avLst/>
          </a:prstGeom>
        </p:spPr>
      </p:pic>
      <p:pic>
        <p:nvPicPr>
          <p:cNvPr id="25" name="図 24" descr="アイコン&#10;&#10;自動的に生成された説明">
            <a:hlinkClick r:id="rId5" action="ppaction://hlinksldjump"/>
            <a:extLst>
              <a:ext uri="{FF2B5EF4-FFF2-40B4-BE49-F238E27FC236}">
                <a16:creationId xmlns:a16="http://schemas.microsoft.com/office/drawing/2014/main" id="{FEB48BB0-301D-5F85-C24A-49B2F79F434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177" y="5059644"/>
            <a:ext cx="1499065" cy="1499065"/>
          </a:xfrm>
          <a:prstGeom prst="rect">
            <a:avLst/>
          </a:prstGeom>
        </p:spPr>
      </p:pic>
      <p:pic>
        <p:nvPicPr>
          <p:cNvPr id="5" name="図 4" descr="マップ&#10;&#10;自動的に生成された説明">
            <a:extLst>
              <a:ext uri="{FF2B5EF4-FFF2-40B4-BE49-F238E27FC236}">
                <a16:creationId xmlns:a16="http://schemas.microsoft.com/office/drawing/2014/main" id="{386AB8D5-0277-98B7-2B6A-7CCBE39733B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60839" y="514991"/>
            <a:ext cx="2819400" cy="2666461"/>
          </a:xfrm>
          <a:prstGeom prst="rect">
            <a:avLst/>
          </a:prstGeom>
        </p:spPr>
      </p:pic>
      <p:pic>
        <p:nvPicPr>
          <p:cNvPr id="12" name="図 11" descr="水の中にあるプールと建物&#10;&#10;低い精度で自動的に生成された説明">
            <a:extLst>
              <a:ext uri="{FF2B5EF4-FFF2-40B4-BE49-F238E27FC236}">
                <a16:creationId xmlns:a16="http://schemas.microsoft.com/office/drawing/2014/main" id="{4C8B76D9-C717-DFD0-0FFE-3B632F6BFF7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2262" y="1537175"/>
            <a:ext cx="5672138" cy="3783650"/>
          </a:xfrm>
          <a:prstGeom prst="rect">
            <a:avLst/>
          </a:prstGeom>
        </p:spPr>
      </p:pic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C8748BA-620C-43C8-B20E-02EE1D7108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336780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2" descr="Japanese Garden Cherry Blossom Wallpapers - Top Free Japanese Garden ...">
            <a:extLst>
              <a:ext uri="{FF2B5EF4-FFF2-40B4-BE49-F238E27FC236}">
                <a16:creationId xmlns:a16="http://schemas.microsoft.com/office/drawing/2014/main" id="{68E8C940-5629-48C3-B9E7-53767FEA4B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6D69C8D6-E807-DF0A-BD05-8F35CE9C6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10" name="タイトル 1">
            <a:extLst>
              <a:ext uri="{FF2B5EF4-FFF2-40B4-BE49-F238E27FC236}">
                <a16:creationId xmlns:a16="http://schemas.microsoft.com/office/drawing/2014/main" id="{75911411-AC82-E293-206B-825C0F3F3207}"/>
              </a:ext>
            </a:extLst>
          </p:cNvPr>
          <p:cNvSpPr txBox="1">
            <a:spLocks/>
          </p:cNvSpPr>
          <p:nvPr/>
        </p:nvSpPr>
        <p:spPr>
          <a:xfrm>
            <a:off x="3743325" y="175025"/>
            <a:ext cx="470535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5400" dirty="0">
                <a:latin typeface="Comic Relief" panose="030F0702030302020204" pitchFamily="66" charset="0"/>
              </a:rPr>
              <a:t>13. Tokyo</a:t>
            </a:r>
            <a:endParaRPr lang="ja-JP" altLang="en-US" sz="5400" dirty="0">
              <a:latin typeface="Comic Relief" panose="030F0702030302020204" pitchFamily="66" charset="0"/>
            </a:endParaRPr>
          </a:p>
        </p:txBody>
      </p:sp>
      <p:sp>
        <p:nvSpPr>
          <p:cNvPr id="14" name="タイトル 1">
            <a:extLst>
              <a:ext uri="{FF2B5EF4-FFF2-40B4-BE49-F238E27FC236}">
                <a16:creationId xmlns:a16="http://schemas.microsoft.com/office/drawing/2014/main" id="{7C04EEE8-22DE-CA70-D65A-E51418E71747}"/>
              </a:ext>
            </a:extLst>
          </p:cNvPr>
          <p:cNvSpPr txBox="1">
            <a:spLocks/>
          </p:cNvSpPr>
          <p:nvPr/>
        </p:nvSpPr>
        <p:spPr>
          <a:xfrm>
            <a:off x="2238372" y="5376862"/>
            <a:ext cx="7347775" cy="132556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4000" dirty="0"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We have _________ in Tokyo.</a:t>
            </a:r>
            <a:endParaRPr lang="ja-JP" altLang="en-US" sz="4000" dirty="0"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352AD381-0603-E81E-3EB5-DD6407967511}"/>
              </a:ext>
            </a:extLst>
          </p:cNvPr>
          <p:cNvSpPr txBox="1"/>
          <p:nvPr/>
        </p:nvSpPr>
        <p:spPr>
          <a:xfrm>
            <a:off x="4467225" y="5616585"/>
            <a:ext cx="32575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4800" b="1" dirty="0">
                <a:solidFill>
                  <a:srgbClr val="FF0000"/>
                </a:solidFill>
              </a:rPr>
              <a:t>shrines</a:t>
            </a:r>
            <a:endParaRPr kumimoji="1" lang="ja-JP" altLang="en-US" sz="4800" b="1" dirty="0">
              <a:solidFill>
                <a:srgbClr val="FF0000"/>
              </a:solidFill>
            </a:endParaRPr>
          </a:p>
        </p:txBody>
      </p:sp>
      <p:pic>
        <p:nvPicPr>
          <p:cNvPr id="23" name="図 22" descr="暗い, 鳥 が含まれている画像&#10;&#10;自動的に生成された説明">
            <a:hlinkClick r:id="rId3" action="ppaction://hlinksldjump"/>
            <a:extLst>
              <a:ext uri="{FF2B5EF4-FFF2-40B4-BE49-F238E27FC236}">
                <a16:creationId xmlns:a16="http://schemas.microsoft.com/office/drawing/2014/main" id="{CFDBAC78-68DA-0CBF-F4D5-0D8023AF68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24347" y="4971511"/>
            <a:ext cx="1538296" cy="2045495"/>
          </a:xfrm>
          <a:prstGeom prst="rect">
            <a:avLst/>
          </a:prstGeom>
        </p:spPr>
      </p:pic>
      <p:pic>
        <p:nvPicPr>
          <p:cNvPr id="25" name="図 24" descr="アイコン&#10;&#10;自動的に生成された説明">
            <a:hlinkClick r:id="rId5" action="ppaction://hlinksldjump"/>
            <a:extLst>
              <a:ext uri="{FF2B5EF4-FFF2-40B4-BE49-F238E27FC236}">
                <a16:creationId xmlns:a16="http://schemas.microsoft.com/office/drawing/2014/main" id="{FEB48BB0-301D-5F85-C24A-49B2F79F434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177" y="5059644"/>
            <a:ext cx="1499065" cy="1499065"/>
          </a:xfrm>
          <a:prstGeom prst="rect">
            <a:avLst/>
          </a:prstGeom>
        </p:spPr>
      </p:pic>
      <p:pic>
        <p:nvPicPr>
          <p:cNvPr id="5" name="図 4" descr="マップ&#10;&#10;自動的に生成された説明">
            <a:extLst>
              <a:ext uri="{FF2B5EF4-FFF2-40B4-BE49-F238E27FC236}">
                <a16:creationId xmlns:a16="http://schemas.microsoft.com/office/drawing/2014/main" id="{9FA5BD52-2080-776A-8855-609B71CD1C9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94670" y="804947"/>
            <a:ext cx="3063341" cy="1479508"/>
          </a:xfrm>
          <a:prstGeom prst="rect">
            <a:avLst/>
          </a:prstGeom>
        </p:spPr>
      </p:pic>
      <p:pic>
        <p:nvPicPr>
          <p:cNvPr id="8" name="図 7" descr="駅のホームにいる列車と時計の群衆&#10;&#10;中程度の精度で自動的に生成された説明">
            <a:extLst>
              <a:ext uri="{FF2B5EF4-FFF2-40B4-BE49-F238E27FC236}">
                <a16:creationId xmlns:a16="http://schemas.microsoft.com/office/drawing/2014/main" id="{F52B57DB-E2A4-8CD6-55BC-54421FE873D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3177" y="1465262"/>
            <a:ext cx="5852160" cy="3901440"/>
          </a:xfrm>
          <a:prstGeom prst="rect">
            <a:avLst/>
          </a:prstGeom>
        </p:spPr>
      </p:pic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027FD71-6B1F-4100-93D3-B18D0F9FAE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9599434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2" descr="Japanese Garden Cherry Blossom Wallpapers - Top Free Japanese Garden ...">
            <a:extLst>
              <a:ext uri="{FF2B5EF4-FFF2-40B4-BE49-F238E27FC236}">
                <a16:creationId xmlns:a16="http://schemas.microsoft.com/office/drawing/2014/main" id="{7F7CA481-C633-47E8-8768-C27FCE846E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6D69C8D6-E807-DF0A-BD05-8F35CE9C6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10" name="タイトル 1">
            <a:extLst>
              <a:ext uri="{FF2B5EF4-FFF2-40B4-BE49-F238E27FC236}">
                <a16:creationId xmlns:a16="http://schemas.microsoft.com/office/drawing/2014/main" id="{75911411-AC82-E293-206B-825C0F3F3207}"/>
              </a:ext>
            </a:extLst>
          </p:cNvPr>
          <p:cNvSpPr txBox="1">
            <a:spLocks/>
          </p:cNvSpPr>
          <p:nvPr/>
        </p:nvSpPr>
        <p:spPr>
          <a:xfrm>
            <a:off x="3718655" y="151493"/>
            <a:ext cx="470535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5400" dirty="0">
                <a:latin typeface="Comic Relief" panose="030F0702030302020204" pitchFamily="66" charset="0"/>
              </a:rPr>
              <a:t>15. Niigata</a:t>
            </a:r>
            <a:endParaRPr lang="ja-JP" altLang="en-US" sz="5400" dirty="0">
              <a:latin typeface="Comic Relief" panose="030F0702030302020204" pitchFamily="66" charset="0"/>
            </a:endParaRPr>
          </a:p>
        </p:txBody>
      </p:sp>
      <p:sp>
        <p:nvSpPr>
          <p:cNvPr id="14" name="タイトル 1">
            <a:extLst>
              <a:ext uri="{FF2B5EF4-FFF2-40B4-BE49-F238E27FC236}">
                <a16:creationId xmlns:a16="http://schemas.microsoft.com/office/drawing/2014/main" id="{7C04EEE8-22DE-CA70-D65A-E51418E71747}"/>
              </a:ext>
            </a:extLst>
          </p:cNvPr>
          <p:cNvSpPr txBox="1">
            <a:spLocks/>
          </p:cNvSpPr>
          <p:nvPr/>
        </p:nvSpPr>
        <p:spPr>
          <a:xfrm>
            <a:off x="2238372" y="5376862"/>
            <a:ext cx="7577132" cy="132556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4000" dirty="0"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We have _________ in Niigata.</a:t>
            </a:r>
            <a:endParaRPr lang="ja-JP" altLang="en-US" sz="4000" dirty="0"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352AD381-0603-E81E-3EB5-DD6407967511}"/>
              </a:ext>
            </a:extLst>
          </p:cNvPr>
          <p:cNvSpPr txBox="1"/>
          <p:nvPr/>
        </p:nvSpPr>
        <p:spPr>
          <a:xfrm>
            <a:off x="4467225" y="5716477"/>
            <a:ext cx="32575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3600" b="1" dirty="0">
                <a:solidFill>
                  <a:srgbClr val="FF0000"/>
                </a:solidFill>
              </a:rPr>
              <a:t>fireworks</a:t>
            </a:r>
            <a:endParaRPr kumimoji="1" lang="ja-JP" altLang="en-US" sz="3600" b="1" dirty="0">
              <a:solidFill>
                <a:srgbClr val="FF0000"/>
              </a:solidFill>
            </a:endParaRPr>
          </a:p>
        </p:txBody>
      </p:sp>
      <p:pic>
        <p:nvPicPr>
          <p:cNvPr id="23" name="図 22" descr="暗い, 鳥 が含まれている画像&#10;&#10;自動的に生成された説明">
            <a:hlinkClick r:id="rId3" action="ppaction://hlinksldjump"/>
            <a:extLst>
              <a:ext uri="{FF2B5EF4-FFF2-40B4-BE49-F238E27FC236}">
                <a16:creationId xmlns:a16="http://schemas.microsoft.com/office/drawing/2014/main" id="{CFDBAC78-68DA-0CBF-F4D5-0D8023AF68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3362" y="4963320"/>
            <a:ext cx="1538296" cy="2045495"/>
          </a:xfrm>
          <a:prstGeom prst="rect">
            <a:avLst/>
          </a:prstGeom>
        </p:spPr>
      </p:pic>
      <p:pic>
        <p:nvPicPr>
          <p:cNvPr id="25" name="図 24" descr="アイコン&#10;&#10;自動的に生成された説明">
            <a:hlinkClick r:id="rId5" action="ppaction://hlinksldjump"/>
            <a:extLst>
              <a:ext uri="{FF2B5EF4-FFF2-40B4-BE49-F238E27FC236}">
                <a16:creationId xmlns:a16="http://schemas.microsoft.com/office/drawing/2014/main" id="{FEB48BB0-301D-5F85-C24A-49B2F79F434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177" y="5059644"/>
            <a:ext cx="1499065" cy="1499065"/>
          </a:xfrm>
          <a:prstGeom prst="rect">
            <a:avLst/>
          </a:prstGeom>
        </p:spPr>
      </p:pic>
      <p:pic>
        <p:nvPicPr>
          <p:cNvPr id="5" name="図 4" descr="マップ&#10;&#10;自動的に生成された説明">
            <a:extLst>
              <a:ext uri="{FF2B5EF4-FFF2-40B4-BE49-F238E27FC236}">
                <a16:creationId xmlns:a16="http://schemas.microsoft.com/office/drawing/2014/main" id="{DE59F728-F811-2DC1-EA3B-53A86CC6DF7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56686" y="557922"/>
            <a:ext cx="2929795" cy="2995781"/>
          </a:xfrm>
          <a:prstGeom prst="rect">
            <a:avLst/>
          </a:prstGeom>
        </p:spPr>
      </p:pic>
      <p:pic>
        <p:nvPicPr>
          <p:cNvPr id="12" name="図 11" descr="花火の写真&#10;&#10;自動的に生成された説明">
            <a:extLst>
              <a:ext uri="{FF2B5EF4-FFF2-40B4-BE49-F238E27FC236}">
                <a16:creationId xmlns:a16="http://schemas.microsoft.com/office/drawing/2014/main" id="{EA8A97AA-430D-1E61-1D61-C4CC9F5434B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3938" y="1520171"/>
            <a:ext cx="5668290" cy="3776663"/>
          </a:xfrm>
          <a:prstGeom prst="rect">
            <a:avLst/>
          </a:prstGeom>
        </p:spPr>
      </p:pic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CE1129B-4CF9-44F5-BE66-D7D5036C4A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210245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2" descr="Japanese Garden Cherry Blossom Wallpapers - Top Free Japanese Garden ...">
            <a:extLst>
              <a:ext uri="{FF2B5EF4-FFF2-40B4-BE49-F238E27FC236}">
                <a16:creationId xmlns:a16="http://schemas.microsoft.com/office/drawing/2014/main" id="{4D162707-7E47-4AE2-9EB5-376BD17BB5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6D69C8D6-E807-DF0A-BD05-8F35CE9C6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10" name="タイトル 1">
            <a:extLst>
              <a:ext uri="{FF2B5EF4-FFF2-40B4-BE49-F238E27FC236}">
                <a16:creationId xmlns:a16="http://schemas.microsoft.com/office/drawing/2014/main" id="{75911411-AC82-E293-206B-825C0F3F3207}"/>
              </a:ext>
            </a:extLst>
          </p:cNvPr>
          <p:cNvSpPr txBox="1">
            <a:spLocks/>
          </p:cNvSpPr>
          <p:nvPr/>
        </p:nvSpPr>
        <p:spPr>
          <a:xfrm>
            <a:off x="3743325" y="176439"/>
            <a:ext cx="470535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5400" dirty="0">
                <a:latin typeface="Comic Relief" panose="030F0702030302020204" pitchFamily="66" charset="0"/>
              </a:rPr>
              <a:t>16. Toyama</a:t>
            </a:r>
            <a:endParaRPr lang="ja-JP" altLang="en-US" sz="5400" dirty="0">
              <a:latin typeface="Comic Relief" panose="030F0702030302020204" pitchFamily="66" charset="0"/>
            </a:endParaRPr>
          </a:p>
        </p:txBody>
      </p:sp>
      <p:sp>
        <p:nvSpPr>
          <p:cNvPr id="14" name="タイトル 1">
            <a:extLst>
              <a:ext uri="{FF2B5EF4-FFF2-40B4-BE49-F238E27FC236}">
                <a16:creationId xmlns:a16="http://schemas.microsoft.com/office/drawing/2014/main" id="{7C04EEE8-22DE-CA70-D65A-E51418E71747}"/>
              </a:ext>
            </a:extLst>
          </p:cNvPr>
          <p:cNvSpPr txBox="1">
            <a:spLocks/>
          </p:cNvSpPr>
          <p:nvPr/>
        </p:nvSpPr>
        <p:spPr>
          <a:xfrm>
            <a:off x="2238372" y="5376862"/>
            <a:ext cx="7913052" cy="132556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4100" dirty="0"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We have _________ in Toyama</a:t>
            </a:r>
            <a:r>
              <a:rPr lang="en-US" altLang="ja-JP" sz="4500" dirty="0"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.</a:t>
            </a:r>
            <a:endParaRPr lang="ja-JP" altLang="en-US" sz="4500" dirty="0"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352AD381-0603-E81E-3EB5-DD6407967511}"/>
              </a:ext>
            </a:extLst>
          </p:cNvPr>
          <p:cNvSpPr txBox="1"/>
          <p:nvPr/>
        </p:nvSpPr>
        <p:spPr>
          <a:xfrm>
            <a:off x="4467225" y="5624144"/>
            <a:ext cx="32575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4800" b="1" dirty="0">
                <a:solidFill>
                  <a:srgbClr val="FF0000"/>
                </a:solidFill>
              </a:rPr>
              <a:t>sashimi</a:t>
            </a:r>
            <a:endParaRPr kumimoji="1" lang="ja-JP" altLang="en-US" sz="4800" b="1" dirty="0">
              <a:solidFill>
                <a:srgbClr val="FF0000"/>
              </a:solidFill>
            </a:endParaRPr>
          </a:p>
        </p:txBody>
      </p:sp>
      <p:pic>
        <p:nvPicPr>
          <p:cNvPr id="23" name="図 22" descr="暗い, 鳥 が含まれている画像&#10;&#10;自動的に生成された説明">
            <a:hlinkClick r:id="rId3" action="ppaction://hlinksldjump"/>
            <a:extLst>
              <a:ext uri="{FF2B5EF4-FFF2-40B4-BE49-F238E27FC236}">
                <a16:creationId xmlns:a16="http://schemas.microsoft.com/office/drawing/2014/main" id="{CFDBAC78-68DA-0CBF-F4D5-0D8023AF68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02564" y="5043378"/>
            <a:ext cx="1538296" cy="2045495"/>
          </a:xfrm>
          <a:prstGeom prst="rect">
            <a:avLst/>
          </a:prstGeom>
        </p:spPr>
      </p:pic>
      <p:pic>
        <p:nvPicPr>
          <p:cNvPr id="25" name="図 24" descr="アイコン&#10;&#10;自動的に生成された説明">
            <a:hlinkClick r:id="rId5" action="ppaction://hlinksldjump"/>
            <a:extLst>
              <a:ext uri="{FF2B5EF4-FFF2-40B4-BE49-F238E27FC236}">
                <a16:creationId xmlns:a16="http://schemas.microsoft.com/office/drawing/2014/main" id="{FEB48BB0-301D-5F85-C24A-49B2F79F434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177" y="5059644"/>
            <a:ext cx="1499065" cy="1499065"/>
          </a:xfrm>
          <a:prstGeom prst="rect">
            <a:avLst/>
          </a:prstGeom>
        </p:spPr>
      </p:pic>
      <p:pic>
        <p:nvPicPr>
          <p:cNvPr id="5" name="図 4" descr="マップ&#10;&#10;自動的に生成された説明">
            <a:extLst>
              <a:ext uri="{FF2B5EF4-FFF2-40B4-BE49-F238E27FC236}">
                <a16:creationId xmlns:a16="http://schemas.microsoft.com/office/drawing/2014/main" id="{F1E04812-91C6-0362-B18C-3BD293DEB60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0160" y="424175"/>
            <a:ext cx="2533025" cy="2533025"/>
          </a:xfrm>
          <a:prstGeom prst="rect">
            <a:avLst/>
          </a:prstGeom>
        </p:spPr>
      </p:pic>
      <p:pic>
        <p:nvPicPr>
          <p:cNvPr id="8" name="図 7" descr="皿に盛られたサラダ&#10;&#10;自動的に生成された説明">
            <a:extLst>
              <a:ext uri="{FF2B5EF4-FFF2-40B4-BE49-F238E27FC236}">
                <a16:creationId xmlns:a16="http://schemas.microsoft.com/office/drawing/2014/main" id="{5E2CF6DF-AB99-FD55-4026-B7AD3D41FB7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1257" y="1344395"/>
            <a:ext cx="5781560" cy="3856255"/>
          </a:xfrm>
          <a:prstGeom prst="rect">
            <a:avLst/>
          </a:prstGeom>
        </p:spPr>
      </p:pic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D5702BB-C76A-4F6B-992B-045E06FE65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0759103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2" descr="Japanese Garden Cherry Blossom Wallpapers - Top Free Japanese Garden ...">
            <a:extLst>
              <a:ext uri="{FF2B5EF4-FFF2-40B4-BE49-F238E27FC236}">
                <a16:creationId xmlns:a16="http://schemas.microsoft.com/office/drawing/2014/main" id="{1DD0351D-47F8-46E8-83A6-80ACC21B63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6D69C8D6-E807-DF0A-BD05-8F35CE9C6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10" name="タイトル 1">
            <a:extLst>
              <a:ext uri="{FF2B5EF4-FFF2-40B4-BE49-F238E27FC236}">
                <a16:creationId xmlns:a16="http://schemas.microsoft.com/office/drawing/2014/main" id="{75911411-AC82-E293-206B-825C0F3F3207}"/>
              </a:ext>
            </a:extLst>
          </p:cNvPr>
          <p:cNvSpPr txBox="1">
            <a:spLocks/>
          </p:cNvSpPr>
          <p:nvPr/>
        </p:nvSpPr>
        <p:spPr>
          <a:xfrm>
            <a:off x="3483129" y="166007"/>
            <a:ext cx="470535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5400" dirty="0">
                <a:latin typeface="Comic Relief" panose="030F0702030302020204" pitchFamily="66" charset="0"/>
              </a:rPr>
              <a:t>17. Ishikawa</a:t>
            </a:r>
            <a:endParaRPr lang="ja-JP" altLang="en-US" sz="5400" dirty="0">
              <a:latin typeface="Comic Relief" panose="030F0702030302020204" pitchFamily="66" charset="0"/>
            </a:endParaRPr>
          </a:p>
        </p:txBody>
      </p:sp>
      <p:sp>
        <p:nvSpPr>
          <p:cNvPr id="14" name="タイトル 1">
            <a:extLst>
              <a:ext uri="{FF2B5EF4-FFF2-40B4-BE49-F238E27FC236}">
                <a16:creationId xmlns:a16="http://schemas.microsoft.com/office/drawing/2014/main" id="{7C04EEE8-22DE-CA70-D65A-E51418E71747}"/>
              </a:ext>
            </a:extLst>
          </p:cNvPr>
          <p:cNvSpPr txBox="1">
            <a:spLocks/>
          </p:cNvSpPr>
          <p:nvPr/>
        </p:nvSpPr>
        <p:spPr>
          <a:xfrm>
            <a:off x="2238372" y="5376862"/>
            <a:ext cx="7282960" cy="132556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3600" dirty="0"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We have _________ in Ishikawa.</a:t>
            </a:r>
            <a:endParaRPr lang="ja-JP" altLang="en-US" sz="3600" dirty="0"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352AD381-0603-E81E-3EB5-DD6407967511}"/>
              </a:ext>
            </a:extLst>
          </p:cNvPr>
          <p:cNvSpPr txBox="1"/>
          <p:nvPr/>
        </p:nvSpPr>
        <p:spPr>
          <a:xfrm>
            <a:off x="4193262" y="5685700"/>
            <a:ext cx="325755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4000" b="1" dirty="0">
                <a:solidFill>
                  <a:srgbClr val="FF0000"/>
                </a:solidFill>
              </a:rPr>
              <a:t>gardens</a:t>
            </a:r>
            <a:endParaRPr kumimoji="1" lang="ja-JP" altLang="en-US" sz="4800" b="1" dirty="0">
              <a:solidFill>
                <a:srgbClr val="FF0000"/>
              </a:solidFill>
            </a:endParaRPr>
          </a:p>
        </p:txBody>
      </p:sp>
      <p:pic>
        <p:nvPicPr>
          <p:cNvPr id="23" name="図 22" descr="暗い, 鳥 が含まれている画像&#10;&#10;自動的に生成された説明">
            <a:hlinkClick r:id="rId3" action="ppaction://hlinksldjump"/>
            <a:extLst>
              <a:ext uri="{FF2B5EF4-FFF2-40B4-BE49-F238E27FC236}">
                <a16:creationId xmlns:a16="http://schemas.microsoft.com/office/drawing/2014/main" id="{CFDBAC78-68DA-0CBF-F4D5-0D8023AF68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9532" y="5016895"/>
            <a:ext cx="1538296" cy="2045495"/>
          </a:xfrm>
          <a:prstGeom prst="rect">
            <a:avLst/>
          </a:prstGeom>
        </p:spPr>
      </p:pic>
      <p:pic>
        <p:nvPicPr>
          <p:cNvPr id="25" name="図 24" descr="アイコン&#10;&#10;自動的に生成された説明">
            <a:hlinkClick r:id="rId5" action="ppaction://hlinksldjump"/>
            <a:extLst>
              <a:ext uri="{FF2B5EF4-FFF2-40B4-BE49-F238E27FC236}">
                <a16:creationId xmlns:a16="http://schemas.microsoft.com/office/drawing/2014/main" id="{FEB48BB0-301D-5F85-C24A-49B2F79F434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177" y="5059644"/>
            <a:ext cx="1499065" cy="1499065"/>
          </a:xfrm>
          <a:prstGeom prst="rect">
            <a:avLst/>
          </a:prstGeom>
        </p:spPr>
      </p:pic>
      <p:pic>
        <p:nvPicPr>
          <p:cNvPr id="5" name="図 4" descr="マップ&#10;&#10;自動的に生成された説明">
            <a:extLst>
              <a:ext uri="{FF2B5EF4-FFF2-40B4-BE49-F238E27FC236}">
                <a16:creationId xmlns:a16="http://schemas.microsoft.com/office/drawing/2014/main" id="{4D571A53-A38F-6462-C538-088748E2289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7266" y="480364"/>
            <a:ext cx="2298882" cy="3053387"/>
          </a:xfrm>
          <a:prstGeom prst="rect">
            <a:avLst/>
          </a:prstGeom>
        </p:spPr>
      </p:pic>
      <p:pic>
        <p:nvPicPr>
          <p:cNvPr id="8" name="図 7" descr="池の中の花&#10;&#10;中程度の精度で自動的に生成された説明">
            <a:extLst>
              <a:ext uri="{FF2B5EF4-FFF2-40B4-BE49-F238E27FC236}">
                <a16:creationId xmlns:a16="http://schemas.microsoft.com/office/drawing/2014/main" id="{EDC0682E-7B79-936F-B7F3-56593BE1D39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4599" y="1474156"/>
            <a:ext cx="6375709" cy="3586336"/>
          </a:xfrm>
          <a:prstGeom prst="rect">
            <a:avLst/>
          </a:prstGeom>
        </p:spPr>
      </p:pic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AFEBFB0-BA69-490A-BD79-24473C5DC0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803560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2" descr="Japanese Garden Cherry Blossom Wallpapers - Top Free Japanese Garden ...">
            <a:extLst>
              <a:ext uri="{FF2B5EF4-FFF2-40B4-BE49-F238E27FC236}">
                <a16:creationId xmlns:a16="http://schemas.microsoft.com/office/drawing/2014/main" id="{3719FECE-695C-46BE-85C7-16DAB0E906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6D69C8D6-E807-DF0A-BD05-8F35CE9C6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10" name="タイトル 1">
            <a:extLst>
              <a:ext uri="{FF2B5EF4-FFF2-40B4-BE49-F238E27FC236}">
                <a16:creationId xmlns:a16="http://schemas.microsoft.com/office/drawing/2014/main" id="{75911411-AC82-E293-206B-825C0F3F3207}"/>
              </a:ext>
            </a:extLst>
          </p:cNvPr>
          <p:cNvSpPr txBox="1">
            <a:spLocks/>
          </p:cNvSpPr>
          <p:nvPr/>
        </p:nvSpPr>
        <p:spPr>
          <a:xfrm>
            <a:off x="4305300" y="155575"/>
            <a:ext cx="470535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5400" dirty="0">
                <a:latin typeface="Comic Relief" panose="030F0702030302020204" pitchFamily="66" charset="0"/>
              </a:rPr>
              <a:t>21. Gifu</a:t>
            </a:r>
            <a:endParaRPr lang="ja-JP" altLang="en-US" sz="5400" dirty="0">
              <a:latin typeface="Comic Relief" panose="030F0702030302020204" pitchFamily="66" charset="0"/>
            </a:endParaRPr>
          </a:p>
        </p:txBody>
      </p:sp>
      <p:sp>
        <p:nvSpPr>
          <p:cNvPr id="14" name="タイトル 1">
            <a:extLst>
              <a:ext uri="{FF2B5EF4-FFF2-40B4-BE49-F238E27FC236}">
                <a16:creationId xmlns:a16="http://schemas.microsoft.com/office/drawing/2014/main" id="{7C04EEE8-22DE-CA70-D65A-E51418E71747}"/>
              </a:ext>
            </a:extLst>
          </p:cNvPr>
          <p:cNvSpPr txBox="1">
            <a:spLocks/>
          </p:cNvSpPr>
          <p:nvPr/>
        </p:nvSpPr>
        <p:spPr>
          <a:xfrm>
            <a:off x="2238372" y="5376862"/>
            <a:ext cx="7577132" cy="132556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4500" dirty="0"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We have _________ in Gifu.</a:t>
            </a:r>
            <a:endParaRPr lang="ja-JP" altLang="en-US" sz="4500" dirty="0"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352AD381-0603-E81E-3EB5-DD6407967511}"/>
              </a:ext>
            </a:extLst>
          </p:cNvPr>
          <p:cNvSpPr txBox="1"/>
          <p:nvPr/>
        </p:nvSpPr>
        <p:spPr>
          <a:xfrm>
            <a:off x="4865694" y="5732766"/>
            <a:ext cx="33214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800" b="1" dirty="0" err="1">
                <a:solidFill>
                  <a:srgbClr val="FF0000"/>
                </a:solidFill>
              </a:rPr>
              <a:t>Gassho</a:t>
            </a:r>
            <a:r>
              <a:rPr lang="en-US" altLang="ja-JP" sz="2800" b="1" dirty="0">
                <a:solidFill>
                  <a:srgbClr val="FF0000"/>
                </a:solidFill>
              </a:rPr>
              <a:t> house</a:t>
            </a:r>
            <a:endParaRPr kumimoji="1" lang="ja-JP" altLang="en-US" sz="2800" b="1" dirty="0">
              <a:solidFill>
                <a:srgbClr val="FF0000"/>
              </a:solidFill>
            </a:endParaRPr>
          </a:p>
        </p:txBody>
      </p:sp>
      <p:pic>
        <p:nvPicPr>
          <p:cNvPr id="23" name="図 22" descr="暗い, 鳥 が含まれている画像&#10;&#10;自動的に生成された説明">
            <a:hlinkClick r:id="rId3" action="ppaction://hlinksldjump"/>
            <a:extLst>
              <a:ext uri="{FF2B5EF4-FFF2-40B4-BE49-F238E27FC236}">
                <a16:creationId xmlns:a16="http://schemas.microsoft.com/office/drawing/2014/main" id="{CFDBAC78-68DA-0CBF-F4D5-0D8023AF68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6349" y="4971628"/>
            <a:ext cx="1538296" cy="2045495"/>
          </a:xfrm>
          <a:prstGeom prst="rect">
            <a:avLst/>
          </a:prstGeom>
        </p:spPr>
      </p:pic>
      <p:pic>
        <p:nvPicPr>
          <p:cNvPr id="25" name="図 24" descr="アイコン&#10;&#10;自動的に生成された説明">
            <a:hlinkClick r:id="rId5" action="ppaction://hlinksldjump"/>
            <a:extLst>
              <a:ext uri="{FF2B5EF4-FFF2-40B4-BE49-F238E27FC236}">
                <a16:creationId xmlns:a16="http://schemas.microsoft.com/office/drawing/2014/main" id="{FEB48BB0-301D-5F85-C24A-49B2F79F434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177" y="5059644"/>
            <a:ext cx="1499065" cy="1499065"/>
          </a:xfrm>
          <a:prstGeom prst="rect">
            <a:avLst/>
          </a:prstGeom>
        </p:spPr>
      </p:pic>
      <p:pic>
        <p:nvPicPr>
          <p:cNvPr id="5" name="図 4" descr="マップ&#10;&#10;自動的に生成された説明">
            <a:extLst>
              <a:ext uri="{FF2B5EF4-FFF2-40B4-BE49-F238E27FC236}">
                <a16:creationId xmlns:a16="http://schemas.microsoft.com/office/drawing/2014/main" id="{A59B4520-070C-FDC1-2338-439791B7B1F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0650" y="407280"/>
            <a:ext cx="2622335" cy="3050987"/>
          </a:xfrm>
          <a:prstGeom prst="rect">
            <a:avLst/>
          </a:prstGeom>
        </p:spPr>
      </p:pic>
      <p:pic>
        <p:nvPicPr>
          <p:cNvPr id="8" name="図 7" descr="雪の積もった家&#10;&#10;自動的に生成された説明">
            <a:extLst>
              <a:ext uri="{FF2B5EF4-FFF2-40B4-BE49-F238E27FC236}">
                <a16:creationId xmlns:a16="http://schemas.microsoft.com/office/drawing/2014/main" id="{EDC90075-D56C-9F27-5AD9-7FFC574EBD2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64489" y="1406602"/>
            <a:ext cx="3785064" cy="3785064"/>
          </a:xfrm>
          <a:prstGeom prst="rect">
            <a:avLst/>
          </a:prstGeom>
        </p:spPr>
      </p:pic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FEAAA8C-43F1-4C90-9F77-2A1BE50028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7284321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2" descr="Japanese Garden Cherry Blossom Wallpapers - Top Free Japanese Garden ...">
            <a:extLst>
              <a:ext uri="{FF2B5EF4-FFF2-40B4-BE49-F238E27FC236}">
                <a16:creationId xmlns:a16="http://schemas.microsoft.com/office/drawing/2014/main" id="{84E84551-2DC2-4C20-8C53-12DD3BD696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6D69C8D6-E807-DF0A-BD05-8F35CE9C6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10" name="タイトル 1">
            <a:extLst>
              <a:ext uri="{FF2B5EF4-FFF2-40B4-BE49-F238E27FC236}">
                <a16:creationId xmlns:a16="http://schemas.microsoft.com/office/drawing/2014/main" id="{75911411-AC82-E293-206B-825C0F3F3207}"/>
              </a:ext>
            </a:extLst>
          </p:cNvPr>
          <p:cNvSpPr txBox="1">
            <a:spLocks/>
          </p:cNvSpPr>
          <p:nvPr/>
        </p:nvSpPr>
        <p:spPr>
          <a:xfrm>
            <a:off x="3743324" y="152801"/>
            <a:ext cx="470535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5400" dirty="0">
                <a:latin typeface="Comic Relief" panose="030F0702030302020204" pitchFamily="66" charset="0"/>
              </a:rPr>
              <a:t>22. Shizuoka</a:t>
            </a:r>
            <a:endParaRPr lang="ja-JP" altLang="en-US" sz="5400" dirty="0">
              <a:latin typeface="Comic Relief" panose="030F0702030302020204" pitchFamily="66" charset="0"/>
            </a:endParaRPr>
          </a:p>
        </p:txBody>
      </p:sp>
      <p:sp>
        <p:nvSpPr>
          <p:cNvPr id="14" name="タイトル 1">
            <a:extLst>
              <a:ext uri="{FF2B5EF4-FFF2-40B4-BE49-F238E27FC236}">
                <a16:creationId xmlns:a16="http://schemas.microsoft.com/office/drawing/2014/main" id="{7C04EEE8-22DE-CA70-D65A-E51418E71747}"/>
              </a:ext>
            </a:extLst>
          </p:cNvPr>
          <p:cNvSpPr txBox="1">
            <a:spLocks/>
          </p:cNvSpPr>
          <p:nvPr/>
        </p:nvSpPr>
        <p:spPr>
          <a:xfrm>
            <a:off x="2238372" y="5376862"/>
            <a:ext cx="7334268" cy="132556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3600" dirty="0"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We have _________ in Shizuoka.</a:t>
            </a:r>
            <a:endParaRPr lang="ja-JP" altLang="en-US" sz="3600" dirty="0"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352AD381-0603-E81E-3EB5-DD6407967511}"/>
              </a:ext>
            </a:extLst>
          </p:cNvPr>
          <p:cNvSpPr txBox="1"/>
          <p:nvPr/>
        </p:nvSpPr>
        <p:spPr>
          <a:xfrm>
            <a:off x="4189691" y="5778033"/>
            <a:ext cx="38126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800" b="1" dirty="0">
                <a:solidFill>
                  <a:srgbClr val="FF0000"/>
                </a:solidFill>
              </a:rPr>
              <a:t>a mountain</a:t>
            </a:r>
            <a:endParaRPr kumimoji="1" lang="ja-JP" altLang="en-US" sz="2800" b="1" dirty="0">
              <a:solidFill>
                <a:srgbClr val="FF0000"/>
              </a:solidFill>
            </a:endParaRPr>
          </a:p>
        </p:txBody>
      </p:sp>
      <p:pic>
        <p:nvPicPr>
          <p:cNvPr id="23" name="図 22" descr="暗い, 鳥 が含まれている画像&#10;&#10;自動的に生成された説明">
            <a:hlinkClick r:id="rId3" action="ppaction://hlinksldjump"/>
            <a:extLst>
              <a:ext uri="{FF2B5EF4-FFF2-40B4-BE49-F238E27FC236}">
                <a16:creationId xmlns:a16="http://schemas.microsoft.com/office/drawing/2014/main" id="{CFDBAC78-68DA-0CBF-F4D5-0D8023AF68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10840" y="5024829"/>
            <a:ext cx="1538296" cy="2045495"/>
          </a:xfrm>
          <a:prstGeom prst="rect">
            <a:avLst/>
          </a:prstGeom>
        </p:spPr>
      </p:pic>
      <p:pic>
        <p:nvPicPr>
          <p:cNvPr id="25" name="図 24" descr="アイコン&#10;&#10;自動的に生成された説明">
            <a:hlinkClick r:id="rId5" action="ppaction://hlinksldjump"/>
            <a:extLst>
              <a:ext uri="{FF2B5EF4-FFF2-40B4-BE49-F238E27FC236}">
                <a16:creationId xmlns:a16="http://schemas.microsoft.com/office/drawing/2014/main" id="{FEB48BB0-301D-5F85-C24A-49B2F79F434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177" y="5059644"/>
            <a:ext cx="1499065" cy="1499065"/>
          </a:xfrm>
          <a:prstGeom prst="rect">
            <a:avLst/>
          </a:prstGeom>
        </p:spPr>
      </p:pic>
      <p:pic>
        <p:nvPicPr>
          <p:cNvPr id="5" name="図 4" descr="マップ&#10;&#10;自動的に生成された説明">
            <a:extLst>
              <a:ext uri="{FF2B5EF4-FFF2-40B4-BE49-F238E27FC236}">
                <a16:creationId xmlns:a16="http://schemas.microsoft.com/office/drawing/2014/main" id="{A1B85538-FAA1-722D-EFF6-0F160F58C2F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1881" y="731296"/>
            <a:ext cx="2807255" cy="2289178"/>
          </a:xfrm>
          <a:prstGeom prst="rect">
            <a:avLst/>
          </a:prstGeom>
        </p:spPr>
      </p:pic>
      <p:pic>
        <p:nvPicPr>
          <p:cNvPr id="19" name="図 18" descr="木々の間を流れる川&#10;&#10;中程度の精度で自動的に生成された説明">
            <a:extLst>
              <a:ext uri="{FF2B5EF4-FFF2-40B4-BE49-F238E27FC236}">
                <a16:creationId xmlns:a16="http://schemas.microsoft.com/office/drawing/2014/main" id="{EFA8D93A-C29C-347A-3F2E-84D01B799F2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53298" y="1514136"/>
            <a:ext cx="5518450" cy="3677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5349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2" descr="Japanese Garden Cherry Blossom Wallpapers - Top Free Japanese Garden ...">
            <a:extLst>
              <a:ext uri="{FF2B5EF4-FFF2-40B4-BE49-F238E27FC236}">
                <a16:creationId xmlns:a16="http://schemas.microsoft.com/office/drawing/2014/main" id="{A4B3B942-5CDA-4873-8AC8-C37C815EA2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6D69C8D6-E807-DF0A-BD05-8F35CE9C6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10" name="タイトル 1">
            <a:extLst>
              <a:ext uri="{FF2B5EF4-FFF2-40B4-BE49-F238E27FC236}">
                <a16:creationId xmlns:a16="http://schemas.microsoft.com/office/drawing/2014/main" id="{75911411-AC82-E293-206B-825C0F3F3207}"/>
              </a:ext>
            </a:extLst>
          </p:cNvPr>
          <p:cNvSpPr txBox="1">
            <a:spLocks/>
          </p:cNvSpPr>
          <p:nvPr/>
        </p:nvSpPr>
        <p:spPr>
          <a:xfrm>
            <a:off x="4048829" y="155575"/>
            <a:ext cx="470535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5400" dirty="0">
                <a:latin typeface="Comic Relief" panose="030F0702030302020204" pitchFamily="66" charset="0"/>
              </a:rPr>
              <a:t>26. Kyoto</a:t>
            </a:r>
            <a:endParaRPr lang="ja-JP" altLang="en-US" sz="5400" dirty="0">
              <a:latin typeface="Comic Relief" panose="030F0702030302020204" pitchFamily="66" charset="0"/>
            </a:endParaRPr>
          </a:p>
        </p:txBody>
      </p:sp>
      <p:sp>
        <p:nvSpPr>
          <p:cNvPr id="14" name="タイトル 1">
            <a:extLst>
              <a:ext uri="{FF2B5EF4-FFF2-40B4-BE49-F238E27FC236}">
                <a16:creationId xmlns:a16="http://schemas.microsoft.com/office/drawing/2014/main" id="{7C04EEE8-22DE-CA70-D65A-E51418E71747}"/>
              </a:ext>
            </a:extLst>
          </p:cNvPr>
          <p:cNvSpPr txBox="1">
            <a:spLocks/>
          </p:cNvSpPr>
          <p:nvPr/>
        </p:nvSpPr>
        <p:spPr>
          <a:xfrm>
            <a:off x="2238372" y="5376862"/>
            <a:ext cx="7431413" cy="132556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4000" dirty="0"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We have _________ in Kyoto.</a:t>
            </a:r>
            <a:endParaRPr lang="ja-JP" altLang="en-US" sz="4000" dirty="0"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352AD381-0603-E81E-3EB5-DD6407967511}"/>
              </a:ext>
            </a:extLst>
          </p:cNvPr>
          <p:cNvSpPr txBox="1"/>
          <p:nvPr/>
        </p:nvSpPr>
        <p:spPr>
          <a:xfrm>
            <a:off x="4467225" y="5597892"/>
            <a:ext cx="325755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4400" b="1" dirty="0">
                <a:solidFill>
                  <a:srgbClr val="FF0000"/>
                </a:solidFill>
              </a:rPr>
              <a:t>temples</a:t>
            </a:r>
            <a:endParaRPr kumimoji="1" lang="ja-JP" altLang="en-US" sz="4400" b="1" dirty="0">
              <a:solidFill>
                <a:srgbClr val="FF0000"/>
              </a:solidFill>
            </a:endParaRPr>
          </a:p>
        </p:txBody>
      </p:sp>
      <p:pic>
        <p:nvPicPr>
          <p:cNvPr id="23" name="図 22" descr="暗い, 鳥 が含まれている画像&#10;&#10;自動的に生成された説明">
            <a:hlinkClick r:id="rId3" action="ppaction://hlinksldjump"/>
            <a:extLst>
              <a:ext uri="{FF2B5EF4-FFF2-40B4-BE49-F238E27FC236}">
                <a16:creationId xmlns:a16="http://schemas.microsoft.com/office/drawing/2014/main" id="{CFDBAC78-68DA-0CBF-F4D5-0D8023AF68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7985" y="5001420"/>
            <a:ext cx="1538296" cy="2045495"/>
          </a:xfrm>
          <a:prstGeom prst="rect">
            <a:avLst/>
          </a:prstGeom>
        </p:spPr>
      </p:pic>
      <p:pic>
        <p:nvPicPr>
          <p:cNvPr id="25" name="図 24" descr="アイコン&#10;&#10;自動的に生成された説明">
            <a:hlinkClick r:id="rId5" action="ppaction://hlinksldjump"/>
            <a:extLst>
              <a:ext uri="{FF2B5EF4-FFF2-40B4-BE49-F238E27FC236}">
                <a16:creationId xmlns:a16="http://schemas.microsoft.com/office/drawing/2014/main" id="{FEB48BB0-301D-5F85-C24A-49B2F79F434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177" y="5059644"/>
            <a:ext cx="1499065" cy="1499065"/>
          </a:xfrm>
          <a:prstGeom prst="rect">
            <a:avLst/>
          </a:prstGeom>
        </p:spPr>
      </p:pic>
      <p:pic>
        <p:nvPicPr>
          <p:cNvPr id="5" name="図 4" descr="マップ&#10;&#10;自動的に生成された説明">
            <a:extLst>
              <a:ext uri="{FF2B5EF4-FFF2-40B4-BE49-F238E27FC236}">
                <a16:creationId xmlns:a16="http://schemas.microsoft.com/office/drawing/2014/main" id="{99188841-1908-E158-55D9-D4FF45A95E8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00172" y="523875"/>
            <a:ext cx="2840330" cy="3063875"/>
          </a:xfrm>
          <a:prstGeom prst="rect">
            <a:avLst/>
          </a:prstGeom>
        </p:spPr>
      </p:pic>
      <p:pic>
        <p:nvPicPr>
          <p:cNvPr id="8" name="図 7" descr="屋外, 水, 建物, 礼拝堂 が含まれている画像&#10;&#10;自動的に生成された説明">
            <a:extLst>
              <a:ext uri="{FF2B5EF4-FFF2-40B4-BE49-F238E27FC236}">
                <a16:creationId xmlns:a16="http://schemas.microsoft.com/office/drawing/2014/main" id="{69C671CF-92EB-8B3C-C51C-D167B6E29C14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948"/>
          <a:stretch/>
        </p:blipFill>
        <p:spPr>
          <a:xfrm>
            <a:off x="4147254" y="1378857"/>
            <a:ext cx="2982625" cy="3939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83994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2" descr="Japanese Garden Cherry Blossom Wallpapers - Top Free Japanese Garden ...">
            <a:extLst>
              <a:ext uri="{FF2B5EF4-FFF2-40B4-BE49-F238E27FC236}">
                <a16:creationId xmlns:a16="http://schemas.microsoft.com/office/drawing/2014/main" id="{D28667C2-5AE0-4BB2-ACF0-BFD8A0960C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6D69C8D6-E807-DF0A-BD05-8F35CE9C6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10" name="タイトル 1">
            <a:extLst>
              <a:ext uri="{FF2B5EF4-FFF2-40B4-BE49-F238E27FC236}">
                <a16:creationId xmlns:a16="http://schemas.microsoft.com/office/drawing/2014/main" id="{75911411-AC82-E293-206B-825C0F3F3207}"/>
              </a:ext>
            </a:extLst>
          </p:cNvPr>
          <p:cNvSpPr txBox="1">
            <a:spLocks/>
          </p:cNvSpPr>
          <p:nvPr/>
        </p:nvSpPr>
        <p:spPr>
          <a:xfrm>
            <a:off x="3964784" y="136979"/>
            <a:ext cx="470535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5400" dirty="0">
                <a:latin typeface="Comic Relief" panose="030F0702030302020204" pitchFamily="66" charset="0"/>
              </a:rPr>
              <a:t>28. Hyogo</a:t>
            </a:r>
            <a:endParaRPr lang="ja-JP" altLang="en-US" sz="5400" dirty="0">
              <a:latin typeface="Comic Relief" panose="030F0702030302020204" pitchFamily="66" charset="0"/>
            </a:endParaRPr>
          </a:p>
        </p:txBody>
      </p:sp>
      <p:sp>
        <p:nvSpPr>
          <p:cNvPr id="14" name="タイトル 1">
            <a:extLst>
              <a:ext uri="{FF2B5EF4-FFF2-40B4-BE49-F238E27FC236}">
                <a16:creationId xmlns:a16="http://schemas.microsoft.com/office/drawing/2014/main" id="{7C04EEE8-22DE-CA70-D65A-E51418E71747}"/>
              </a:ext>
            </a:extLst>
          </p:cNvPr>
          <p:cNvSpPr txBox="1">
            <a:spLocks/>
          </p:cNvSpPr>
          <p:nvPr/>
        </p:nvSpPr>
        <p:spPr>
          <a:xfrm>
            <a:off x="2238372" y="5376862"/>
            <a:ext cx="7438176" cy="132556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4000" dirty="0"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We have _________ in Hyogo.</a:t>
            </a:r>
            <a:endParaRPr lang="ja-JP" altLang="en-US" sz="4000" dirty="0"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352AD381-0603-E81E-3EB5-DD6407967511}"/>
              </a:ext>
            </a:extLst>
          </p:cNvPr>
          <p:cNvSpPr txBox="1"/>
          <p:nvPr/>
        </p:nvSpPr>
        <p:spPr>
          <a:xfrm>
            <a:off x="4688684" y="5609537"/>
            <a:ext cx="325755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4400" b="1" dirty="0">
                <a:solidFill>
                  <a:srgbClr val="FF0000"/>
                </a:solidFill>
              </a:rPr>
              <a:t>castles</a:t>
            </a:r>
            <a:endParaRPr kumimoji="1" lang="ja-JP" altLang="en-US" sz="4400" b="1" dirty="0">
              <a:solidFill>
                <a:srgbClr val="FF0000"/>
              </a:solidFill>
            </a:endParaRPr>
          </a:p>
        </p:txBody>
      </p:sp>
      <p:pic>
        <p:nvPicPr>
          <p:cNvPr id="23" name="図 22" descr="暗い, 鳥 が含まれている画像&#10;&#10;自動的に生成された説明">
            <a:hlinkClick r:id="rId3" action="ppaction://hlinksldjump"/>
            <a:extLst>
              <a:ext uri="{FF2B5EF4-FFF2-40B4-BE49-F238E27FC236}">
                <a16:creationId xmlns:a16="http://schemas.microsoft.com/office/drawing/2014/main" id="{CFDBAC78-68DA-0CBF-F4D5-0D8023AF68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06073" y="4971511"/>
            <a:ext cx="1538296" cy="2045495"/>
          </a:xfrm>
          <a:prstGeom prst="rect">
            <a:avLst/>
          </a:prstGeom>
        </p:spPr>
      </p:pic>
      <p:pic>
        <p:nvPicPr>
          <p:cNvPr id="25" name="図 24" descr="アイコン&#10;&#10;自動的に生成された説明">
            <a:hlinkClick r:id="rId5" action="ppaction://hlinksldjump"/>
            <a:extLst>
              <a:ext uri="{FF2B5EF4-FFF2-40B4-BE49-F238E27FC236}">
                <a16:creationId xmlns:a16="http://schemas.microsoft.com/office/drawing/2014/main" id="{FEB48BB0-301D-5F85-C24A-49B2F79F434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177" y="5059644"/>
            <a:ext cx="1499065" cy="1499065"/>
          </a:xfrm>
          <a:prstGeom prst="rect">
            <a:avLst/>
          </a:prstGeom>
        </p:spPr>
      </p:pic>
      <p:pic>
        <p:nvPicPr>
          <p:cNvPr id="5" name="図 4" descr="マップ&#10;&#10;自動的に生成された説明">
            <a:extLst>
              <a:ext uri="{FF2B5EF4-FFF2-40B4-BE49-F238E27FC236}">
                <a16:creationId xmlns:a16="http://schemas.microsoft.com/office/drawing/2014/main" id="{32BEA33E-F80E-8DDC-A766-B0104512FD9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6548" y="537343"/>
            <a:ext cx="2134452" cy="2854325"/>
          </a:xfrm>
          <a:prstGeom prst="rect">
            <a:avLst/>
          </a:prstGeom>
        </p:spPr>
      </p:pic>
      <p:pic>
        <p:nvPicPr>
          <p:cNvPr id="8" name="図 7" descr="城のような建物&#10;&#10;自動的に生成された説明">
            <a:extLst>
              <a:ext uri="{FF2B5EF4-FFF2-40B4-BE49-F238E27FC236}">
                <a16:creationId xmlns:a16="http://schemas.microsoft.com/office/drawing/2014/main" id="{9F92ED1C-C50C-654D-D6E1-2A765B4BF82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8133" y="1471863"/>
            <a:ext cx="6436955" cy="3620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68539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2" descr="Japanese Garden Cherry Blossom Wallpapers - Top Free Japanese Garden ...">
            <a:extLst>
              <a:ext uri="{FF2B5EF4-FFF2-40B4-BE49-F238E27FC236}">
                <a16:creationId xmlns:a16="http://schemas.microsoft.com/office/drawing/2014/main" id="{34837CD2-9189-4B28-AE51-13039B97AC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6D69C8D6-E807-DF0A-BD05-8F35CE9C6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10" name="タイトル 1">
            <a:extLst>
              <a:ext uri="{FF2B5EF4-FFF2-40B4-BE49-F238E27FC236}">
                <a16:creationId xmlns:a16="http://schemas.microsoft.com/office/drawing/2014/main" id="{75911411-AC82-E293-206B-825C0F3F3207}"/>
              </a:ext>
            </a:extLst>
          </p:cNvPr>
          <p:cNvSpPr txBox="1">
            <a:spLocks/>
          </p:cNvSpPr>
          <p:nvPr/>
        </p:nvSpPr>
        <p:spPr>
          <a:xfrm>
            <a:off x="4160072" y="155575"/>
            <a:ext cx="470535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5400" dirty="0">
                <a:latin typeface="Comic Relief" panose="030F0702030302020204" pitchFamily="66" charset="0"/>
              </a:rPr>
              <a:t>29. Nara</a:t>
            </a:r>
            <a:endParaRPr lang="ja-JP" altLang="en-US" sz="5400" dirty="0">
              <a:latin typeface="Comic Relief" panose="030F0702030302020204" pitchFamily="66" charset="0"/>
            </a:endParaRPr>
          </a:p>
        </p:txBody>
      </p:sp>
      <p:sp>
        <p:nvSpPr>
          <p:cNvPr id="14" name="タイトル 1">
            <a:extLst>
              <a:ext uri="{FF2B5EF4-FFF2-40B4-BE49-F238E27FC236}">
                <a16:creationId xmlns:a16="http://schemas.microsoft.com/office/drawing/2014/main" id="{7C04EEE8-22DE-CA70-D65A-E51418E71747}"/>
              </a:ext>
            </a:extLst>
          </p:cNvPr>
          <p:cNvSpPr txBox="1">
            <a:spLocks/>
          </p:cNvSpPr>
          <p:nvPr/>
        </p:nvSpPr>
        <p:spPr>
          <a:xfrm>
            <a:off x="2238372" y="5376862"/>
            <a:ext cx="7834542" cy="132556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4500" dirty="0"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We have _________ in Nara.</a:t>
            </a:r>
            <a:endParaRPr lang="ja-JP" altLang="en-US" sz="4500" dirty="0"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352AD381-0603-E81E-3EB5-DD6407967511}"/>
              </a:ext>
            </a:extLst>
          </p:cNvPr>
          <p:cNvSpPr txBox="1"/>
          <p:nvPr/>
        </p:nvSpPr>
        <p:spPr>
          <a:xfrm>
            <a:off x="4805274" y="5578761"/>
            <a:ext cx="32575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4800" b="1" dirty="0" err="1">
                <a:solidFill>
                  <a:srgbClr val="FF0000"/>
                </a:solidFill>
              </a:rPr>
              <a:t>hanami</a:t>
            </a:r>
            <a:endParaRPr kumimoji="1" lang="ja-JP" altLang="en-US" sz="4800" b="1" dirty="0">
              <a:solidFill>
                <a:srgbClr val="FF0000"/>
              </a:solidFill>
            </a:endParaRPr>
          </a:p>
        </p:txBody>
      </p:sp>
      <p:pic>
        <p:nvPicPr>
          <p:cNvPr id="23" name="図 22" descr="暗い, 鳥 が含まれている画像&#10;&#10;自動的に生成された説明">
            <a:hlinkClick r:id="rId3" action="ppaction://hlinksldjump"/>
            <a:extLst>
              <a:ext uri="{FF2B5EF4-FFF2-40B4-BE49-F238E27FC236}">
                <a16:creationId xmlns:a16="http://schemas.microsoft.com/office/drawing/2014/main" id="{CFDBAC78-68DA-0CBF-F4D5-0D8023AF68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28657" y="5016895"/>
            <a:ext cx="1538296" cy="2045495"/>
          </a:xfrm>
          <a:prstGeom prst="rect">
            <a:avLst/>
          </a:prstGeom>
        </p:spPr>
      </p:pic>
      <p:pic>
        <p:nvPicPr>
          <p:cNvPr id="25" name="図 24" descr="アイコン&#10;&#10;自動的に生成された説明">
            <a:hlinkClick r:id="rId5" action="ppaction://hlinksldjump"/>
            <a:extLst>
              <a:ext uri="{FF2B5EF4-FFF2-40B4-BE49-F238E27FC236}">
                <a16:creationId xmlns:a16="http://schemas.microsoft.com/office/drawing/2014/main" id="{FEB48BB0-301D-5F85-C24A-49B2F79F434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177" y="5059644"/>
            <a:ext cx="1499065" cy="1499065"/>
          </a:xfrm>
          <a:prstGeom prst="rect">
            <a:avLst/>
          </a:prstGeom>
        </p:spPr>
      </p:pic>
      <p:pic>
        <p:nvPicPr>
          <p:cNvPr id="5" name="図 4" descr="マップ&#10;&#10;自動的に生成された説明">
            <a:extLst>
              <a:ext uri="{FF2B5EF4-FFF2-40B4-BE49-F238E27FC236}">
                <a16:creationId xmlns:a16="http://schemas.microsoft.com/office/drawing/2014/main" id="{66F1483C-2927-F7F5-77D9-E3B0140CCB8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0161" y="365125"/>
            <a:ext cx="2590839" cy="3581055"/>
          </a:xfrm>
          <a:prstGeom prst="rect">
            <a:avLst/>
          </a:prstGeom>
        </p:spPr>
      </p:pic>
      <p:pic>
        <p:nvPicPr>
          <p:cNvPr id="8" name="図 7" descr="公園にいる人たち&#10;&#10;中程度の精度で自動的に生成された説明">
            <a:extLst>
              <a:ext uri="{FF2B5EF4-FFF2-40B4-BE49-F238E27FC236}">
                <a16:creationId xmlns:a16="http://schemas.microsoft.com/office/drawing/2014/main" id="{0DF54386-BEFE-0CC1-1641-5538F4F2A90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4400" y="1355354"/>
            <a:ext cx="5333822" cy="3951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3643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2" descr="Japanese Garden Cherry Blossom Wallpapers - Top Free Japanese Garden ...">
            <a:extLst>
              <a:ext uri="{FF2B5EF4-FFF2-40B4-BE49-F238E27FC236}">
                <a16:creationId xmlns:a16="http://schemas.microsoft.com/office/drawing/2014/main" id="{38E2D438-B044-41AC-99B2-0210336B6C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6D69C8D6-E807-DF0A-BD05-8F35CE9C6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10" name="タイトル 1">
            <a:extLst>
              <a:ext uri="{FF2B5EF4-FFF2-40B4-BE49-F238E27FC236}">
                <a16:creationId xmlns:a16="http://schemas.microsoft.com/office/drawing/2014/main" id="{75911411-AC82-E293-206B-825C0F3F3207}"/>
              </a:ext>
            </a:extLst>
          </p:cNvPr>
          <p:cNvSpPr txBox="1">
            <a:spLocks/>
          </p:cNvSpPr>
          <p:nvPr/>
        </p:nvSpPr>
        <p:spPr>
          <a:xfrm>
            <a:off x="3868400" y="155575"/>
            <a:ext cx="470535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5400" dirty="0">
                <a:latin typeface="Comic Relief" panose="030F0702030302020204" pitchFamily="66" charset="0"/>
              </a:rPr>
              <a:t>32. Shimane</a:t>
            </a:r>
            <a:endParaRPr lang="ja-JP" altLang="en-US" sz="5400" dirty="0">
              <a:latin typeface="Comic Relief" panose="030F0702030302020204" pitchFamily="66" charset="0"/>
            </a:endParaRPr>
          </a:p>
        </p:txBody>
      </p:sp>
      <p:sp>
        <p:nvSpPr>
          <p:cNvPr id="14" name="タイトル 1">
            <a:extLst>
              <a:ext uri="{FF2B5EF4-FFF2-40B4-BE49-F238E27FC236}">
                <a16:creationId xmlns:a16="http://schemas.microsoft.com/office/drawing/2014/main" id="{7C04EEE8-22DE-CA70-D65A-E51418E71747}"/>
              </a:ext>
            </a:extLst>
          </p:cNvPr>
          <p:cNvSpPr txBox="1">
            <a:spLocks/>
          </p:cNvSpPr>
          <p:nvPr/>
        </p:nvSpPr>
        <p:spPr>
          <a:xfrm>
            <a:off x="2238372" y="5376862"/>
            <a:ext cx="7802506" cy="132556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4000" dirty="0"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We have _________ in Shimane.</a:t>
            </a:r>
            <a:endParaRPr lang="ja-JP" altLang="en-US" sz="4000" dirty="0"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352AD381-0603-E81E-3EB5-DD6407967511}"/>
              </a:ext>
            </a:extLst>
          </p:cNvPr>
          <p:cNvSpPr txBox="1"/>
          <p:nvPr/>
        </p:nvSpPr>
        <p:spPr>
          <a:xfrm>
            <a:off x="4453774" y="5839588"/>
            <a:ext cx="46317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000" b="1" dirty="0">
                <a:solidFill>
                  <a:srgbClr val="FF0000"/>
                </a:solidFill>
              </a:rPr>
              <a:t>Japanese sweets</a:t>
            </a:r>
            <a:endParaRPr kumimoji="1" lang="ja-JP" altLang="en-US" sz="2000" b="1" dirty="0">
              <a:solidFill>
                <a:srgbClr val="FF0000"/>
              </a:solidFill>
            </a:endParaRPr>
          </a:p>
        </p:txBody>
      </p:sp>
      <p:pic>
        <p:nvPicPr>
          <p:cNvPr id="23" name="図 22" descr="暗い, 鳥 が含まれている画像&#10;&#10;自動的に生成された説明">
            <a:hlinkClick r:id="rId3" action="ppaction://hlinksldjump"/>
            <a:extLst>
              <a:ext uri="{FF2B5EF4-FFF2-40B4-BE49-F238E27FC236}">
                <a16:creationId xmlns:a16="http://schemas.microsoft.com/office/drawing/2014/main" id="{CFDBAC78-68DA-0CBF-F4D5-0D8023AF68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7291" y="5004592"/>
            <a:ext cx="1538296" cy="2045495"/>
          </a:xfrm>
          <a:prstGeom prst="rect">
            <a:avLst/>
          </a:prstGeom>
        </p:spPr>
      </p:pic>
      <p:pic>
        <p:nvPicPr>
          <p:cNvPr id="25" name="図 24" descr="アイコン&#10;&#10;自動的に生成された説明">
            <a:hlinkClick r:id="rId5" action="ppaction://hlinksldjump"/>
            <a:extLst>
              <a:ext uri="{FF2B5EF4-FFF2-40B4-BE49-F238E27FC236}">
                <a16:creationId xmlns:a16="http://schemas.microsoft.com/office/drawing/2014/main" id="{FEB48BB0-301D-5F85-C24A-49B2F79F434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177" y="5059644"/>
            <a:ext cx="1499065" cy="1499065"/>
          </a:xfrm>
          <a:prstGeom prst="rect">
            <a:avLst/>
          </a:prstGeom>
        </p:spPr>
      </p:pic>
      <p:pic>
        <p:nvPicPr>
          <p:cNvPr id="5" name="図 4" descr="マップ&#10;&#10;自動的に生成された説明">
            <a:extLst>
              <a:ext uri="{FF2B5EF4-FFF2-40B4-BE49-F238E27FC236}">
                <a16:creationId xmlns:a16="http://schemas.microsoft.com/office/drawing/2014/main" id="{48738999-6176-1BCB-5327-96D25BEE19F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50227" y="644354"/>
            <a:ext cx="2885084" cy="2776213"/>
          </a:xfrm>
          <a:prstGeom prst="rect">
            <a:avLst/>
          </a:prstGeom>
        </p:spPr>
      </p:pic>
      <p:pic>
        <p:nvPicPr>
          <p:cNvPr id="8" name="図 7" descr="木製テーブルの上に置かれたリンゴのロゴが入ったカップ&#10;&#10;中程度の精度で自動的に生成された説明">
            <a:extLst>
              <a:ext uri="{FF2B5EF4-FFF2-40B4-BE49-F238E27FC236}">
                <a16:creationId xmlns:a16="http://schemas.microsoft.com/office/drawing/2014/main" id="{E864F4EA-80EF-7807-7E8C-AFE0BA29743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0914" y="1446757"/>
            <a:ext cx="5044491" cy="3770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9765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2" descr="Japanese Garden Cherry Blossom Wallpapers - Top Free Japanese Garden ...">
            <a:extLst>
              <a:ext uri="{FF2B5EF4-FFF2-40B4-BE49-F238E27FC236}">
                <a16:creationId xmlns:a16="http://schemas.microsoft.com/office/drawing/2014/main" id="{7673703A-5259-4F36-AECA-9364C39952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6D69C8D6-E807-DF0A-BD05-8F35CE9C6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10" name="タイトル 1">
            <a:extLst>
              <a:ext uri="{FF2B5EF4-FFF2-40B4-BE49-F238E27FC236}">
                <a16:creationId xmlns:a16="http://schemas.microsoft.com/office/drawing/2014/main" id="{75911411-AC82-E293-206B-825C0F3F3207}"/>
              </a:ext>
            </a:extLst>
          </p:cNvPr>
          <p:cNvSpPr txBox="1">
            <a:spLocks/>
          </p:cNvSpPr>
          <p:nvPr/>
        </p:nvSpPr>
        <p:spPr>
          <a:xfrm>
            <a:off x="3480041" y="197439"/>
            <a:ext cx="470535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5400" dirty="0">
                <a:latin typeface="Comic Relief" panose="030F0702030302020204" pitchFamily="66" charset="0"/>
              </a:rPr>
              <a:t>36. Tokushima</a:t>
            </a:r>
            <a:endParaRPr lang="ja-JP" altLang="en-US" sz="5400" dirty="0">
              <a:latin typeface="Comic Relief" panose="030F0702030302020204" pitchFamily="66" charset="0"/>
            </a:endParaRPr>
          </a:p>
        </p:txBody>
      </p:sp>
      <p:sp>
        <p:nvSpPr>
          <p:cNvPr id="14" name="タイトル 1">
            <a:extLst>
              <a:ext uri="{FF2B5EF4-FFF2-40B4-BE49-F238E27FC236}">
                <a16:creationId xmlns:a16="http://schemas.microsoft.com/office/drawing/2014/main" id="{7C04EEE8-22DE-CA70-D65A-E51418E71747}"/>
              </a:ext>
            </a:extLst>
          </p:cNvPr>
          <p:cNvSpPr txBox="1">
            <a:spLocks/>
          </p:cNvSpPr>
          <p:nvPr/>
        </p:nvSpPr>
        <p:spPr>
          <a:xfrm>
            <a:off x="2238372" y="5376862"/>
            <a:ext cx="7712510" cy="132556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3600" dirty="0"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We have _________ in Tokushima.</a:t>
            </a:r>
            <a:endParaRPr lang="ja-JP" altLang="en-US" sz="3600" dirty="0"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352AD381-0603-E81E-3EB5-DD6407967511}"/>
              </a:ext>
            </a:extLst>
          </p:cNvPr>
          <p:cNvSpPr txBox="1"/>
          <p:nvPr/>
        </p:nvSpPr>
        <p:spPr>
          <a:xfrm>
            <a:off x="4133614" y="5778033"/>
            <a:ext cx="41555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800" b="1" dirty="0">
                <a:solidFill>
                  <a:srgbClr val="FF0000"/>
                </a:solidFill>
              </a:rPr>
              <a:t>Bon festival</a:t>
            </a:r>
            <a:endParaRPr kumimoji="1" lang="ja-JP" altLang="en-US" sz="2800" b="1" dirty="0">
              <a:solidFill>
                <a:srgbClr val="FF0000"/>
              </a:solidFill>
            </a:endParaRPr>
          </a:p>
        </p:txBody>
      </p:sp>
      <p:pic>
        <p:nvPicPr>
          <p:cNvPr id="23" name="図 22" descr="暗い, 鳥 が含まれている画像&#10;&#10;自動的に生成された説明">
            <a:hlinkClick r:id="rId3" action="ppaction://hlinksldjump"/>
            <a:extLst>
              <a:ext uri="{FF2B5EF4-FFF2-40B4-BE49-F238E27FC236}">
                <a16:creationId xmlns:a16="http://schemas.microsoft.com/office/drawing/2014/main" id="{CFDBAC78-68DA-0CBF-F4D5-0D8023AF68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6067" y="5059644"/>
            <a:ext cx="1538296" cy="2045495"/>
          </a:xfrm>
          <a:prstGeom prst="rect">
            <a:avLst/>
          </a:prstGeom>
        </p:spPr>
      </p:pic>
      <p:pic>
        <p:nvPicPr>
          <p:cNvPr id="25" name="図 24" descr="アイコン&#10;&#10;自動的に生成された説明">
            <a:hlinkClick r:id="rId5" action="ppaction://hlinksldjump"/>
            <a:extLst>
              <a:ext uri="{FF2B5EF4-FFF2-40B4-BE49-F238E27FC236}">
                <a16:creationId xmlns:a16="http://schemas.microsoft.com/office/drawing/2014/main" id="{FEB48BB0-301D-5F85-C24A-49B2F79F434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177" y="5059644"/>
            <a:ext cx="1499065" cy="1499065"/>
          </a:xfrm>
          <a:prstGeom prst="rect">
            <a:avLst/>
          </a:prstGeom>
        </p:spPr>
      </p:pic>
      <p:pic>
        <p:nvPicPr>
          <p:cNvPr id="5" name="図 4" descr="マップ&#10;&#10;自動的に生成された説明">
            <a:extLst>
              <a:ext uri="{FF2B5EF4-FFF2-40B4-BE49-F238E27FC236}">
                <a16:creationId xmlns:a16="http://schemas.microsoft.com/office/drawing/2014/main" id="{3106FE6B-573D-3525-C981-C76FBCE989A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8406" y="1063817"/>
            <a:ext cx="3320579" cy="2611839"/>
          </a:xfrm>
          <a:prstGeom prst="rect">
            <a:avLst/>
          </a:prstGeom>
        </p:spPr>
      </p:pic>
      <p:pic>
        <p:nvPicPr>
          <p:cNvPr id="8" name="図 7" descr="サッカーの試合中の選手たち&#10;&#10;中程度の精度で自動的に生成された説明">
            <a:extLst>
              <a:ext uri="{FF2B5EF4-FFF2-40B4-BE49-F238E27FC236}">
                <a16:creationId xmlns:a16="http://schemas.microsoft.com/office/drawing/2014/main" id="{4E27EE8B-132F-F79E-9B92-C4C1059F23C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8799" y="1723588"/>
            <a:ext cx="4935206" cy="3290137"/>
          </a:xfrm>
          <a:prstGeom prst="rect">
            <a:avLst/>
          </a:prstGeom>
        </p:spPr>
      </p:pic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BC8AAF1-EE54-41CD-AE71-55DD9CFF3C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901152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2" descr="Japanese Garden Cherry Blossom Wallpapers - Top Free Japanese Garden ...">
            <a:extLst>
              <a:ext uri="{FF2B5EF4-FFF2-40B4-BE49-F238E27FC236}">
                <a16:creationId xmlns:a16="http://schemas.microsoft.com/office/drawing/2014/main" id="{859AF944-2353-4CC2-9D57-B72359E456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6D69C8D6-E807-DF0A-BD05-8F35CE9C6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10" name="タイトル 1">
            <a:extLst>
              <a:ext uri="{FF2B5EF4-FFF2-40B4-BE49-F238E27FC236}">
                <a16:creationId xmlns:a16="http://schemas.microsoft.com/office/drawing/2014/main" id="{75911411-AC82-E293-206B-825C0F3F3207}"/>
              </a:ext>
            </a:extLst>
          </p:cNvPr>
          <p:cNvSpPr txBox="1">
            <a:spLocks/>
          </p:cNvSpPr>
          <p:nvPr/>
        </p:nvSpPr>
        <p:spPr>
          <a:xfrm>
            <a:off x="3743325" y="151493"/>
            <a:ext cx="470535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5400" dirty="0">
                <a:latin typeface="Comic Relief" panose="030F0702030302020204" pitchFamily="66" charset="0"/>
              </a:rPr>
              <a:t>37. Kagawa</a:t>
            </a:r>
            <a:endParaRPr lang="ja-JP" altLang="en-US" sz="5400" dirty="0">
              <a:latin typeface="Comic Relief" panose="030F0702030302020204" pitchFamily="66" charset="0"/>
            </a:endParaRPr>
          </a:p>
        </p:txBody>
      </p:sp>
      <p:sp>
        <p:nvSpPr>
          <p:cNvPr id="14" name="タイトル 1">
            <a:extLst>
              <a:ext uri="{FF2B5EF4-FFF2-40B4-BE49-F238E27FC236}">
                <a16:creationId xmlns:a16="http://schemas.microsoft.com/office/drawing/2014/main" id="{7C04EEE8-22DE-CA70-D65A-E51418E71747}"/>
              </a:ext>
            </a:extLst>
          </p:cNvPr>
          <p:cNvSpPr txBox="1">
            <a:spLocks/>
          </p:cNvSpPr>
          <p:nvPr/>
        </p:nvSpPr>
        <p:spPr>
          <a:xfrm>
            <a:off x="2238372" y="5376862"/>
            <a:ext cx="7577132" cy="132556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4000" dirty="0"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We have _________ in Kagawa.</a:t>
            </a:r>
            <a:endParaRPr lang="ja-JP" altLang="en-US" sz="4000" dirty="0"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352AD381-0603-E81E-3EB5-DD6407967511}"/>
              </a:ext>
            </a:extLst>
          </p:cNvPr>
          <p:cNvSpPr txBox="1"/>
          <p:nvPr/>
        </p:nvSpPr>
        <p:spPr>
          <a:xfrm>
            <a:off x="4910378" y="5564218"/>
            <a:ext cx="325755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4400" b="1" dirty="0" err="1">
                <a:solidFill>
                  <a:srgbClr val="FF0000"/>
                </a:solidFill>
              </a:rPr>
              <a:t>udon</a:t>
            </a:r>
            <a:endParaRPr kumimoji="1" lang="ja-JP" altLang="en-US" sz="4400" b="1" dirty="0">
              <a:solidFill>
                <a:srgbClr val="FF0000"/>
              </a:solidFill>
            </a:endParaRPr>
          </a:p>
        </p:txBody>
      </p:sp>
      <p:pic>
        <p:nvPicPr>
          <p:cNvPr id="23" name="図 22" descr="暗い, 鳥 が含まれている画像&#10;&#10;自動的に生成された説明">
            <a:hlinkClick r:id="rId3" action="ppaction://hlinksldjump"/>
            <a:extLst>
              <a:ext uri="{FF2B5EF4-FFF2-40B4-BE49-F238E27FC236}">
                <a16:creationId xmlns:a16="http://schemas.microsoft.com/office/drawing/2014/main" id="{CFDBAC78-68DA-0CBF-F4D5-0D8023AF68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25056" y="5000710"/>
            <a:ext cx="1538296" cy="2045495"/>
          </a:xfrm>
          <a:prstGeom prst="rect">
            <a:avLst/>
          </a:prstGeom>
        </p:spPr>
      </p:pic>
      <p:pic>
        <p:nvPicPr>
          <p:cNvPr id="25" name="図 24" descr="アイコン&#10;&#10;自動的に生成された説明">
            <a:hlinkClick r:id="rId5" action="ppaction://hlinksldjump"/>
            <a:extLst>
              <a:ext uri="{FF2B5EF4-FFF2-40B4-BE49-F238E27FC236}">
                <a16:creationId xmlns:a16="http://schemas.microsoft.com/office/drawing/2014/main" id="{FEB48BB0-301D-5F85-C24A-49B2F79F434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177" y="5059644"/>
            <a:ext cx="1499065" cy="1499065"/>
          </a:xfrm>
          <a:prstGeom prst="rect">
            <a:avLst/>
          </a:prstGeom>
        </p:spPr>
      </p:pic>
      <p:pic>
        <p:nvPicPr>
          <p:cNvPr id="5" name="図 4" descr="マップ&#10;&#10;自動的に生成された説明">
            <a:extLst>
              <a:ext uri="{FF2B5EF4-FFF2-40B4-BE49-F238E27FC236}">
                <a16:creationId xmlns:a16="http://schemas.microsoft.com/office/drawing/2014/main" id="{E7BBD319-BAD5-28AB-4999-C9B4FBBD9CD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73833" y="553330"/>
            <a:ext cx="2789519" cy="2274715"/>
          </a:xfrm>
          <a:prstGeom prst="rect">
            <a:avLst/>
          </a:prstGeom>
        </p:spPr>
      </p:pic>
      <p:pic>
        <p:nvPicPr>
          <p:cNvPr id="8" name="図 7" descr="ボウルに入ったスープ&#10;&#10;自動的に生成された説明">
            <a:extLst>
              <a:ext uri="{FF2B5EF4-FFF2-40B4-BE49-F238E27FC236}">
                <a16:creationId xmlns:a16="http://schemas.microsoft.com/office/drawing/2014/main" id="{3E0D3EEF-B4BE-96AA-F8E3-5C021231444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7267" y="1565416"/>
            <a:ext cx="6096000" cy="3619500"/>
          </a:xfrm>
          <a:prstGeom prst="rect">
            <a:avLst/>
          </a:prstGeom>
        </p:spPr>
      </p:pic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ACF2A0E-C187-4A29-8BC6-7A37758938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4643466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2" descr="Japanese Garden Cherry Blossom Wallpapers - Top Free Japanese Garden ...">
            <a:extLst>
              <a:ext uri="{FF2B5EF4-FFF2-40B4-BE49-F238E27FC236}">
                <a16:creationId xmlns:a16="http://schemas.microsoft.com/office/drawing/2014/main" id="{DE3733FA-3B63-44FE-9802-4F6C7C86F1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6D69C8D6-E807-DF0A-BD05-8F35CE9C6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10" name="タイトル 1">
            <a:extLst>
              <a:ext uri="{FF2B5EF4-FFF2-40B4-BE49-F238E27FC236}">
                <a16:creationId xmlns:a16="http://schemas.microsoft.com/office/drawing/2014/main" id="{75911411-AC82-E293-206B-825C0F3F3207}"/>
              </a:ext>
            </a:extLst>
          </p:cNvPr>
          <p:cNvSpPr txBox="1">
            <a:spLocks/>
          </p:cNvSpPr>
          <p:nvPr/>
        </p:nvSpPr>
        <p:spPr>
          <a:xfrm>
            <a:off x="3627644" y="140559"/>
            <a:ext cx="470535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5400" dirty="0">
                <a:latin typeface="Comic Relief" panose="030F0702030302020204" pitchFamily="66" charset="0"/>
              </a:rPr>
              <a:t>42. Nagasaki</a:t>
            </a:r>
            <a:endParaRPr lang="ja-JP" altLang="en-US" sz="5400" dirty="0">
              <a:latin typeface="Comic Relief" panose="030F0702030302020204" pitchFamily="66" charset="0"/>
            </a:endParaRPr>
          </a:p>
        </p:txBody>
      </p:sp>
      <p:sp>
        <p:nvSpPr>
          <p:cNvPr id="14" name="タイトル 1">
            <a:extLst>
              <a:ext uri="{FF2B5EF4-FFF2-40B4-BE49-F238E27FC236}">
                <a16:creationId xmlns:a16="http://schemas.microsoft.com/office/drawing/2014/main" id="{7C04EEE8-22DE-CA70-D65A-E51418E71747}"/>
              </a:ext>
            </a:extLst>
          </p:cNvPr>
          <p:cNvSpPr txBox="1">
            <a:spLocks/>
          </p:cNvSpPr>
          <p:nvPr/>
        </p:nvSpPr>
        <p:spPr>
          <a:xfrm>
            <a:off x="2238372" y="5376862"/>
            <a:ext cx="7622978" cy="132556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3600" dirty="0"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We have _________ in Nagasaki.</a:t>
            </a:r>
            <a:endParaRPr lang="ja-JP" altLang="en-US" sz="3600" dirty="0"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352AD381-0603-E81E-3EB5-DD6407967511}"/>
              </a:ext>
            </a:extLst>
          </p:cNvPr>
          <p:cNvSpPr txBox="1"/>
          <p:nvPr/>
        </p:nvSpPr>
        <p:spPr>
          <a:xfrm>
            <a:off x="4133614" y="5747255"/>
            <a:ext cx="42507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3200" b="1" dirty="0">
                <a:solidFill>
                  <a:srgbClr val="FF0000"/>
                </a:solidFill>
              </a:rPr>
              <a:t>Peace park</a:t>
            </a:r>
            <a:endParaRPr kumimoji="1" lang="ja-JP" altLang="en-US" sz="3200" b="1" dirty="0">
              <a:solidFill>
                <a:srgbClr val="FF0000"/>
              </a:solidFill>
            </a:endParaRPr>
          </a:p>
        </p:txBody>
      </p:sp>
      <p:pic>
        <p:nvPicPr>
          <p:cNvPr id="23" name="図 22" descr="暗い, 鳥 が含まれている画像&#10;&#10;自動的に生成された説明">
            <a:hlinkClick r:id="rId3" action="ppaction://hlinksldjump"/>
            <a:extLst>
              <a:ext uri="{FF2B5EF4-FFF2-40B4-BE49-F238E27FC236}">
                <a16:creationId xmlns:a16="http://schemas.microsoft.com/office/drawing/2014/main" id="{CFDBAC78-68DA-0CBF-F4D5-0D8023AF68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7527" y="4968080"/>
            <a:ext cx="1538296" cy="2045495"/>
          </a:xfrm>
          <a:prstGeom prst="rect">
            <a:avLst/>
          </a:prstGeom>
        </p:spPr>
      </p:pic>
      <p:pic>
        <p:nvPicPr>
          <p:cNvPr id="25" name="図 24" descr="アイコン&#10;&#10;自動的に生成された説明">
            <a:hlinkClick r:id="rId5" action="ppaction://hlinksldjump"/>
            <a:extLst>
              <a:ext uri="{FF2B5EF4-FFF2-40B4-BE49-F238E27FC236}">
                <a16:creationId xmlns:a16="http://schemas.microsoft.com/office/drawing/2014/main" id="{FEB48BB0-301D-5F85-C24A-49B2F79F434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177" y="5059644"/>
            <a:ext cx="1499065" cy="1499065"/>
          </a:xfrm>
          <a:prstGeom prst="rect">
            <a:avLst/>
          </a:prstGeom>
        </p:spPr>
      </p:pic>
      <p:pic>
        <p:nvPicPr>
          <p:cNvPr id="5" name="図 4" descr="マップ&#10;&#10;自動的に生成された説明">
            <a:extLst>
              <a:ext uri="{FF2B5EF4-FFF2-40B4-BE49-F238E27FC236}">
                <a16:creationId xmlns:a16="http://schemas.microsoft.com/office/drawing/2014/main" id="{7696B77F-2605-2178-A1FC-451BC5C59D5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71194" y="799504"/>
            <a:ext cx="2677791" cy="2183606"/>
          </a:xfrm>
          <a:prstGeom prst="rect">
            <a:avLst/>
          </a:prstGeom>
        </p:spPr>
      </p:pic>
      <p:pic>
        <p:nvPicPr>
          <p:cNvPr id="8" name="図 7" descr="ジャンプをしている人の像&#10;&#10;中程度の精度で自動的に生成された説明">
            <a:extLst>
              <a:ext uri="{FF2B5EF4-FFF2-40B4-BE49-F238E27FC236}">
                <a16:creationId xmlns:a16="http://schemas.microsoft.com/office/drawing/2014/main" id="{628E4F4E-65DD-7ED8-2A68-066C616383D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4650" y="1538692"/>
            <a:ext cx="6297567" cy="3542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5499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2" descr="Japanese Garden Cherry Blossom Wallpapers - Top Free Japanese Garden ...">
            <a:extLst>
              <a:ext uri="{FF2B5EF4-FFF2-40B4-BE49-F238E27FC236}">
                <a16:creationId xmlns:a16="http://schemas.microsoft.com/office/drawing/2014/main" id="{B8739B9B-A325-4DCF-9A23-16E5DF5506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6D69C8D6-E807-DF0A-BD05-8F35CE9C6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10" name="タイトル 1">
            <a:extLst>
              <a:ext uri="{FF2B5EF4-FFF2-40B4-BE49-F238E27FC236}">
                <a16:creationId xmlns:a16="http://schemas.microsoft.com/office/drawing/2014/main" id="{75911411-AC82-E293-206B-825C0F3F3207}"/>
              </a:ext>
            </a:extLst>
          </p:cNvPr>
          <p:cNvSpPr txBox="1">
            <a:spLocks/>
          </p:cNvSpPr>
          <p:nvPr/>
        </p:nvSpPr>
        <p:spPr>
          <a:xfrm>
            <a:off x="3743325" y="155575"/>
            <a:ext cx="470535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5400" dirty="0">
                <a:latin typeface="Comic Relief" panose="030F0702030302020204" pitchFamily="66" charset="0"/>
              </a:rPr>
              <a:t>47. Okinawa</a:t>
            </a:r>
            <a:endParaRPr lang="ja-JP" altLang="en-US" sz="5400" dirty="0">
              <a:latin typeface="Comic Relief" panose="030F0702030302020204" pitchFamily="66" charset="0"/>
            </a:endParaRPr>
          </a:p>
        </p:txBody>
      </p:sp>
      <p:sp>
        <p:nvSpPr>
          <p:cNvPr id="14" name="タイトル 1">
            <a:extLst>
              <a:ext uri="{FF2B5EF4-FFF2-40B4-BE49-F238E27FC236}">
                <a16:creationId xmlns:a16="http://schemas.microsoft.com/office/drawing/2014/main" id="{7C04EEE8-22DE-CA70-D65A-E51418E71747}"/>
              </a:ext>
            </a:extLst>
          </p:cNvPr>
          <p:cNvSpPr txBox="1">
            <a:spLocks/>
          </p:cNvSpPr>
          <p:nvPr/>
        </p:nvSpPr>
        <p:spPr>
          <a:xfrm>
            <a:off x="2238372" y="5376862"/>
            <a:ext cx="8042361" cy="132556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4000" dirty="0"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We have _________ in Okinawa.</a:t>
            </a:r>
            <a:endParaRPr lang="ja-JP" altLang="en-US" sz="4000" dirty="0"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352AD381-0603-E81E-3EB5-DD6407967511}"/>
              </a:ext>
            </a:extLst>
          </p:cNvPr>
          <p:cNvSpPr txBox="1"/>
          <p:nvPr/>
        </p:nvSpPr>
        <p:spPr>
          <a:xfrm>
            <a:off x="4467225" y="5626051"/>
            <a:ext cx="325755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4400" b="1" dirty="0">
                <a:solidFill>
                  <a:srgbClr val="FF0000"/>
                </a:solidFill>
              </a:rPr>
              <a:t>beaches</a:t>
            </a:r>
            <a:endParaRPr kumimoji="1" lang="ja-JP" altLang="en-US" sz="4400" b="1" dirty="0">
              <a:solidFill>
                <a:srgbClr val="FF0000"/>
              </a:solidFill>
            </a:endParaRPr>
          </a:p>
        </p:txBody>
      </p:sp>
      <p:pic>
        <p:nvPicPr>
          <p:cNvPr id="23" name="図 22" descr="暗い, 鳥 が含まれている画像&#10;&#10;自動的に生成された説明">
            <a:hlinkClick r:id="rId3" action="ppaction://hlinksldjump"/>
            <a:extLst>
              <a:ext uri="{FF2B5EF4-FFF2-40B4-BE49-F238E27FC236}">
                <a16:creationId xmlns:a16="http://schemas.microsoft.com/office/drawing/2014/main" id="{CFDBAC78-68DA-0CBF-F4D5-0D8023AF68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0733" y="4988023"/>
            <a:ext cx="1538296" cy="2045495"/>
          </a:xfrm>
          <a:prstGeom prst="rect">
            <a:avLst/>
          </a:prstGeom>
        </p:spPr>
      </p:pic>
      <p:pic>
        <p:nvPicPr>
          <p:cNvPr id="25" name="図 24" descr="アイコン&#10;&#10;自動的に生成された説明">
            <a:hlinkClick r:id="rId5" action="ppaction://hlinksldjump"/>
            <a:extLst>
              <a:ext uri="{FF2B5EF4-FFF2-40B4-BE49-F238E27FC236}">
                <a16:creationId xmlns:a16="http://schemas.microsoft.com/office/drawing/2014/main" id="{FEB48BB0-301D-5F85-C24A-49B2F79F434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177" y="5059644"/>
            <a:ext cx="1499065" cy="1499065"/>
          </a:xfrm>
          <a:prstGeom prst="rect">
            <a:avLst/>
          </a:prstGeom>
        </p:spPr>
      </p:pic>
      <p:pic>
        <p:nvPicPr>
          <p:cNvPr id="5" name="図 4" descr="マップ&#10;&#10;自動的に生成された説明">
            <a:extLst>
              <a:ext uri="{FF2B5EF4-FFF2-40B4-BE49-F238E27FC236}">
                <a16:creationId xmlns:a16="http://schemas.microsoft.com/office/drawing/2014/main" id="{CFC02FBB-3338-681B-1AC6-AF6B7FC226D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0591" y="521252"/>
            <a:ext cx="2652309" cy="3696969"/>
          </a:xfrm>
          <a:prstGeom prst="rect">
            <a:avLst/>
          </a:prstGeom>
        </p:spPr>
      </p:pic>
      <p:pic>
        <p:nvPicPr>
          <p:cNvPr id="8" name="図 7" descr="砂浜にあるプール&#10;&#10;自動的に生成された説明">
            <a:extLst>
              <a:ext uri="{FF2B5EF4-FFF2-40B4-BE49-F238E27FC236}">
                <a16:creationId xmlns:a16="http://schemas.microsoft.com/office/drawing/2014/main" id="{49B74FC4-9C51-B313-BF5E-C0C4FE8F38A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4198" y="1507374"/>
            <a:ext cx="5420428" cy="3613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4641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21" grpId="0"/>
    </p:bld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7651</TotalTime>
  <Words>273</Words>
  <Application>Microsoft Office PowerPoint</Application>
  <PresentationFormat>ワイド画面</PresentationFormat>
  <Paragraphs>130</Paragraphs>
  <Slides>22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22</vt:i4>
      </vt:variant>
    </vt:vector>
  </HeadingPairs>
  <TitlesOfParts>
    <vt:vector size="28" baseType="lpstr">
      <vt:lpstr>UD デジタル 教科書体 NK-B</vt:lpstr>
      <vt:lpstr>游ゴシック</vt:lpstr>
      <vt:lpstr>游ゴシック Light</vt:lpstr>
      <vt:lpstr>Arial</vt:lpstr>
      <vt:lpstr>Comic Relief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Samani Board of Education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tr11</dc:creator>
  <cp:lastModifiedBy>t17g6</cp:lastModifiedBy>
  <cp:revision>27</cp:revision>
  <dcterms:created xsi:type="dcterms:W3CDTF">2023-06-08T00:27:52Z</dcterms:created>
  <dcterms:modified xsi:type="dcterms:W3CDTF">2026-06-11T07:45:23Z</dcterms:modified>
</cp:coreProperties>
</file>